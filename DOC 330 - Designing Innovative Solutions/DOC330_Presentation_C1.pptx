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1" r:id="rId5"/>
    <p:sldId id="266" r:id="rId6"/>
    <p:sldId id="264" r:id="rId7"/>
    <p:sldId id="267" r:id="rId8"/>
    <p:sldId id="259" r:id="rId9"/>
    <p:sldId id="260" r:id="rId10"/>
    <p:sldId id="262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A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1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6C8D-B59B-51E5-C21E-0E842FF16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AE18B-8F0D-21AA-358E-C085B19B1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7B368-C748-615A-D68F-8F089216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FFA4-02CD-4E38-BF74-53364B0F1A49}" type="datetimeFigureOut">
              <a:rPr lang="en-GB" smtClean="0"/>
              <a:t>24/07/2023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06092-6D1B-432C-49E1-7310700B3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54D4A-967D-8521-6998-CA91B6C4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C2875-C735-424F-B3E0-7DD25E17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203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01B45-7AD1-0D5D-3146-C854CE875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46962-E8F7-5365-CDF0-C8CD80B2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CA378-E7B9-8AC1-1385-829BB7B33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FFA4-02CD-4E38-BF74-53364B0F1A49}" type="datetimeFigureOut">
              <a:rPr lang="en-GB" smtClean="0"/>
              <a:t>24/07/2023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5030F-47B9-160D-9A6F-E4715FDDF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EF6D7-BBE7-EA0E-91D7-DCDF1DCC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C2875-C735-424F-B3E0-7DD25E17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68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890C5-28F4-9546-D6C9-97AA5F55B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FFF92-87D9-F5FE-F1DD-543F8A2DE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06761-67CD-F333-3F71-62F38EF8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FFA4-02CD-4E38-BF74-53364B0F1A49}" type="datetimeFigureOut">
              <a:rPr lang="en-GB" smtClean="0"/>
              <a:t>24/07/2023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2A520-E290-F071-3F5A-42FCB2AF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A56A5-FBDC-38F1-A442-AAA7BA754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C2875-C735-424F-B3E0-7DD25E17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284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5549A-70AB-9F8A-F3B3-1BB292E08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81B40-64D3-A55D-5441-B92CFD5110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E9024-9B2F-0A49-1CF8-40FCA74B3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9C0D6-2AAA-AC73-F66C-095C9DD77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FFA4-02CD-4E38-BF74-53364B0F1A49}" type="datetimeFigureOut">
              <a:rPr lang="en-GB" smtClean="0"/>
              <a:t>24/07/2023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511D2-C7DC-E8D4-E471-EFA79EEB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73B09-2CC2-CBEB-3166-0C87F067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C2875-C735-424F-B3E0-7DD25E17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5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FA04-00D4-E299-066C-EA1334B81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5AA7A-EB86-0443-CE5C-924A620CB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84CF6-A98A-C56E-882C-BE9F3E152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D5AB91-0503-A476-C860-5DC64A96EC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F46847-1EAA-28F7-31A9-8082385B9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53D56-9362-CFDE-05AF-8BC9DFB80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FFA4-02CD-4E38-BF74-53364B0F1A49}" type="datetimeFigureOut">
              <a:rPr lang="en-GB" smtClean="0"/>
              <a:t>24/07/2023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E32019-1DAD-DD94-4978-B3CB3674A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A6FC8B-E163-D768-8DB1-DEDDE1572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C2875-C735-424F-B3E0-7DD25E17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952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C2E75-7559-B2B5-EB1C-53184845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9F65E-20BF-653E-1BB1-F76F8D48B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FFA4-02CD-4E38-BF74-53364B0F1A49}" type="datetimeFigureOut">
              <a:rPr lang="en-GB" smtClean="0"/>
              <a:t>24/07/2023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98A93-C91B-1E35-9EF3-B66AD2FCE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FB167-5D87-038C-7BD0-4EEFA585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C2875-C735-424F-B3E0-7DD25E17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71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9CF910-757D-BC9A-B867-E4CF71428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FFA4-02CD-4E38-BF74-53364B0F1A49}" type="datetimeFigureOut">
              <a:rPr lang="en-GB" smtClean="0"/>
              <a:t>24/07/2023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7A9CDC-B4D4-E893-A127-7C8E93644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78FBD-9C2A-3C4A-83D2-759048BB0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C2875-C735-424F-B3E0-7DD25E17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64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9616-A067-532E-75A3-FE0D1B3C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7182-9CA0-FE86-2260-741D59093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E3DA2-5565-58E4-FBA4-EB2B5280B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B6487-4608-F409-B93C-4FAE87BEF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FFA4-02CD-4E38-BF74-53364B0F1A49}" type="datetimeFigureOut">
              <a:rPr lang="en-GB" smtClean="0"/>
              <a:t>24/07/2023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738D2-0144-19AD-17D2-D96F0F782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D1BEB-1796-0212-7947-A481484E0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C2875-C735-424F-B3E0-7DD25E17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83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42B92-CC93-008D-2701-CDB89C99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1E0D69-863E-2647-40CA-4C8C8E1EC9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299D2-6847-B4A2-5347-E6F9165E7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A70F3-1F38-E6CC-70B2-3A7ACFEBD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FFA4-02CD-4E38-BF74-53364B0F1A49}" type="datetimeFigureOut">
              <a:rPr lang="en-GB" smtClean="0"/>
              <a:t>24/07/2023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4F368-5635-BCC4-44F2-50B6E80C8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EBE00-18C9-054C-2602-697C1A59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C2875-C735-424F-B3E0-7DD25E17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252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87208-845D-C1EA-F457-0AFDF642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B39FD-22BA-E5CA-4F69-730B6432B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FD256-4E0E-40D1-8204-F01A4D76A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FFA4-02CD-4E38-BF74-53364B0F1A49}" type="datetimeFigureOut">
              <a:rPr lang="en-GB" smtClean="0"/>
              <a:t>24/07/2023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A1FA3-7F94-10EC-1BC6-D8553547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5A375-B1D9-EDF8-F18C-39BB7544B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C2875-C735-424F-B3E0-7DD25E17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71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D8FC46-9030-6B42-C8D2-C8C513F19F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3612F-BCC9-682F-6BDA-7D531F59B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518A1-1D50-0E35-8DEF-5F105C0CF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FFA4-02CD-4E38-BF74-53364B0F1A49}" type="datetimeFigureOut">
              <a:rPr lang="en-GB" smtClean="0"/>
              <a:t>24/07/2023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CB43F-3686-CA0F-4133-8FC1DDDC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2E5B6-58D0-19BF-BA83-6C48A0714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C2875-C735-424F-B3E0-7DD25E17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969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3A7ADC-50AD-9381-4339-D1A3268F1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788B8-5D00-304B-5C28-CE74581D3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D2FAC-B209-7001-BD41-BA2E3DA4A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FFFA4-02CD-4E38-BF74-53364B0F1A49}" type="datetimeFigureOut">
              <a:rPr lang="en-GB" smtClean="0"/>
              <a:t>24/07/2023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CDAC6-7FE5-CBB9-F6F5-3838E3430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F7F34-5460-9587-5D34-51695AA66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C2875-C735-424F-B3E0-7DD25E17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9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3">
                <a:lumMod val="5000"/>
                <a:lumOff val="95000"/>
              </a:schemeClr>
            </a:gs>
            <a:gs pos="59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Close-up of a stethoscope and a computer&#10;&#10;Description automatically generated">
            <a:extLst>
              <a:ext uri="{FF2B5EF4-FFF2-40B4-BE49-F238E27FC236}">
                <a16:creationId xmlns:a16="http://schemas.microsoft.com/office/drawing/2014/main" id="{91331070-E7A1-960C-A7AC-A8CBCF497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17247" y="761366"/>
            <a:ext cx="7810964" cy="5207309"/>
          </a:xfrm>
          <a:prstGeom prst="rect">
            <a:avLst/>
          </a:prstGeom>
        </p:spPr>
      </p:pic>
      <p:pic>
        <p:nvPicPr>
          <p:cNvPr id="41" name="Picture 40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9F8972E0-CC9D-122A-3257-6CF49669D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678" y="0"/>
            <a:ext cx="6858000" cy="6858000"/>
          </a:xfrm>
          <a:prstGeom prst="rect">
            <a:avLst/>
          </a:prstGeom>
        </p:spPr>
      </p:pic>
      <p:grpSp>
        <p:nvGrpSpPr>
          <p:cNvPr id="43" name="Google Shape;238;p23">
            <a:extLst>
              <a:ext uri="{FF2B5EF4-FFF2-40B4-BE49-F238E27FC236}">
                <a16:creationId xmlns:a16="http://schemas.microsoft.com/office/drawing/2014/main" id="{F4D90032-647E-BF94-4D09-4FB6E73C2C0F}"/>
              </a:ext>
            </a:extLst>
          </p:cNvPr>
          <p:cNvGrpSpPr/>
          <p:nvPr/>
        </p:nvGrpSpPr>
        <p:grpSpPr>
          <a:xfrm>
            <a:off x="3725523" y="5993872"/>
            <a:ext cx="947349" cy="725918"/>
            <a:chOff x="7787100" y="4220750"/>
            <a:chExt cx="778050" cy="564500"/>
          </a:xfrm>
          <a:solidFill>
            <a:schemeClr val="tx1"/>
          </a:solidFill>
        </p:grpSpPr>
        <p:sp>
          <p:nvSpPr>
            <p:cNvPr id="67" name="Google Shape;239;p23">
              <a:extLst>
                <a:ext uri="{FF2B5EF4-FFF2-40B4-BE49-F238E27FC236}">
                  <a16:creationId xmlns:a16="http://schemas.microsoft.com/office/drawing/2014/main" id="{22E99B85-CA68-870A-268D-67D0ED591331}"/>
                </a:ext>
              </a:extLst>
            </p:cNvPr>
            <p:cNvSpPr/>
            <p:nvPr/>
          </p:nvSpPr>
          <p:spPr>
            <a:xfrm>
              <a:off x="778710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40;p23">
              <a:extLst>
                <a:ext uri="{FF2B5EF4-FFF2-40B4-BE49-F238E27FC236}">
                  <a16:creationId xmlns:a16="http://schemas.microsoft.com/office/drawing/2014/main" id="{358EA25C-ECCF-DE6E-463E-BA92C40AF3FD}"/>
                </a:ext>
              </a:extLst>
            </p:cNvPr>
            <p:cNvSpPr/>
            <p:nvPr/>
          </p:nvSpPr>
          <p:spPr>
            <a:xfrm>
              <a:off x="800615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41;p23">
              <a:extLst>
                <a:ext uri="{FF2B5EF4-FFF2-40B4-BE49-F238E27FC236}">
                  <a16:creationId xmlns:a16="http://schemas.microsoft.com/office/drawing/2014/main" id="{364D9BF8-DEEC-26B8-54B5-5069EC2EAFB9}"/>
                </a:ext>
              </a:extLst>
            </p:cNvPr>
            <p:cNvSpPr/>
            <p:nvPr/>
          </p:nvSpPr>
          <p:spPr>
            <a:xfrm>
              <a:off x="822520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42;p23">
              <a:extLst>
                <a:ext uri="{FF2B5EF4-FFF2-40B4-BE49-F238E27FC236}">
                  <a16:creationId xmlns:a16="http://schemas.microsoft.com/office/drawing/2014/main" id="{17844EF5-0CA3-64BC-743D-56966B589064}"/>
                </a:ext>
              </a:extLst>
            </p:cNvPr>
            <p:cNvSpPr/>
            <p:nvPr/>
          </p:nvSpPr>
          <p:spPr>
            <a:xfrm>
              <a:off x="844425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43;p23">
              <a:extLst>
                <a:ext uri="{FF2B5EF4-FFF2-40B4-BE49-F238E27FC236}">
                  <a16:creationId xmlns:a16="http://schemas.microsoft.com/office/drawing/2014/main" id="{559223F4-C34D-2D8D-4D53-44ABA4058D04}"/>
                </a:ext>
              </a:extLst>
            </p:cNvPr>
            <p:cNvSpPr/>
            <p:nvPr/>
          </p:nvSpPr>
          <p:spPr>
            <a:xfrm>
              <a:off x="7891600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44;p23">
              <a:extLst>
                <a:ext uri="{FF2B5EF4-FFF2-40B4-BE49-F238E27FC236}">
                  <a16:creationId xmlns:a16="http://schemas.microsoft.com/office/drawing/2014/main" id="{9A073E91-B287-6801-3956-C94A60FBC05C}"/>
                </a:ext>
              </a:extLst>
            </p:cNvPr>
            <p:cNvSpPr/>
            <p:nvPr/>
          </p:nvSpPr>
          <p:spPr>
            <a:xfrm>
              <a:off x="8122175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45;p23">
              <a:extLst>
                <a:ext uri="{FF2B5EF4-FFF2-40B4-BE49-F238E27FC236}">
                  <a16:creationId xmlns:a16="http://schemas.microsoft.com/office/drawing/2014/main" id="{15EB15C0-5111-74B9-5E98-FE8247AEE8D1}"/>
                </a:ext>
              </a:extLst>
            </p:cNvPr>
            <p:cNvSpPr/>
            <p:nvPr/>
          </p:nvSpPr>
          <p:spPr>
            <a:xfrm>
              <a:off x="8352750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46;p23">
              <a:extLst>
                <a:ext uri="{FF2B5EF4-FFF2-40B4-BE49-F238E27FC236}">
                  <a16:creationId xmlns:a16="http://schemas.microsoft.com/office/drawing/2014/main" id="{69192A33-077A-27DE-FBA6-07AF5F76F4BF}"/>
                </a:ext>
              </a:extLst>
            </p:cNvPr>
            <p:cNvSpPr/>
            <p:nvPr/>
          </p:nvSpPr>
          <p:spPr>
            <a:xfrm>
              <a:off x="8122175" y="42207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258;p23">
            <a:extLst>
              <a:ext uri="{FF2B5EF4-FFF2-40B4-BE49-F238E27FC236}">
                <a16:creationId xmlns:a16="http://schemas.microsoft.com/office/drawing/2014/main" id="{32623A23-CD0D-A36E-087C-1CDC42533AB5}"/>
              </a:ext>
            </a:extLst>
          </p:cNvPr>
          <p:cNvGrpSpPr/>
          <p:nvPr/>
        </p:nvGrpSpPr>
        <p:grpSpPr>
          <a:xfrm>
            <a:off x="10497290" y="593074"/>
            <a:ext cx="398202" cy="1009751"/>
            <a:chOff x="3549950" y="177450"/>
            <a:chExt cx="385340" cy="925200"/>
          </a:xfrm>
          <a:solidFill>
            <a:schemeClr val="tx1"/>
          </a:solidFill>
        </p:grpSpPr>
        <p:sp>
          <p:nvSpPr>
            <p:cNvPr id="49" name="Google Shape;259;p23">
              <a:extLst>
                <a:ext uri="{FF2B5EF4-FFF2-40B4-BE49-F238E27FC236}">
                  <a16:creationId xmlns:a16="http://schemas.microsoft.com/office/drawing/2014/main" id="{062FDB99-7441-AA67-04CF-71D71AE6FB2F}"/>
                </a:ext>
              </a:extLst>
            </p:cNvPr>
            <p:cNvSpPr/>
            <p:nvPr/>
          </p:nvSpPr>
          <p:spPr>
            <a:xfrm>
              <a:off x="3549950" y="1774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50" name="Google Shape;260;p23">
              <a:extLst>
                <a:ext uri="{FF2B5EF4-FFF2-40B4-BE49-F238E27FC236}">
                  <a16:creationId xmlns:a16="http://schemas.microsoft.com/office/drawing/2014/main" id="{F2F0FF68-BB96-E276-18BE-90492BAA9F3D}"/>
                </a:ext>
              </a:extLst>
            </p:cNvPr>
            <p:cNvSpPr/>
            <p:nvPr/>
          </p:nvSpPr>
          <p:spPr>
            <a:xfrm>
              <a:off x="3704070" y="2545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51" name="Google Shape;261;p23">
              <a:extLst>
                <a:ext uri="{FF2B5EF4-FFF2-40B4-BE49-F238E27FC236}">
                  <a16:creationId xmlns:a16="http://schemas.microsoft.com/office/drawing/2014/main" id="{461AD78D-0FF3-BD58-C70B-2A14608DB484}"/>
                </a:ext>
              </a:extLst>
            </p:cNvPr>
            <p:cNvSpPr/>
            <p:nvPr/>
          </p:nvSpPr>
          <p:spPr>
            <a:xfrm>
              <a:off x="3858190" y="1774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52" name="Google Shape;262;p23">
              <a:extLst>
                <a:ext uri="{FF2B5EF4-FFF2-40B4-BE49-F238E27FC236}">
                  <a16:creationId xmlns:a16="http://schemas.microsoft.com/office/drawing/2014/main" id="{B1E38D4B-A61A-C8C6-0B30-A90F43B1B50C}"/>
                </a:ext>
              </a:extLst>
            </p:cNvPr>
            <p:cNvSpPr/>
            <p:nvPr/>
          </p:nvSpPr>
          <p:spPr>
            <a:xfrm>
              <a:off x="3549950" y="3316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53" name="Google Shape;263;p23">
              <a:extLst>
                <a:ext uri="{FF2B5EF4-FFF2-40B4-BE49-F238E27FC236}">
                  <a16:creationId xmlns:a16="http://schemas.microsoft.com/office/drawing/2014/main" id="{B9F1EA1F-9ACF-9C98-8C9E-279A5EC557A1}"/>
                </a:ext>
              </a:extLst>
            </p:cNvPr>
            <p:cNvSpPr/>
            <p:nvPr/>
          </p:nvSpPr>
          <p:spPr>
            <a:xfrm>
              <a:off x="3704070" y="4087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54" name="Google Shape;264;p23">
              <a:extLst>
                <a:ext uri="{FF2B5EF4-FFF2-40B4-BE49-F238E27FC236}">
                  <a16:creationId xmlns:a16="http://schemas.microsoft.com/office/drawing/2014/main" id="{14D0991F-915A-9F31-1FB0-4C41A4132197}"/>
                </a:ext>
              </a:extLst>
            </p:cNvPr>
            <p:cNvSpPr/>
            <p:nvPr/>
          </p:nvSpPr>
          <p:spPr>
            <a:xfrm>
              <a:off x="3858190" y="3316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55" name="Google Shape;265;p23">
              <a:extLst>
                <a:ext uri="{FF2B5EF4-FFF2-40B4-BE49-F238E27FC236}">
                  <a16:creationId xmlns:a16="http://schemas.microsoft.com/office/drawing/2014/main" id="{C3C87BF9-B630-0CD0-E026-88F7D3674D53}"/>
                </a:ext>
              </a:extLst>
            </p:cNvPr>
            <p:cNvSpPr/>
            <p:nvPr/>
          </p:nvSpPr>
          <p:spPr>
            <a:xfrm>
              <a:off x="3549950" y="4858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56" name="Google Shape;266;p23">
              <a:extLst>
                <a:ext uri="{FF2B5EF4-FFF2-40B4-BE49-F238E27FC236}">
                  <a16:creationId xmlns:a16="http://schemas.microsoft.com/office/drawing/2014/main" id="{EDDB912C-D859-01EC-CE2D-C4FBFA497E47}"/>
                </a:ext>
              </a:extLst>
            </p:cNvPr>
            <p:cNvSpPr/>
            <p:nvPr/>
          </p:nvSpPr>
          <p:spPr>
            <a:xfrm>
              <a:off x="3704070" y="5629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57" name="Google Shape;267;p23">
              <a:extLst>
                <a:ext uri="{FF2B5EF4-FFF2-40B4-BE49-F238E27FC236}">
                  <a16:creationId xmlns:a16="http://schemas.microsoft.com/office/drawing/2014/main" id="{1B82718D-7237-76BD-7585-993B2B8755F8}"/>
                </a:ext>
              </a:extLst>
            </p:cNvPr>
            <p:cNvSpPr/>
            <p:nvPr/>
          </p:nvSpPr>
          <p:spPr>
            <a:xfrm>
              <a:off x="3858190" y="4858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58" name="Google Shape;268;p23">
              <a:extLst>
                <a:ext uri="{FF2B5EF4-FFF2-40B4-BE49-F238E27FC236}">
                  <a16:creationId xmlns:a16="http://schemas.microsoft.com/office/drawing/2014/main" id="{EA6CB0D2-571E-8A16-242E-0250F140EF47}"/>
                </a:ext>
              </a:extLst>
            </p:cNvPr>
            <p:cNvSpPr/>
            <p:nvPr/>
          </p:nvSpPr>
          <p:spPr>
            <a:xfrm>
              <a:off x="3549950" y="6400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59" name="Google Shape;269;p23">
              <a:extLst>
                <a:ext uri="{FF2B5EF4-FFF2-40B4-BE49-F238E27FC236}">
                  <a16:creationId xmlns:a16="http://schemas.microsoft.com/office/drawing/2014/main" id="{8BE3E6EB-9A52-E809-0116-376DDEFC15EA}"/>
                </a:ext>
              </a:extLst>
            </p:cNvPr>
            <p:cNvSpPr/>
            <p:nvPr/>
          </p:nvSpPr>
          <p:spPr>
            <a:xfrm>
              <a:off x="3704070" y="7171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60" name="Google Shape;270;p23">
              <a:extLst>
                <a:ext uri="{FF2B5EF4-FFF2-40B4-BE49-F238E27FC236}">
                  <a16:creationId xmlns:a16="http://schemas.microsoft.com/office/drawing/2014/main" id="{0C3C93DC-48B6-2FDF-F7E8-FFE9D0893B00}"/>
                </a:ext>
              </a:extLst>
            </p:cNvPr>
            <p:cNvSpPr/>
            <p:nvPr/>
          </p:nvSpPr>
          <p:spPr>
            <a:xfrm>
              <a:off x="3858190" y="6400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/>
                </a:solidFill>
              </a:endParaRPr>
            </a:p>
          </p:txBody>
        </p:sp>
        <p:sp>
          <p:nvSpPr>
            <p:cNvPr id="61" name="Google Shape;271;p23">
              <a:extLst>
                <a:ext uri="{FF2B5EF4-FFF2-40B4-BE49-F238E27FC236}">
                  <a16:creationId xmlns:a16="http://schemas.microsoft.com/office/drawing/2014/main" id="{8036B1EF-D8DD-D0D6-B833-99E33D6444C8}"/>
                </a:ext>
              </a:extLst>
            </p:cNvPr>
            <p:cNvSpPr/>
            <p:nvPr/>
          </p:nvSpPr>
          <p:spPr>
            <a:xfrm>
              <a:off x="3549950" y="7942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62" name="Google Shape;272;p23">
              <a:extLst>
                <a:ext uri="{FF2B5EF4-FFF2-40B4-BE49-F238E27FC236}">
                  <a16:creationId xmlns:a16="http://schemas.microsoft.com/office/drawing/2014/main" id="{281A2222-FDC2-2035-27A0-3676B0DF8DD7}"/>
                </a:ext>
              </a:extLst>
            </p:cNvPr>
            <p:cNvSpPr/>
            <p:nvPr/>
          </p:nvSpPr>
          <p:spPr>
            <a:xfrm>
              <a:off x="3704070" y="8713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/>
                </a:solidFill>
              </a:endParaRPr>
            </a:p>
          </p:txBody>
        </p:sp>
        <p:sp>
          <p:nvSpPr>
            <p:cNvPr id="63" name="Google Shape;273;p23">
              <a:extLst>
                <a:ext uri="{FF2B5EF4-FFF2-40B4-BE49-F238E27FC236}">
                  <a16:creationId xmlns:a16="http://schemas.microsoft.com/office/drawing/2014/main" id="{AED3B3FE-6A7F-CF26-55B7-EF6CA4DD715B}"/>
                </a:ext>
              </a:extLst>
            </p:cNvPr>
            <p:cNvSpPr/>
            <p:nvPr/>
          </p:nvSpPr>
          <p:spPr>
            <a:xfrm>
              <a:off x="3858190" y="7942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64" name="Google Shape;274;p23">
              <a:extLst>
                <a:ext uri="{FF2B5EF4-FFF2-40B4-BE49-F238E27FC236}">
                  <a16:creationId xmlns:a16="http://schemas.microsoft.com/office/drawing/2014/main" id="{22830A50-84E4-C7DC-C5C0-C80A3661F7FB}"/>
                </a:ext>
              </a:extLst>
            </p:cNvPr>
            <p:cNvSpPr/>
            <p:nvPr/>
          </p:nvSpPr>
          <p:spPr>
            <a:xfrm>
              <a:off x="3549950" y="9484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/>
                </a:solidFill>
              </a:endParaRPr>
            </a:p>
          </p:txBody>
        </p:sp>
        <p:sp>
          <p:nvSpPr>
            <p:cNvPr id="65" name="Google Shape;275;p23">
              <a:extLst>
                <a:ext uri="{FF2B5EF4-FFF2-40B4-BE49-F238E27FC236}">
                  <a16:creationId xmlns:a16="http://schemas.microsoft.com/office/drawing/2014/main" id="{61A4DBE5-0705-F1DA-C380-4814E7EA38C7}"/>
                </a:ext>
              </a:extLst>
            </p:cNvPr>
            <p:cNvSpPr/>
            <p:nvPr/>
          </p:nvSpPr>
          <p:spPr>
            <a:xfrm>
              <a:off x="3704070" y="10255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66" name="Google Shape;276;p23">
              <a:extLst>
                <a:ext uri="{FF2B5EF4-FFF2-40B4-BE49-F238E27FC236}">
                  <a16:creationId xmlns:a16="http://schemas.microsoft.com/office/drawing/2014/main" id="{2FD161B2-1F55-9B0D-1E42-E92335CA3762}"/>
                </a:ext>
              </a:extLst>
            </p:cNvPr>
            <p:cNvSpPr/>
            <p:nvPr/>
          </p:nvSpPr>
          <p:spPr>
            <a:xfrm>
              <a:off x="3858190" y="948450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48EE646B-4EA0-9805-408D-D1AA23632B08}"/>
              </a:ext>
            </a:extLst>
          </p:cNvPr>
          <p:cNvSpPr/>
          <p:nvPr/>
        </p:nvSpPr>
        <p:spPr>
          <a:xfrm>
            <a:off x="11323666" y="525535"/>
            <a:ext cx="1560470" cy="1649704"/>
          </a:xfrm>
          <a:prstGeom prst="ellipse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8EE646B-4EA0-9805-408D-D1AA23632B08}"/>
              </a:ext>
            </a:extLst>
          </p:cNvPr>
          <p:cNvSpPr/>
          <p:nvPr/>
        </p:nvSpPr>
        <p:spPr>
          <a:xfrm>
            <a:off x="579476" y="-762119"/>
            <a:ext cx="1403830" cy="1481412"/>
          </a:xfrm>
          <a:prstGeom prst="ellipse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F6B0C11-13C4-7B22-C130-924BEACC023F}"/>
              </a:ext>
            </a:extLst>
          </p:cNvPr>
          <p:cNvSpPr/>
          <p:nvPr/>
        </p:nvSpPr>
        <p:spPr>
          <a:xfrm>
            <a:off x="10895492" y="5094159"/>
            <a:ext cx="584933" cy="2270658"/>
          </a:xfrm>
          <a:prstGeom prst="roundRect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932775B-1EC0-D002-18B6-CED984847B0E}"/>
              </a:ext>
            </a:extLst>
          </p:cNvPr>
          <p:cNvSpPr/>
          <p:nvPr/>
        </p:nvSpPr>
        <p:spPr>
          <a:xfrm>
            <a:off x="11189759" y="5403098"/>
            <a:ext cx="546062" cy="21858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75" name="Google Shape;284;p24">
            <a:extLst>
              <a:ext uri="{FF2B5EF4-FFF2-40B4-BE49-F238E27FC236}">
                <a16:creationId xmlns:a16="http://schemas.microsoft.com/office/drawing/2014/main" id="{FC5535BA-D9E2-BC40-BBDE-BFF868C8EA07}"/>
              </a:ext>
            </a:extLst>
          </p:cNvPr>
          <p:cNvSpPr/>
          <p:nvPr/>
        </p:nvSpPr>
        <p:spPr>
          <a:xfrm>
            <a:off x="10576963" y="5577000"/>
            <a:ext cx="474300" cy="1281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37;p23">
            <a:extLst>
              <a:ext uri="{FF2B5EF4-FFF2-40B4-BE49-F238E27FC236}">
                <a16:creationId xmlns:a16="http://schemas.microsoft.com/office/drawing/2014/main" id="{3CBDE008-7679-0547-98F7-AEBFE35471A7}"/>
              </a:ext>
            </a:extLst>
          </p:cNvPr>
          <p:cNvSpPr/>
          <p:nvPr/>
        </p:nvSpPr>
        <p:spPr>
          <a:xfrm>
            <a:off x="647790" y="5301647"/>
            <a:ext cx="2391113" cy="2525344"/>
          </a:xfrm>
          <a:prstGeom prst="donut">
            <a:avLst>
              <a:gd name="adj" fmla="val 18433"/>
            </a:avLst>
          </a:prstGeom>
          <a:solidFill>
            <a:srgbClr val="58AF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6" name="Picture 75" descr="A red shield with black text and a letter t&#10;&#10;Description automatically generated">
            <a:extLst>
              <a:ext uri="{FF2B5EF4-FFF2-40B4-BE49-F238E27FC236}">
                <a16:creationId xmlns:a16="http://schemas.microsoft.com/office/drawing/2014/main" id="{93A7688E-5817-CFBE-28AB-1E140E1046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235" y="83345"/>
            <a:ext cx="930459" cy="93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63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3">
                <a:lumMod val="5000"/>
                <a:lumOff val="95000"/>
              </a:schemeClr>
            </a:gs>
            <a:gs pos="59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8C32F20-ACE6-20BC-A900-099E36482543}"/>
              </a:ext>
            </a:extLst>
          </p:cNvPr>
          <p:cNvCxnSpPr>
            <a:cxnSpLocks/>
          </p:cNvCxnSpPr>
          <p:nvPr/>
        </p:nvCxnSpPr>
        <p:spPr>
          <a:xfrm flipV="1">
            <a:off x="416432" y="1620666"/>
            <a:ext cx="6619368" cy="113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5717862-8DD7-45EC-1D82-25B53C52840B}"/>
              </a:ext>
            </a:extLst>
          </p:cNvPr>
          <p:cNvCxnSpPr>
            <a:cxnSpLocks/>
          </p:cNvCxnSpPr>
          <p:nvPr/>
        </p:nvCxnSpPr>
        <p:spPr>
          <a:xfrm>
            <a:off x="7023130" y="1592091"/>
            <a:ext cx="0" cy="15178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FC9DC3A-77F6-F431-95F4-E09F00348823}"/>
              </a:ext>
            </a:extLst>
          </p:cNvPr>
          <p:cNvCxnSpPr>
            <a:cxnSpLocks/>
          </p:cNvCxnSpPr>
          <p:nvPr/>
        </p:nvCxnSpPr>
        <p:spPr>
          <a:xfrm flipV="1">
            <a:off x="1121282" y="3109934"/>
            <a:ext cx="5914518" cy="285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95E9ED-9628-862F-6AB9-D7A914A05F16}"/>
              </a:ext>
            </a:extLst>
          </p:cNvPr>
          <p:cNvCxnSpPr>
            <a:cxnSpLocks/>
          </p:cNvCxnSpPr>
          <p:nvPr/>
        </p:nvCxnSpPr>
        <p:spPr>
          <a:xfrm>
            <a:off x="1147476" y="3109935"/>
            <a:ext cx="0" cy="208436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D29F98D-1D55-5C84-E723-CC4AF9D9A855}"/>
              </a:ext>
            </a:extLst>
          </p:cNvPr>
          <p:cNvCxnSpPr>
            <a:cxnSpLocks/>
          </p:cNvCxnSpPr>
          <p:nvPr/>
        </p:nvCxnSpPr>
        <p:spPr>
          <a:xfrm>
            <a:off x="1121282" y="5194300"/>
            <a:ext cx="68670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57FD2A72-18A7-AECC-9A4C-938E6B06E95B}"/>
              </a:ext>
            </a:extLst>
          </p:cNvPr>
          <p:cNvSpPr/>
          <p:nvPr/>
        </p:nvSpPr>
        <p:spPr>
          <a:xfrm>
            <a:off x="1012426" y="1321866"/>
            <a:ext cx="596443" cy="5976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GB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92B0394-6291-52A1-5DC7-AE6712BF5D83}"/>
              </a:ext>
            </a:extLst>
          </p:cNvPr>
          <p:cNvSpPr/>
          <p:nvPr/>
        </p:nvSpPr>
        <p:spPr>
          <a:xfrm>
            <a:off x="6724908" y="2085651"/>
            <a:ext cx="596443" cy="5976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GB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935790C-2D76-9A47-2257-6820E0D2E349}"/>
              </a:ext>
            </a:extLst>
          </p:cNvPr>
          <p:cNvSpPr/>
          <p:nvPr/>
        </p:nvSpPr>
        <p:spPr>
          <a:xfrm>
            <a:off x="3983321" y="1335039"/>
            <a:ext cx="596443" cy="5976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GB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528022-5948-6560-2FBC-6BDE5F11A337}"/>
              </a:ext>
            </a:extLst>
          </p:cNvPr>
          <p:cNvSpPr/>
          <p:nvPr/>
        </p:nvSpPr>
        <p:spPr>
          <a:xfrm>
            <a:off x="3660099" y="2839710"/>
            <a:ext cx="596443" cy="5976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GB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C90E29-D5FF-3FBF-2946-2AA8C34DC1A0}"/>
              </a:ext>
            </a:extLst>
          </p:cNvPr>
          <p:cNvSpPr/>
          <p:nvPr/>
        </p:nvSpPr>
        <p:spPr>
          <a:xfrm>
            <a:off x="823060" y="3853317"/>
            <a:ext cx="596443" cy="5976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GB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CAC6F7F-C418-3FF5-745C-2CA02A885005}"/>
              </a:ext>
            </a:extLst>
          </p:cNvPr>
          <p:cNvSpPr/>
          <p:nvPr/>
        </p:nvSpPr>
        <p:spPr>
          <a:xfrm>
            <a:off x="3719519" y="4938534"/>
            <a:ext cx="596443" cy="5976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C9F619-3404-4370-8227-3C5D3C5176F4}"/>
              </a:ext>
            </a:extLst>
          </p:cNvPr>
          <p:cNvSpPr txBox="1"/>
          <p:nvPr/>
        </p:nvSpPr>
        <p:spPr>
          <a:xfrm>
            <a:off x="1623158" y="1664866"/>
            <a:ext cx="2478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Aakash Sathiyanathan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20222330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0E20B6-D54A-469F-A178-BB659F883475}"/>
              </a:ext>
            </a:extLst>
          </p:cNvPr>
          <p:cNvSpPr txBox="1"/>
          <p:nvPr/>
        </p:nvSpPr>
        <p:spPr>
          <a:xfrm>
            <a:off x="309406" y="325731"/>
            <a:ext cx="4739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Group Members</a:t>
            </a: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2" name="Picture 61" descr="Close-up of a stethoscope and a computer&#10;&#10;Description automatically generated">
            <a:extLst>
              <a:ext uri="{FF2B5EF4-FFF2-40B4-BE49-F238E27FC236}">
                <a16:creationId xmlns:a16="http://schemas.microsoft.com/office/drawing/2014/main" id="{56FF84EF-E5E5-0838-5705-04AF495FD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264" y="825345"/>
            <a:ext cx="7810964" cy="5207309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0C0A1CA-5E51-2D8B-2857-B08E57C457A2}"/>
              </a:ext>
            </a:extLst>
          </p:cNvPr>
          <p:cNvSpPr/>
          <p:nvPr/>
        </p:nvSpPr>
        <p:spPr>
          <a:xfrm>
            <a:off x="-683837" y="1063346"/>
            <a:ext cx="1281600" cy="1282869"/>
          </a:xfrm>
          <a:prstGeom prst="ellipse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6604093-2401-33C6-7BA0-42055DE3646E}"/>
              </a:ext>
            </a:extLst>
          </p:cNvPr>
          <p:cNvSpPr/>
          <p:nvPr/>
        </p:nvSpPr>
        <p:spPr>
          <a:xfrm>
            <a:off x="317807" y="5324947"/>
            <a:ext cx="480400" cy="1783235"/>
          </a:xfrm>
          <a:prstGeom prst="roundRect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B58828F-EEA5-D26F-A171-13E0DED18A28}"/>
              </a:ext>
            </a:extLst>
          </p:cNvPr>
          <p:cNvSpPr/>
          <p:nvPr/>
        </p:nvSpPr>
        <p:spPr>
          <a:xfrm rot="5400000">
            <a:off x="11967762" y="5602546"/>
            <a:ext cx="448476" cy="169865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CDA3F80-49CF-4454-312F-B21B4CEB63EF}"/>
              </a:ext>
            </a:extLst>
          </p:cNvPr>
          <p:cNvSpPr/>
          <p:nvPr/>
        </p:nvSpPr>
        <p:spPr>
          <a:xfrm>
            <a:off x="4892077" y="6216564"/>
            <a:ext cx="1281600" cy="12828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23" name="Google Shape;284;p24">
            <a:extLst>
              <a:ext uri="{FF2B5EF4-FFF2-40B4-BE49-F238E27FC236}">
                <a16:creationId xmlns:a16="http://schemas.microsoft.com/office/drawing/2014/main" id="{CD92F512-7A85-B7A0-1FB3-F9E9AFDA42E8}"/>
              </a:ext>
            </a:extLst>
          </p:cNvPr>
          <p:cNvSpPr/>
          <p:nvPr/>
        </p:nvSpPr>
        <p:spPr>
          <a:xfrm>
            <a:off x="562162" y="5612440"/>
            <a:ext cx="474300" cy="1281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237;p23">
            <a:extLst>
              <a:ext uri="{FF2B5EF4-FFF2-40B4-BE49-F238E27FC236}">
                <a16:creationId xmlns:a16="http://schemas.microsoft.com/office/drawing/2014/main" id="{14015B73-5E41-2039-5CA8-13346E5B896E}"/>
              </a:ext>
            </a:extLst>
          </p:cNvPr>
          <p:cNvSpPr/>
          <p:nvPr/>
        </p:nvSpPr>
        <p:spPr>
          <a:xfrm>
            <a:off x="4644687" y="-2132511"/>
            <a:ext cx="2391113" cy="2525344"/>
          </a:xfrm>
          <a:prstGeom prst="donut">
            <a:avLst>
              <a:gd name="adj" fmla="val 18433"/>
            </a:avLst>
          </a:prstGeom>
          <a:solidFill>
            <a:srgbClr val="58AF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7" name="Picture 66" descr="A red shield with black text and a letter t&#10;&#10;Description automatically generated">
            <a:extLst>
              <a:ext uri="{FF2B5EF4-FFF2-40B4-BE49-F238E27FC236}">
                <a16:creationId xmlns:a16="http://schemas.microsoft.com/office/drawing/2014/main" id="{74CF1E30-16DD-6514-8EC4-AE335CF29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235" y="83345"/>
            <a:ext cx="930459" cy="930459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6F49064D-18D7-0E4C-DE91-06DBF7AAA228}"/>
              </a:ext>
            </a:extLst>
          </p:cNvPr>
          <p:cNvSpPr txBox="1"/>
          <p:nvPr/>
        </p:nvSpPr>
        <p:spPr>
          <a:xfrm>
            <a:off x="4562901" y="1011276"/>
            <a:ext cx="2221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Saad Mazhar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20221804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F7593E2-0FF7-BF30-1AB2-751ACDBAFA34}"/>
              </a:ext>
            </a:extLst>
          </p:cNvPr>
          <p:cNvSpPr txBox="1"/>
          <p:nvPr/>
        </p:nvSpPr>
        <p:spPr>
          <a:xfrm>
            <a:off x="5031791" y="2092063"/>
            <a:ext cx="1871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Mohammed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Alfar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20221802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FF6D356-1358-831F-E5F0-F54CDCF4568D}"/>
              </a:ext>
            </a:extLst>
          </p:cNvPr>
          <p:cNvSpPr txBox="1"/>
          <p:nvPr/>
        </p:nvSpPr>
        <p:spPr>
          <a:xfrm>
            <a:off x="1912923" y="2533483"/>
            <a:ext cx="1949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Chadithya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Dinuwan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20221798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E13C482-425C-EE6E-3302-00A471984BA5}"/>
              </a:ext>
            </a:extLst>
          </p:cNvPr>
          <p:cNvSpPr txBox="1"/>
          <p:nvPr/>
        </p:nvSpPr>
        <p:spPr>
          <a:xfrm>
            <a:off x="1460673" y="3879649"/>
            <a:ext cx="2221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Mohamed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Juzail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20222336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8ED9575-6729-0CB8-AF3F-7D0EC63DE216}"/>
              </a:ext>
            </a:extLst>
          </p:cNvPr>
          <p:cNvSpPr txBox="1"/>
          <p:nvPr/>
        </p:nvSpPr>
        <p:spPr>
          <a:xfrm>
            <a:off x="4299968" y="4590276"/>
            <a:ext cx="2221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Dilina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Perera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20221803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791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3">
                <a:lumMod val="5000"/>
                <a:lumOff val="95000"/>
              </a:schemeClr>
            </a:gs>
            <a:gs pos="59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9D67E-F5B9-0897-5B15-D36DA1989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TABLE OF </a:t>
            </a:r>
            <a:r>
              <a:rPr lang="en-GB" sz="3200" b="1" dirty="0">
                <a:solidFill>
                  <a:srgbClr val="58AF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478951F-3EFE-B227-6FE7-6E1A42236CA7}"/>
              </a:ext>
            </a:extLst>
          </p:cNvPr>
          <p:cNvSpPr>
            <a:spLocks noChangeAspect="1"/>
          </p:cNvSpPr>
          <p:nvPr/>
        </p:nvSpPr>
        <p:spPr>
          <a:xfrm>
            <a:off x="9870915" y="4903577"/>
            <a:ext cx="2764485" cy="2767222"/>
          </a:xfrm>
          <a:prstGeom prst="ellipse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F0A174B-4F33-CB28-D585-7D202486E7EF}"/>
              </a:ext>
            </a:extLst>
          </p:cNvPr>
          <p:cNvSpPr/>
          <p:nvPr/>
        </p:nvSpPr>
        <p:spPr>
          <a:xfrm>
            <a:off x="597763" y="6138000"/>
            <a:ext cx="1440000" cy="144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6" name="Google Shape;284;p24">
            <a:extLst>
              <a:ext uri="{FF2B5EF4-FFF2-40B4-BE49-F238E27FC236}">
                <a16:creationId xmlns:a16="http://schemas.microsoft.com/office/drawing/2014/main" id="{7C43C9A3-B051-A491-5D21-93E2C601B0D4}"/>
              </a:ext>
            </a:extLst>
          </p:cNvPr>
          <p:cNvSpPr/>
          <p:nvPr/>
        </p:nvSpPr>
        <p:spPr>
          <a:xfrm rot="16200000">
            <a:off x="11314350" y="1920991"/>
            <a:ext cx="474300" cy="1281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37;p23">
            <a:extLst>
              <a:ext uri="{FF2B5EF4-FFF2-40B4-BE49-F238E27FC236}">
                <a16:creationId xmlns:a16="http://schemas.microsoft.com/office/drawing/2014/main" id="{E91C4773-FEBF-318B-9AAE-67C816E6A14C}"/>
              </a:ext>
            </a:extLst>
          </p:cNvPr>
          <p:cNvSpPr/>
          <p:nvPr/>
        </p:nvSpPr>
        <p:spPr>
          <a:xfrm>
            <a:off x="-1455330" y="2027713"/>
            <a:ext cx="2391113" cy="2525344"/>
          </a:xfrm>
          <a:prstGeom prst="donut">
            <a:avLst>
              <a:gd name="adj" fmla="val 18433"/>
            </a:avLst>
          </a:prstGeom>
          <a:solidFill>
            <a:srgbClr val="58AF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2" name="Picture 11" descr="A red shield with black text and a letter t&#10;&#10;Description automatically generated">
            <a:extLst>
              <a:ext uri="{FF2B5EF4-FFF2-40B4-BE49-F238E27FC236}">
                <a16:creationId xmlns:a16="http://schemas.microsoft.com/office/drawing/2014/main" id="{BDF124CC-5ADD-8EA3-2515-DE27E0B53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235" y="83345"/>
            <a:ext cx="930459" cy="930459"/>
          </a:xfrm>
          <a:prstGeom prst="rect">
            <a:avLst/>
          </a:prstGeom>
        </p:spPr>
      </p:pic>
      <p:sp>
        <p:nvSpPr>
          <p:cNvPr id="27" name="Google Shape;240;p37">
            <a:extLst>
              <a:ext uri="{FF2B5EF4-FFF2-40B4-BE49-F238E27FC236}">
                <a16:creationId xmlns:a16="http://schemas.microsoft.com/office/drawing/2014/main" id="{6DE061F1-6440-50DB-282E-1FFE3662364C}"/>
              </a:ext>
            </a:extLst>
          </p:cNvPr>
          <p:cNvSpPr txBox="1">
            <a:spLocks/>
          </p:cNvSpPr>
          <p:nvPr/>
        </p:nvSpPr>
        <p:spPr>
          <a:xfrm>
            <a:off x="1737465" y="3099672"/>
            <a:ext cx="1044000" cy="7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1.2</a:t>
            </a:r>
          </a:p>
        </p:txBody>
      </p:sp>
      <p:sp>
        <p:nvSpPr>
          <p:cNvPr id="28" name="Google Shape;241;p37">
            <a:extLst>
              <a:ext uri="{FF2B5EF4-FFF2-40B4-BE49-F238E27FC236}">
                <a16:creationId xmlns:a16="http://schemas.microsoft.com/office/drawing/2014/main" id="{75A6D93E-1D45-B533-0DA7-550C794AFA33}"/>
              </a:ext>
            </a:extLst>
          </p:cNvPr>
          <p:cNvSpPr txBox="1">
            <a:spLocks/>
          </p:cNvSpPr>
          <p:nvPr/>
        </p:nvSpPr>
        <p:spPr>
          <a:xfrm>
            <a:off x="1737465" y="1795291"/>
            <a:ext cx="1044000" cy="7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1.1</a:t>
            </a:r>
          </a:p>
        </p:txBody>
      </p:sp>
      <p:sp>
        <p:nvSpPr>
          <p:cNvPr id="31" name="Google Shape;245;p37">
            <a:extLst>
              <a:ext uri="{FF2B5EF4-FFF2-40B4-BE49-F238E27FC236}">
                <a16:creationId xmlns:a16="http://schemas.microsoft.com/office/drawing/2014/main" id="{54527B10-E351-0AF3-BF25-103CCDE463D2}"/>
              </a:ext>
            </a:extLst>
          </p:cNvPr>
          <p:cNvSpPr txBox="1">
            <a:spLocks/>
          </p:cNvSpPr>
          <p:nvPr/>
        </p:nvSpPr>
        <p:spPr>
          <a:xfrm>
            <a:off x="2686445" y="2044234"/>
            <a:ext cx="3178775" cy="395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problem</a:t>
            </a:r>
          </a:p>
        </p:txBody>
      </p:sp>
      <p:sp>
        <p:nvSpPr>
          <p:cNvPr id="36" name="Google Shape;257;p37">
            <a:extLst>
              <a:ext uri="{FF2B5EF4-FFF2-40B4-BE49-F238E27FC236}">
                <a16:creationId xmlns:a16="http://schemas.microsoft.com/office/drawing/2014/main" id="{9ADE762C-B357-433B-D857-E41961AC23C5}"/>
              </a:ext>
            </a:extLst>
          </p:cNvPr>
          <p:cNvSpPr txBox="1">
            <a:spLocks/>
          </p:cNvSpPr>
          <p:nvPr/>
        </p:nvSpPr>
        <p:spPr>
          <a:xfrm>
            <a:off x="1832685" y="4408740"/>
            <a:ext cx="1044000" cy="7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1.3</a:t>
            </a:r>
          </a:p>
        </p:txBody>
      </p:sp>
      <p:cxnSp>
        <p:nvCxnSpPr>
          <p:cNvPr id="37" name="Google Shape;259;p37">
            <a:extLst>
              <a:ext uri="{FF2B5EF4-FFF2-40B4-BE49-F238E27FC236}">
                <a16:creationId xmlns:a16="http://schemas.microsoft.com/office/drawing/2014/main" id="{CC5C1882-7B69-D1F0-3214-93CB8DD71173}"/>
              </a:ext>
            </a:extLst>
          </p:cNvPr>
          <p:cNvCxnSpPr/>
          <p:nvPr/>
        </p:nvCxnSpPr>
        <p:spPr>
          <a:xfrm>
            <a:off x="1892865" y="2561616"/>
            <a:ext cx="720000" cy="0"/>
          </a:xfrm>
          <a:prstGeom prst="straightConnector1">
            <a:avLst/>
          </a:prstGeom>
          <a:noFill/>
          <a:ln w="38100" cap="flat" cmpd="sng">
            <a:solidFill>
              <a:srgbClr val="58AFA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260;p37">
            <a:extLst>
              <a:ext uri="{FF2B5EF4-FFF2-40B4-BE49-F238E27FC236}">
                <a16:creationId xmlns:a16="http://schemas.microsoft.com/office/drawing/2014/main" id="{E36B1F2C-2B54-89F4-4622-5B9F3602EBD7}"/>
              </a:ext>
            </a:extLst>
          </p:cNvPr>
          <p:cNvCxnSpPr/>
          <p:nvPr/>
        </p:nvCxnSpPr>
        <p:spPr>
          <a:xfrm>
            <a:off x="1892865" y="3865872"/>
            <a:ext cx="720000" cy="0"/>
          </a:xfrm>
          <a:prstGeom prst="straightConnector1">
            <a:avLst/>
          </a:prstGeom>
          <a:noFill/>
          <a:ln w="38100" cap="flat" cmpd="sng">
            <a:solidFill>
              <a:srgbClr val="58AFA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" name="Google Shape;261;p37">
            <a:extLst>
              <a:ext uri="{FF2B5EF4-FFF2-40B4-BE49-F238E27FC236}">
                <a16:creationId xmlns:a16="http://schemas.microsoft.com/office/drawing/2014/main" id="{B6726EA6-CF9F-B055-EB7F-29D1374F68E0}"/>
              </a:ext>
            </a:extLst>
          </p:cNvPr>
          <p:cNvCxnSpPr/>
          <p:nvPr/>
        </p:nvCxnSpPr>
        <p:spPr>
          <a:xfrm>
            <a:off x="1988085" y="5174965"/>
            <a:ext cx="720000" cy="0"/>
          </a:xfrm>
          <a:prstGeom prst="straightConnector1">
            <a:avLst/>
          </a:prstGeom>
          <a:noFill/>
          <a:ln w="38100" cap="flat" cmpd="sng">
            <a:solidFill>
              <a:srgbClr val="58AFA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Google Shape;240;p37">
            <a:extLst>
              <a:ext uri="{FF2B5EF4-FFF2-40B4-BE49-F238E27FC236}">
                <a16:creationId xmlns:a16="http://schemas.microsoft.com/office/drawing/2014/main" id="{6E563183-FB6F-4A5D-2301-374056CC2D38}"/>
              </a:ext>
            </a:extLst>
          </p:cNvPr>
          <p:cNvSpPr txBox="1">
            <a:spLocks/>
          </p:cNvSpPr>
          <p:nvPr/>
        </p:nvSpPr>
        <p:spPr>
          <a:xfrm>
            <a:off x="5904424" y="3078948"/>
            <a:ext cx="1044000" cy="7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1.5</a:t>
            </a:r>
          </a:p>
        </p:txBody>
      </p:sp>
      <p:sp>
        <p:nvSpPr>
          <p:cNvPr id="46" name="Google Shape;241;p37">
            <a:extLst>
              <a:ext uri="{FF2B5EF4-FFF2-40B4-BE49-F238E27FC236}">
                <a16:creationId xmlns:a16="http://schemas.microsoft.com/office/drawing/2014/main" id="{EFF378FA-5E3B-D24A-B15B-BD4826FCC968}"/>
              </a:ext>
            </a:extLst>
          </p:cNvPr>
          <p:cNvSpPr txBox="1">
            <a:spLocks/>
          </p:cNvSpPr>
          <p:nvPr/>
        </p:nvSpPr>
        <p:spPr>
          <a:xfrm>
            <a:off x="5904424" y="1765417"/>
            <a:ext cx="1044000" cy="7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1.4</a:t>
            </a:r>
          </a:p>
        </p:txBody>
      </p:sp>
      <p:sp>
        <p:nvSpPr>
          <p:cNvPr id="50" name="Google Shape;257;p37">
            <a:extLst>
              <a:ext uri="{FF2B5EF4-FFF2-40B4-BE49-F238E27FC236}">
                <a16:creationId xmlns:a16="http://schemas.microsoft.com/office/drawing/2014/main" id="{A3933C5B-C0F4-98EE-A941-1634A188364C}"/>
              </a:ext>
            </a:extLst>
          </p:cNvPr>
          <p:cNvSpPr txBox="1">
            <a:spLocks/>
          </p:cNvSpPr>
          <p:nvPr/>
        </p:nvSpPr>
        <p:spPr>
          <a:xfrm>
            <a:off x="5904424" y="4392353"/>
            <a:ext cx="1044000" cy="7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1.6</a:t>
            </a:r>
          </a:p>
        </p:txBody>
      </p:sp>
      <p:cxnSp>
        <p:nvCxnSpPr>
          <p:cNvPr id="51" name="Google Shape;259;p37">
            <a:extLst>
              <a:ext uri="{FF2B5EF4-FFF2-40B4-BE49-F238E27FC236}">
                <a16:creationId xmlns:a16="http://schemas.microsoft.com/office/drawing/2014/main" id="{5C7DACA9-7F06-76B2-5D26-3D46DFD0E6C9}"/>
              </a:ext>
            </a:extLst>
          </p:cNvPr>
          <p:cNvCxnSpPr/>
          <p:nvPr/>
        </p:nvCxnSpPr>
        <p:spPr>
          <a:xfrm>
            <a:off x="6059824" y="2531742"/>
            <a:ext cx="720000" cy="0"/>
          </a:xfrm>
          <a:prstGeom prst="straightConnector1">
            <a:avLst/>
          </a:prstGeom>
          <a:noFill/>
          <a:ln w="38100" cap="flat" cmpd="sng">
            <a:solidFill>
              <a:srgbClr val="58AFA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" name="Google Shape;260;p37">
            <a:extLst>
              <a:ext uri="{FF2B5EF4-FFF2-40B4-BE49-F238E27FC236}">
                <a16:creationId xmlns:a16="http://schemas.microsoft.com/office/drawing/2014/main" id="{19F76800-5417-5CA2-E893-BFAED67B4D7B}"/>
              </a:ext>
            </a:extLst>
          </p:cNvPr>
          <p:cNvCxnSpPr/>
          <p:nvPr/>
        </p:nvCxnSpPr>
        <p:spPr>
          <a:xfrm>
            <a:off x="6059824" y="3845148"/>
            <a:ext cx="720000" cy="0"/>
          </a:xfrm>
          <a:prstGeom prst="straightConnector1">
            <a:avLst/>
          </a:prstGeom>
          <a:noFill/>
          <a:ln w="38100" cap="flat" cmpd="sng">
            <a:solidFill>
              <a:srgbClr val="58AFA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" name="Google Shape;261;p37">
            <a:extLst>
              <a:ext uri="{FF2B5EF4-FFF2-40B4-BE49-F238E27FC236}">
                <a16:creationId xmlns:a16="http://schemas.microsoft.com/office/drawing/2014/main" id="{2BF51F6F-E69A-5A60-3D73-2C26813FD5BB}"/>
              </a:ext>
            </a:extLst>
          </p:cNvPr>
          <p:cNvCxnSpPr/>
          <p:nvPr/>
        </p:nvCxnSpPr>
        <p:spPr>
          <a:xfrm>
            <a:off x="6059824" y="5158578"/>
            <a:ext cx="720000" cy="0"/>
          </a:xfrm>
          <a:prstGeom prst="straightConnector1">
            <a:avLst/>
          </a:prstGeom>
          <a:noFill/>
          <a:ln w="38100" cap="flat" cmpd="sng">
            <a:solidFill>
              <a:srgbClr val="58AFA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Google Shape;245;p37">
            <a:extLst>
              <a:ext uri="{FF2B5EF4-FFF2-40B4-BE49-F238E27FC236}">
                <a16:creationId xmlns:a16="http://schemas.microsoft.com/office/drawing/2014/main" id="{A94908AE-BC7D-0A12-DE7B-930B2B7BB399}"/>
              </a:ext>
            </a:extLst>
          </p:cNvPr>
          <p:cNvSpPr txBox="1">
            <a:spLocks/>
          </p:cNvSpPr>
          <p:nvPr/>
        </p:nvSpPr>
        <p:spPr>
          <a:xfrm>
            <a:off x="2686444" y="3377998"/>
            <a:ext cx="3178775" cy="395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Target market</a:t>
            </a:r>
          </a:p>
        </p:txBody>
      </p:sp>
      <p:sp>
        <p:nvSpPr>
          <p:cNvPr id="55" name="Google Shape;245;p37">
            <a:extLst>
              <a:ext uri="{FF2B5EF4-FFF2-40B4-BE49-F238E27FC236}">
                <a16:creationId xmlns:a16="http://schemas.microsoft.com/office/drawing/2014/main" id="{AC2DF736-154C-B599-B061-F012791F5183}"/>
              </a:ext>
            </a:extLst>
          </p:cNvPr>
          <p:cNvSpPr txBox="1">
            <a:spLocks/>
          </p:cNvSpPr>
          <p:nvPr/>
        </p:nvSpPr>
        <p:spPr>
          <a:xfrm>
            <a:off x="2686446" y="4653070"/>
            <a:ext cx="3178775" cy="395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</a:p>
        </p:txBody>
      </p:sp>
      <p:sp>
        <p:nvSpPr>
          <p:cNvPr id="56" name="Google Shape;245;p37">
            <a:extLst>
              <a:ext uri="{FF2B5EF4-FFF2-40B4-BE49-F238E27FC236}">
                <a16:creationId xmlns:a16="http://schemas.microsoft.com/office/drawing/2014/main" id="{091D3679-AE4A-059D-9FCC-561CA988F56A}"/>
              </a:ext>
            </a:extLst>
          </p:cNvPr>
          <p:cNvSpPr txBox="1">
            <a:spLocks/>
          </p:cNvSpPr>
          <p:nvPr/>
        </p:nvSpPr>
        <p:spPr>
          <a:xfrm>
            <a:off x="6948424" y="2178391"/>
            <a:ext cx="3178775" cy="395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Distinguish your product</a:t>
            </a:r>
          </a:p>
        </p:txBody>
      </p:sp>
      <p:sp>
        <p:nvSpPr>
          <p:cNvPr id="57" name="Google Shape;245;p37">
            <a:extLst>
              <a:ext uri="{FF2B5EF4-FFF2-40B4-BE49-F238E27FC236}">
                <a16:creationId xmlns:a16="http://schemas.microsoft.com/office/drawing/2014/main" id="{1746E14F-2D76-E068-BD7B-57B559FC2C83}"/>
              </a:ext>
            </a:extLst>
          </p:cNvPr>
          <p:cNvSpPr txBox="1">
            <a:spLocks/>
          </p:cNvSpPr>
          <p:nvPr/>
        </p:nvSpPr>
        <p:spPr>
          <a:xfrm>
            <a:off x="6948424" y="3358214"/>
            <a:ext cx="3178775" cy="395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Key benefits</a:t>
            </a:r>
          </a:p>
        </p:txBody>
      </p:sp>
      <p:sp>
        <p:nvSpPr>
          <p:cNvPr id="58" name="Google Shape;245;p37">
            <a:extLst>
              <a:ext uri="{FF2B5EF4-FFF2-40B4-BE49-F238E27FC236}">
                <a16:creationId xmlns:a16="http://schemas.microsoft.com/office/drawing/2014/main" id="{F9B3B294-905D-1659-4F68-D653EBFEA317}"/>
              </a:ext>
            </a:extLst>
          </p:cNvPr>
          <p:cNvSpPr txBox="1">
            <a:spLocks/>
          </p:cNvSpPr>
          <p:nvPr/>
        </p:nvSpPr>
        <p:spPr>
          <a:xfrm>
            <a:off x="6948424" y="4672340"/>
            <a:ext cx="3178775" cy="395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42351228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3">
                <a:lumMod val="5000"/>
                <a:lumOff val="95000"/>
              </a:schemeClr>
            </a:gs>
            <a:gs pos="59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431B1-BB5B-AF26-9D97-4E86A79B7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4700" y="1437221"/>
            <a:ext cx="5499100" cy="3983557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Lack of access to medical care in remote areas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Inefficient communication between healthcare providers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Inaccurate or incomplete patient data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High costs of healthcare.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Absence of a health care chat bot.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478951F-3EFE-B227-6FE7-6E1A42236CA7}"/>
              </a:ext>
            </a:extLst>
          </p:cNvPr>
          <p:cNvSpPr/>
          <p:nvPr/>
        </p:nvSpPr>
        <p:spPr>
          <a:xfrm>
            <a:off x="11353800" y="4903577"/>
            <a:ext cx="1281600" cy="1282869"/>
          </a:xfrm>
          <a:prstGeom prst="ellipse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F0A174B-4F33-CB28-D585-7D202486E7EF}"/>
              </a:ext>
            </a:extLst>
          </p:cNvPr>
          <p:cNvSpPr/>
          <p:nvPr/>
        </p:nvSpPr>
        <p:spPr>
          <a:xfrm>
            <a:off x="597763" y="6138000"/>
            <a:ext cx="1440000" cy="144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6" name="Google Shape;284;p24">
            <a:extLst>
              <a:ext uri="{FF2B5EF4-FFF2-40B4-BE49-F238E27FC236}">
                <a16:creationId xmlns:a16="http://schemas.microsoft.com/office/drawing/2014/main" id="{7C43C9A3-B051-A491-5D21-93E2C601B0D4}"/>
              </a:ext>
            </a:extLst>
          </p:cNvPr>
          <p:cNvSpPr/>
          <p:nvPr/>
        </p:nvSpPr>
        <p:spPr>
          <a:xfrm>
            <a:off x="10319877" y="-410312"/>
            <a:ext cx="474300" cy="1281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 descr="A white robot hand with a white screen&#10;&#10;Description automatically generated">
            <a:extLst>
              <a:ext uri="{FF2B5EF4-FFF2-40B4-BE49-F238E27FC236}">
                <a16:creationId xmlns:a16="http://schemas.microsoft.com/office/drawing/2014/main" id="{9D6DD244-D363-E3AF-C9D3-BE6E48F10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2447" y="1198307"/>
            <a:ext cx="6198219" cy="4461386"/>
          </a:xfrm>
          <a:prstGeom prst="rect">
            <a:avLst/>
          </a:prstGeom>
        </p:spPr>
      </p:pic>
      <p:sp>
        <p:nvSpPr>
          <p:cNvPr id="9" name="Google Shape;237;p23">
            <a:extLst>
              <a:ext uri="{FF2B5EF4-FFF2-40B4-BE49-F238E27FC236}">
                <a16:creationId xmlns:a16="http://schemas.microsoft.com/office/drawing/2014/main" id="{E91C4773-FEBF-318B-9AAE-67C816E6A14C}"/>
              </a:ext>
            </a:extLst>
          </p:cNvPr>
          <p:cNvSpPr/>
          <p:nvPr/>
        </p:nvSpPr>
        <p:spPr>
          <a:xfrm>
            <a:off x="-870607" y="-653016"/>
            <a:ext cx="2391113" cy="2525344"/>
          </a:xfrm>
          <a:prstGeom prst="donut">
            <a:avLst>
              <a:gd name="adj" fmla="val 18433"/>
            </a:avLst>
          </a:prstGeom>
          <a:solidFill>
            <a:srgbClr val="58AF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EA4D9A3-11B9-03A7-5DE9-FB34FF5AA611}"/>
              </a:ext>
            </a:extLst>
          </p:cNvPr>
          <p:cNvSpPr/>
          <p:nvPr/>
        </p:nvSpPr>
        <p:spPr>
          <a:xfrm>
            <a:off x="686663" y="2546349"/>
            <a:ext cx="4248150" cy="1765300"/>
          </a:xfrm>
          <a:custGeom>
            <a:avLst/>
            <a:gdLst/>
            <a:ahLst/>
            <a:cxnLst/>
            <a:rect l="l" t="t" r="r" b="b"/>
            <a:pathLst>
              <a:path w="4248150" h="1765300">
                <a:moveTo>
                  <a:pt x="1089695" y="960786"/>
                </a:moveTo>
                <a:lnTo>
                  <a:pt x="1089695" y="1016982"/>
                </a:lnTo>
                <a:lnTo>
                  <a:pt x="1145892" y="1016982"/>
                </a:lnTo>
                <a:lnTo>
                  <a:pt x="1145892" y="960786"/>
                </a:lnTo>
                <a:close/>
                <a:moveTo>
                  <a:pt x="746795" y="960786"/>
                </a:moveTo>
                <a:lnTo>
                  <a:pt x="746795" y="1016982"/>
                </a:lnTo>
                <a:lnTo>
                  <a:pt x="802992" y="1016982"/>
                </a:lnTo>
                <a:lnTo>
                  <a:pt x="802992" y="960786"/>
                </a:lnTo>
                <a:close/>
                <a:moveTo>
                  <a:pt x="2643614" y="845593"/>
                </a:moveTo>
                <a:cubicBezTo>
                  <a:pt x="2658280" y="845593"/>
                  <a:pt x="2670579" y="851192"/>
                  <a:pt x="2680512" y="862392"/>
                </a:cubicBezTo>
                <a:cubicBezTo>
                  <a:pt x="2690445" y="873591"/>
                  <a:pt x="2695411" y="889590"/>
                  <a:pt x="2695411" y="910389"/>
                </a:cubicBezTo>
                <a:cubicBezTo>
                  <a:pt x="2695411" y="931721"/>
                  <a:pt x="2690445" y="947986"/>
                  <a:pt x="2680512" y="959186"/>
                </a:cubicBezTo>
                <a:cubicBezTo>
                  <a:pt x="2670579" y="970385"/>
                  <a:pt x="2658280" y="975985"/>
                  <a:pt x="2643614" y="975985"/>
                </a:cubicBezTo>
                <a:cubicBezTo>
                  <a:pt x="2628949" y="975985"/>
                  <a:pt x="2616616" y="970385"/>
                  <a:pt x="2606617" y="959186"/>
                </a:cubicBezTo>
                <a:cubicBezTo>
                  <a:pt x="2596617" y="947986"/>
                  <a:pt x="2591618" y="931854"/>
                  <a:pt x="2591618" y="910789"/>
                </a:cubicBezTo>
                <a:cubicBezTo>
                  <a:pt x="2591618" y="889723"/>
                  <a:pt x="2596617" y="873591"/>
                  <a:pt x="2606617" y="862392"/>
                </a:cubicBezTo>
                <a:cubicBezTo>
                  <a:pt x="2616616" y="851192"/>
                  <a:pt x="2628949" y="845593"/>
                  <a:pt x="2643614" y="845593"/>
                </a:cubicBezTo>
                <a:close/>
                <a:moveTo>
                  <a:pt x="2239239" y="844193"/>
                </a:moveTo>
                <a:cubicBezTo>
                  <a:pt x="2252438" y="844193"/>
                  <a:pt x="2263504" y="849592"/>
                  <a:pt x="2272437" y="860392"/>
                </a:cubicBezTo>
                <a:cubicBezTo>
                  <a:pt x="2281370" y="871191"/>
                  <a:pt x="2285836" y="887723"/>
                  <a:pt x="2285836" y="909989"/>
                </a:cubicBezTo>
                <a:cubicBezTo>
                  <a:pt x="2285836" y="933854"/>
                  <a:pt x="2281503" y="951019"/>
                  <a:pt x="2272837" y="961486"/>
                </a:cubicBezTo>
                <a:cubicBezTo>
                  <a:pt x="2264171" y="971952"/>
                  <a:pt x="2253305" y="977185"/>
                  <a:pt x="2240239" y="977185"/>
                </a:cubicBezTo>
                <a:cubicBezTo>
                  <a:pt x="2226640" y="977185"/>
                  <a:pt x="2215107" y="971485"/>
                  <a:pt x="2205641" y="960086"/>
                </a:cubicBezTo>
                <a:cubicBezTo>
                  <a:pt x="2196175" y="948686"/>
                  <a:pt x="2191442" y="931054"/>
                  <a:pt x="2191442" y="907189"/>
                </a:cubicBezTo>
                <a:cubicBezTo>
                  <a:pt x="2191442" y="886390"/>
                  <a:pt x="2195975" y="870691"/>
                  <a:pt x="2205041" y="860092"/>
                </a:cubicBezTo>
                <a:cubicBezTo>
                  <a:pt x="2214107" y="849492"/>
                  <a:pt x="2225507" y="844193"/>
                  <a:pt x="2239239" y="844193"/>
                </a:cubicBezTo>
                <a:close/>
                <a:moveTo>
                  <a:pt x="3241015" y="842793"/>
                </a:moveTo>
                <a:cubicBezTo>
                  <a:pt x="3252481" y="842793"/>
                  <a:pt x="3262214" y="847026"/>
                  <a:pt x="3270213" y="855492"/>
                </a:cubicBezTo>
                <a:cubicBezTo>
                  <a:pt x="3278213" y="863958"/>
                  <a:pt x="3282413" y="876324"/>
                  <a:pt x="3282813" y="892590"/>
                </a:cubicBezTo>
                <a:lnTo>
                  <a:pt x="3198818" y="892590"/>
                </a:lnTo>
                <a:cubicBezTo>
                  <a:pt x="3198684" y="877257"/>
                  <a:pt x="3202618" y="865125"/>
                  <a:pt x="3210617" y="856192"/>
                </a:cubicBezTo>
                <a:cubicBezTo>
                  <a:pt x="3218617" y="847259"/>
                  <a:pt x="3228749" y="842793"/>
                  <a:pt x="3241015" y="842793"/>
                </a:cubicBezTo>
                <a:close/>
                <a:moveTo>
                  <a:pt x="2895064" y="842793"/>
                </a:moveTo>
                <a:cubicBezTo>
                  <a:pt x="2908797" y="842793"/>
                  <a:pt x="2920062" y="848159"/>
                  <a:pt x="2928862" y="858892"/>
                </a:cubicBezTo>
                <a:cubicBezTo>
                  <a:pt x="2937662" y="869624"/>
                  <a:pt x="2942061" y="887123"/>
                  <a:pt x="2942061" y="911389"/>
                </a:cubicBezTo>
                <a:cubicBezTo>
                  <a:pt x="2942061" y="934187"/>
                  <a:pt x="2937695" y="950886"/>
                  <a:pt x="2928962" y="961486"/>
                </a:cubicBezTo>
                <a:cubicBezTo>
                  <a:pt x="2920229" y="972085"/>
                  <a:pt x="2909663" y="977385"/>
                  <a:pt x="2897264" y="977385"/>
                </a:cubicBezTo>
                <a:cubicBezTo>
                  <a:pt x="2881132" y="977385"/>
                  <a:pt x="2868199" y="969918"/>
                  <a:pt x="2858466" y="954986"/>
                </a:cubicBezTo>
                <a:cubicBezTo>
                  <a:pt x="2851533" y="944453"/>
                  <a:pt x="2848067" y="928188"/>
                  <a:pt x="2848067" y="906189"/>
                </a:cubicBezTo>
                <a:cubicBezTo>
                  <a:pt x="2848067" y="884857"/>
                  <a:pt x="2852533" y="868958"/>
                  <a:pt x="2861466" y="858492"/>
                </a:cubicBezTo>
                <a:cubicBezTo>
                  <a:pt x="2870399" y="848026"/>
                  <a:pt x="2881598" y="842793"/>
                  <a:pt x="2895064" y="842793"/>
                </a:cubicBezTo>
                <a:close/>
                <a:moveTo>
                  <a:pt x="1897990" y="842793"/>
                </a:moveTo>
                <a:cubicBezTo>
                  <a:pt x="1909456" y="842793"/>
                  <a:pt x="1919189" y="847026"/>
                  <a:pt x="1927189" y="855492"/>
                </a:cubicBezTo>
                <a:cubicBezTo>
                  <a:pt x="1935188" y="863958"/>
                  <a:pt x="1939388" y="876324"/>
                  <a:pt x="1939788" y="892590"/>
                </a:cubicBezTo>
                <a:lnTo>
                  <a:pt x="1855793" y="892590"/>
                </a:lnTo>
                <a:cubicBezTo>
                  <a:pt x="1855659" y="877257"/>
                  <a:pt x="1859593" y="865125"/>
                  <a:pt x="1867592" y="856192"/>
                </a:cubicBezTo>
                <a:cubicBezTo>
                  <a:pt x="1875592" y="847259"/>
                  <a:pt x="1885724" y="842793"/>
                  <a:pt x="1897990" y="842793"/>
                </a:cubicBezTo>
                <a:close/>
                <a:moveTo>
                  <a:pt x="3499013" y="799795"/>
                </a:moveTo>
                <a:cubicBezTo>
                  <a:pt x="3473415" y="799795"/>
                  <a:pt x="3451350" y="811061"/>
                  <a:pt x="3432817" y="833593"/>
                </a:cubicBezTo>
                <a:lnTo>
                  <a:pt x="3432817" y="804595"/>
                </a:lnTo>
                <a:lnTo>
                  <a:pt x="3381021" y="804595"/>
                </a:lnTo>
                <a:lnTo>
                  <a:pt x="3381021" y="1016982"/>
                </a:lnTo>
                <a:lnTo>
                  <a:pt x="3437217" y="1016982"/>
                </a:lnTo>
                <a:lnTo>
                  <a:pt x="3437217" y="913788"/>
                </a:lnTo>
                <a:cubicBezTo>
                  <a:pt x="3437217" y="893390"/>
                  <a:pt x="3438717" y="878791"/>
                  <a:pt x="3441717" y="869991"/>
                </a:cubicBezTo>
                <a:cubicBezTo>
                  <a:pt x="3444717" y="861192"/>
                  <a:pt x="3449683" y="854459"/>
                  <a:pt x="3456616" y="849792"/>
                </a:cubicBezTo>
                <a:cubicBezTo>
                  <a:pt x="3463549" y="845126"/>
                  <a:pt x="3471349" y="842793"/>
                  <a:pt x="3480015" y="842793"/>
                </a:cubicBezTo>
                <a:cubicBezTo>
                  <a:pt x="3487214" y="842793"/>
                  <a:pt x="3492914" y="844259"/>
                  <a:pt x="3497114" y="847192"/>
                </a:cubicBezTo>
                <a:cubicBezTo>
                  <a:pt x="3501313" y="850126"/>
                  <a:pt x="3504413" y="854592"/>
                  <a:pt x="3506413" y="860592"/>
                </a:cubicBezTo>
                <a:cubicBezTo>
                  <a:pt x="3508413" y="866591"/>
                  <a:pt x="3509413" y="879924"/>
                  <a:pt x="3509413" y="900589"/>
                </a:cubicBezTo>
                <a:lnTo>
                  <a:pt x="3509413" y="1016982"/>
                </a:lnTo>
                <a:lnTo>
                  <a:pt x="3565609" y="1016982"/>
                </a:lnTo>
                <a:lnTo>
                  <a:pt x="3565609" y="914988"/>
                </a:lnTo>
                <a:cubicBezTo>
                  <a:pt x="3565609" y="894990"/>
                  <a:pt x="3567143" y="880357"/>
                  <a:pt x="3570209" y="871091"/>
                </a:cubicBezTo>
                <a:cubicBezTo>
                  <a:pt x="3573275" y="861825"/>
                  <a:pt x="3578275" y="854792"/>
                  <a:pt x="3585208" y="849992"/>
                </a:cubicBezTo>
                <a:cubicBezTo>
                  <a:pt x="3592141" y="845193"/>
                  <a:pt x="3599541" y="842793"/>
                  <a:pt x="3607407" y="842793"/>
                </a:cubicBezTo>
                <a:cubicBezTo>
                  <a:pt x="3618206" y="842793"/>
                  <a:pt x="3626206" y="846793"/>
                  <a:pt x="3631405" y="854792"/>
                </a:cubicBezTo>
                <a:cubicBezTo>
                  <a:pt x="3635272" y="860925"/>
                  <a:pt x="3637205" y="874524"/>
                  <a:pt x="3637205" y="895590"/>
                </a:cubicBezTo>
                <a:lnTo>
                  <a:pt x="3637205" y="1016982"/>
                </a:lnTo>
                <a:lnTo>
                  <a:pt x="3693402" y="1016982"/>
                </a:lnTo>
                <a:lnTo>
                  <a:pt x="3693402" y="881190"/>
                </a:lnTo>
                <a:cubicBezTo>
                  <a:pt x="3693402" y="860925"/>
                  <a:pt x="3691468" y="846259"/>
                  <a:pt x="3687602" y="837193"/>
                </a:cubicBezTo>
                <a:cubicBezTo>
                  <a:pt x="3682269" y="824927"/>
                  <a:pt x="3674203" y="815628"/>
                  <a:pt x="3663403" y="809295"/>
                </a:cubicBezTo>
                <a:cubicBezTo>
                  <a:pt x="3652604" y="802962"/>
                  <a:pt x="3639405" y="799795"/>
                  <a:pt x="3623806" y="799795"/>
                </a:cubicBezTo>
                <a:cubicBezTo>
                  <a:pt x="3611540" y="799795"/>
                  <a:pt x="3600007" y="802595"/>
                  <a:pt x="3589208" y="808195"/>
                </a:cubicBezTo>
                <a:cubicBezTo>
                  <a:pt x="3578409" y="813795"/>
                  <a:pt x="3568343" y="822261"/>
                  <a:pt x="3559010" y="833593"/>
                </a:cubicBezTo>
                <a:cubicBezTo>
                  <a:pt x="3552610" y="822261"/>
                  <a:pt x="3544411" y="813795"/>
                  <a:pt x="3534411" y="808195"/>
                </a:cubicBezTo>
                <a:cubicBezTo>
                  <a:pt x="3524412" y="802595"/>
                  <a:pt x="3512613" y="799795"/>
                  <a:pt x="3499013" y="799795"/>
                </a:cubicBezTo>
                <a:close/>
                <a:moveTo>
                  <a:pt x="3237615" y="799795"/>
                </a:moveTo>
                <a:cubicBezTo>
                  <a:pt x="3209484" y="799795"/>
                  <a:pt x="3186219" y="809761"/>
                  <a:pt x="3167820" y="829694"/>
                </a:cubicBezTo>
                <a:cubicBezTo>
                  <a:pt x="3149421" y="849626"/>
                  <a:pt x="3140221" y="877191"/>
                  <a:pt x="3140221" y="912389"/>
                </a:cubicBezTo>
                <a:cubicBezTo>
                  <a:pt x="3140221" y="941853"/>
                  <a:pt x="3147221" y="966252"/>
                  <a:pt x="3161220" y="985584"/>
                </a:cubicBezTo>
                <a:cubicBezTo>
                  <a:pt x="3178952" y="1009716"/>
                  <a:pt x="3206284" y="1021782"/>
                  <a:pt x="3243215" y="1021782"/>
                </a:cubicBezTo>
                <a:cubicBezTo>
                  <a:pt x="3266547" y="1021782"/>
                  <a:pt x="3285979" y="1016416"/>
                  <a:pt x="3301512" y="1005683"/>
                </a:cubicBezTo>
                <a:cubicBezTo>
                  <a:pt x="3317044" y="994950"/>
                  <a:pt x="3328410" y="979318"/>
                  <a:pt x="3335609" y="958786"/>
                </a:cubicBezTo>
                <a:lnTo>
                  <a:pt x="3279613" y="949386"/>
                </a:lnTo>
                <a:cubicBezTo>
                  <a:pt x="3276546" y="960052"/>
                  <a:pt x="3272013" y="967785"/>
                  <a:pt x="3266014" y="972585"/>
                </a:cubicBezTo>
                <a:cubicBezTo>
                  <a:pt x="3260014" y="977385"/>
                  <a:pt x="3252615" y="979784"/>
                  <a:pt x="3243815" y="979784"/>
                </a:cubicBezTo>
                <a:cubicBezTo>
                  <a:pt x="3230882" y="979784"/>
                  <a:pt x="3220083" y="975151"/>
                  <a:pt x="3211417" y="965885"/>
                </a:cubicBezTo>
                <a:cubicBezTo>
                  <a:pt x="3202751" y="956619"/>
                  <a:pt x="3198218" y="943653"/>
                  <a:pt x="3197818" y="926988"/>
                </a:cubicBezTo>
                <a:lnTo>
                  <a:pt x="3338609" y="926988"/>
                </a:lnTo>
                <a:cubicBezTo>
                  <a:pt x="3339409" y="883924"/>
                  <a:pt x="3330676" y="851959"/>
                  <a:pt x="3312411" y="831093"/>
                </a:cubicBezTo>
                <a:cubicBezTo>
                  <a:pt x="3294145" y="810228"/>
                  <a:pt x="3269214" y="799795"/>
                  <a:pt x="3237615" y="799795"/>
                </a:cubicBezTo>
                <a:close/>
                <a:moveTo>
                  <a:pt x="2643415" y="799795"/>
                </a:moveTo>
                <a:cubicBezTo>
                  <a:pt x="2622616" y="799795"/>
                  <a:pt x="2603783" y="804395"/>
                  <a:pt x="2586918" y="813595"/>
                </a:cubicBezTo>
                <a:cubicBezTo>
                  <a:pt x="2570052" y="822794"/>
                  <a:pt x="2557020" y="836127"/>
                  <a:pt x="2547820" y="853592"/>
                </a:cubicBezTo>
                <a:cubicBezTo>
                  <a:pt x="2538621" y="871058"/>
                  <a:pt x="2534021" y="889123"/>
                  <a:pt x="2534021" y="907789"/>
                </a:cubicBezTo>
                <a:cubicBezTo>
                  <a:pt x="2534021" y="932187"/>
                  <a:pt x="2538621" y="952886"/>
                  <a:pt x="2547820" y="969885"/>
                </a:cubicBezTo>
                <a:cubicBezTo>
                  <a:pt x="2557020" y="986884"/>
                  <a:pt x="2570452" y="999783"/>
                  <a:pt x="2588118" y="1008583"/>
                </a:cubicBezTo>
                <a:cubicBezTo>
                  <a:pt x="2605783" y="1017382"/>
                  <a:pt x="2624349" y="1021782"/>
                  <a:pt x="2643814" y="1021782"/>
                </a:cubicBezTo>
                <a:cubicBezTo>
                  <a:pt x="2675279" y="1021782"/>
                  <a:pt x="2701378" y="1011216"/>
                  <a:pt x="2722110" y="990084"/>
                </a:cubicBezTo>
                <a:cubicBezTo>
                  <a:pt x="2742842" y="968952"/>
                  <a:pt x="2753208" y="942320"/>
                  <a:pt x="2753208" y="910189"/>
                </a:cubicBezTo>
                <a:cubicBezTo>
                  <a:pt x="2753208" y="878324"/>
                  <a:pt x="2742942" y="851959"/>
                  <a:pt x="2722410" y="831093"/>
                </a:cubicBezTo>
                <a:cubicBezTo>
                  <a:pt x="2701878" y="810228"/>
                  <a:pt x="2675546" y="799795"/>
                  <a:pt x="2643415" y="799795"/>
                </a:cubicBezTo>
                <a:close/>
                <a:moveTo>
                  <a:pt x="2483289" y="799795"/>
                </a:moveTo>
                <a:cubicBezTo>
                  <a:pt x="2474223" y="799795"/>
                  <a:pt x="2466124" y="802062"/>
                  <a:pt x="2458991" y="806595"/>
                </a:cubicBezTo>
                <a:cubicBezTo>
                  <a:pt x="2451858" y="811128"/>
                  <a:pt x="2443825" y="820527"/>
                  <a:pt x="2434892" y="834793"/>
                </a:cubicBezTo>
                <a:lnTo>
                  <a:pt x="2434892" y="804595"/>
                </a:lnTo>
                <a:lnTo>
                  <a:pt x="2382695" y="804595"/>
                </a:lnTo>
                <a:lnTo>
                  <a:pt x="2382695" y="1016982"/>
                </a:lnTo>
                <a:lnTo>
                  <a:pt x="2438892" y="1016982"/>
                </a:lnTo>
                <a:lnTo>
                  <a:pt x="2438892" y="951386"/>
                </a:lnTo>
                <a:cubicBezTo>
                  <a:pt x="2438892" y="915255"/>
                  <a:pt x="2440459" y="891523"/>
                  <a:pt x="2443592" y="880191"/>
                </a:cubicBezTo>
                <a:cubicBezTo>
                  <a:pt x="2446725" y="868858"/>
                  <a:pt x="2451025" y="861025"/>
                  <a:pt x="2456491" y="856692"/>
                </a:cubicBezTo>
                <a:cubicBezTo>
                  <a:pt x="2461957" y="852359"/>
                  <a:pt x="2468624" y="850192"/>
                  <a:pt x="2476490" y="850192"/>
                </a:cubicBezTo>
                <a:cubicBezTo>
                  <a:pt x="2484623" y="850192"/>
                  <a:pt x="2493422" y="853259"/>
                  <a:pt x="2502888" y="859392"/>
                </a:cubicBezTo>
                <a:lnTo>
                  <a:pt x="2520287" y="810395"/>
                </a:lnTo>
                <a:cubicBezTo>
                  <a:pt x="2508421" y="803328"/>
                  <a:pt x="2496088" y="799795"/>
                  <a:pt x="2483289" y="799795"/>
                </a:cubicBezTo>
                <a:close/>
                <a:moveTo>
                  <a:pt x="2254438" y="799795"/>
                </a:moveTo>
                <a:cubicBezTo>
                  <a:pt x="2240306" y="799795"/>
                  <a:pt x="2227440" y="803129"/>
                  <a:pt x="2215841" y="809795"/>
                </a:cubicBezTo>
                <a:cubicBezTo>
                  <a:pt x="2204241" y="816461"/>
                  <a:pt x="2195042" y="825127"/>
                  <a:pt x="2188242" y="835793"/>
                </a:cubicBezTo>
                <a:lnTo>
                  <a:pt x="2188242" y="804595"/>
                </a:lnTo>
                <a:lnTo>
                  <a:pt x="2135846" y="804595"/>
                </a:lnTo>
                <a:lnTo>
                  <a:pt x="2135846" y="1097777"/>
                </a:lnTo>
                <a:lnTo>
                  <a:pt x="2192042" y="1097777"/>
                </a:lnTo>
                <a:lnTo>
                  <a:pt x="2192042" y="990784"/>
                </a:lnTo>
                <a:cubicBezTo>
                  <a:pt x="2202575" y="1002116"/>
                  <a:pt x="2212607" y="1010116"/>
                  <a:pt x="2222140" y="1014782"/>
                </a:cubicBezTo>
                <a:cubicBezTo>
                  <a:pt x="2231673" y="1019449"/>
                  <a:pt x="2242306" y="1021782"/>
                  <a:pt x="2254038" y="1021782"/>
                </a:cubicBezTo>
                <a:cubicBezTo>
                  <a:pt x="2278703" y="1021782"/>
                  <a:pt x="2299702" y="1011949"/>
                  <a:pt x="2317034" y="992284"/>
                </a:cubicBezTo>
                <a:cubicBezTo>
                  <a:pt x="2334367" y="972618"/>
                  <a:pt x="2343033" y="945053"/>
                  <a:pt x="2343033" y="909589"/>
                </a:cubicBezTo>
                <a:cubicBezTo>
                  <a:pt x="2343033" y="875057"/>
                  <a:pt x="2334433" y="848126"/>
                  <a:pt x="2317234" y="828794"/>
                </a:cubicBezTo>
                <a:cubicBezTo>
                  <a:pt x="2300036" y="809461"/>
                  <a:pt x="2279103" y="799795"/>
                  <a:pt x="2254438" y="799795"/>
                </a:cubicBezTo>
                <a:close/>
                <a:moveTo>
                  <a:pt x="1894591" y="799795"/>
                </a:moveTo>
                <a:cubicBezTo>
                  <a:pt x="1866459" y="799795"/>
                  <a:pt x="1843194" y="809761"/>
                  <a:pt x="1824795" y="829694"/>
                </a:cubicBezTo>
                <a:cubicBezTo>
                  <a:pt x="1806396" y="849626"/>
                  <a:pt x="1797196" y="877191"/>
                  <a:pt x="1797196" y="912389"/>
                </a:cubicBezTo>
                <a:cubicBezTo>
                  <a:pt x="1797196" y="941853"/>
                  <a:pt x="1804196" y="966252"/>
                  <a:pt x="1818195" y="985584"/>
                </a:cubicBezTo>
                <a:cubicBezTo>
                  <a:pt x="1835927" y="1009716"/>
                  <a:pt x="1863259" y="1021782"/>
                  <a:pt x="1900190" y="1021782"/>
                </a:cubicBezTo>
                <a:cubicBezTo>
                  <a:pt x="1923522" y="1021782"/>
                  <a:pt x="1942954" y="1016416"/>
                  <a:pt x="1958487" y="1005683"/>
                </a:cubicBezTo>
                <a:cubicBezTo>
                  <a:pt x="1974019" y="994950"/>
                  <a:pt x="1985385" y="979318"/>
                  <a:pt x="1992585" y="958786"/>
                </a:cubicBezTo>
                <a:lnTo>
                  <a:pt x="1936588" y="949386"/>
                </a:lnTo>
                <a:cubicBezTo>
                  <a:pt x="1933521" y="960052"/>
                  <a:pt x="1928988" y="967785"/>
                  <a:pt x="1922989" y="972585"/>
                </a:cubicBezTo>
                <a:cubicBezTo>
                  <a:pt x="1916989" y="977385"/>
                  <a:pt x="1909590" y="979784"/>
                  <a:pt x="1900790" y="979784"/>
                </a:cubicBezTo>
                <a:cubicBezTo>
                  <a:pt x="1887857" y="979784"/>
                  <a:pt x="1877058" y="975151"/>
                  <a:pt x="1868392" y="965885"/>
                </a:cubicBezTo>
                <a:cubicBezTo>
                  <a:pt x="1859726" y="956619"/>
                  <a:pt x="1855193" y="943653"/>
                  <a:pt x="1854793" y="926988"/>
                </a:cubicBezTo>
                <a:lnTo>
                  <a:pt x="1995584" y="926988"/>
                </a:lnTo>
                <a:cubicBezTo>
                  <a:pt x="1996384" y="883924"/>
                  <a:pt x="1987651" y="851959"/>
                  <a:pt x="1969386" y="831093"/>
                </a:cubicBezTo>
                <a:cubicBezTo>
                  <a:pt x="1951120" y="810228"/>
                  <a:pt x="1926189" y="799795"/>
                  <a:pt x="1894591" y="799795"/>
                </a:cubicBezTo>
                <a:close/>
                <a:moveTo>
                  <a:pt x="3042320" y="723800"/>
                </a:moveTo>
                <a:lnTo>
                  <a:pt x="3042320" y="1016982"/>
                </a:lnTo>
                <a:lnTo>
                  <a:pt x="3098517" y="1016982"/>
                </a:lnTo>
                <a:lnTo>
                  <a:pt x="3098517" y="723800"/>
                </a:lnTo>
                <a:close/>
                <a:moveTo>
                  <a:pt x="2792270" y="723800"/>
                </a:moveTo>
                <a:lnTo>
                  <a:pt x="2792270" y="1016982"/>
                </a:lnTo>
                <a:lnTo>
                  <a:pt x="2844467" y="1016982"/>
                </a:lnTo>
                <a:lnTo>
                  <a:pt x="2844467" y="985784"/>
                </a:lnTo>
                <a:cubicBezTo>
                  <a:pt x="2853000" y="997650"/>
                  <a:pt x="2863166" y="1006616"/>
                  <a:pt x="2874965" y="1012682"/>
                </a:cubicBezTo>
                <a:cubicBezTo>
                  <a:pt x="2886764" y="1018749"/>
                  <a:pt x="2898731" y="1021782"/>
                  <a:pt x="2910863" y="1021782"/>
                </a:cubicBezTo>
                <a:cubicBezTo>
                  <a:pt x="2935528" y="1021782"/>
                  <a:pt x="2956494" y="1011982"/>
                  <a:pt x="2973759" y="992384"/>
                </a:cubicBezTo>
                <a:cubicBezTo>
                  <a:pt x="2991025" y="972785"/>
                  <a:pt x="2999658" y="944853"/>
                  <a:pt x="2999658" y="908589"/>
                </a:cubicBezTo>
                <a:cubicBezTo>
                  <a:pt x="2999658" y="873524"/>
                  <a:pt x="2991192" y="846626"/>
                  <a:pt x="2974259" y="827894"/>
                </a:cubicBezTo>
                <a:cubicBezTo>
                  <a:pt x="2957327" y="809161"/>
                  <a:pt x="2935928" y="799795"/>
                  <a:pt x="2910063" y="799795"/>
                </a:cubicBezTo>
                <a:cubicBezTo>
                  <a:pt x="2886331" y="799795"/>
                  <a:pt x="2865799" y="809661"/>
                  <a:pt x="2848467" y="829394"/>
                </a:cubicBezTo>
                <a:lnTo>
                  <a:pt x="2848467" y="723800"/>
                </a:lnTo>
                <a:close/>
                <a:moveTo>
                  <a:pt x="1565745" y="723800"/>
                </a:moveTo>
                <a:lnTo>
                  <a:pt x="1565745" y="1016982"/>
                </a:lnTo>
                <a:lnTo>
                  <a:pt x="1621942" y="1016982"/>
                </a:lnTo>
                <a:lnTo>
                  <a:pt x="1621942" y="910589"/>
                </a:lnTo>
                <a:cubicBezTo>
                  <a:pt x="1621942" y="892723"/>
                  <a:pt x="1623642" y="879224"/>
                  <a:pt x="1627042" y="870091"/>
                </a:cubicBezTo>
                <a:cubicBezTo>
                  <a:pt x="1630441" y="860958"/>
                  <a:pt x="1635808" y="854125"/>
                  <a:pt x="1643141" y="849592"/>
                </a:cubicBezTo>
                <a:cubicBezTo>
                  <a:pt x="1650474" y="845059"/>
                  <a:pt x="1658806" y="842793"/>
                  <a:pt x="1668139" y="842793"/>
                </a:cubicBezTo>
                <a:cubicBezTo>
                  <a:pt x="1676272" y="842793"/>
                  <a:pt x="1683038" y="844559"/>
                  <a:pt x="1688438" y="848092"/>
                </a:cubicBezTo>
                <a:cubicBezTo>
                  <a:pt x="1693838" y="851626"/>
                  <a:pt x="1697604" y="856392"/>
                  <a:pt x="1699737" y="862392"/>
                </a:cubicBezTo>
                <a:cubicBezTo>
                  <a:pt x="1701870" y="868391"/>
                  <a:pt x="1702937" y="882524"/>
                  <a:pt x="1702937" y="904789"/>
                </a:cubicBezTo>
                <a:lnTo>
                  <a:pt x="1702937" y="1016982"/>
                </a:lnTo>
                <a:lnTo>
                  <a:pt x="1759134" y="1016982"/>
                </a:lnTo>
                <a:lnTo>
                  <a:pt x="1759134" y="892390"/>
                </a:lnTo>
                <a:cubicBezTo>
                  <a:pt x="1759134" y="873324"/>
                  <a:pt x="1758167" y="859258"/>
                  <a:pt x="1756234" y="850192"/>
                </a:cubicBezTo>
                <a:cubicBezTo>
                  <a:pt x="1754301" y="841126"/>
                  <a:pt x="1750701" y="832860"/>
                  <a:pt x="1745434" y="825394"/>
                </a:cubicBezTo>
                <a:cubicBezTo>
                  <a:pt x="1740168" y="817928"/>
                  <a:pt x="1732335" y="811795"/>
                  <a:pt x="1721936" y="806995"/>
                </a:cubicBezTo>
                <a:cubicBezTo>
                  <a:pt x="1711536" y="802195"/>
                  <a:pt x="1699870" y="799795"/>
                  <a:pt x="1686938" y="799795"/>
                </a:cubicBezTo>
                <a:cubicBezTo>
                  <a:pt x="1661739" y="799795"/>
                  <a:pt x="1640074" y="810395"/>
                  <a:pt x="1621942" y="831593"/>
                </a:cubicBezTo>
                <a:lnTo>
                  <a:pt x="1621942" y="723800"/>
                </a:lnTo>
                <a:close/>
                <a:moveTo>
                  <a:pt x="1288172" y="723800"/>
                </a:moveTo>
                <a:lnTo>
                  <a:pt x="1288172" y="773397"/>
                </a:lnTo>
                <a:lnTo>
                  <a:pt x="1375166" y="773397"/>
                </a:lnTo>
                <a:lnTo>
                  <a:pt x="1375166" y="1016982"/>
                </a:lnTo>
                <a:lnTo>
                  <a:pt x="1434363" y="1016982"/>
                </a:lnTo>
                <a:lnTo>
                  <a:pt x="1434363" y="773397"/>
                </a:lnTo>
                <a:lnTo>
                  <a:pt x="1521157" y="773397"/>
                </a:lnTo>
                <a:lnTo>
                  <a:pt x="1521157" y="723800"/>
                </a:lnTo>
                <a:close/>
                <a:moveTo>
                  <a:pt x="947290" y="722600"/>
                </a:moveTo>
                <a:cubicBezTo>
                  <a:pt x="940890" y="740466"/>
                  <a:pt x="929091" y="756098"/>
                  <a:pt x="911892" y="769497"/>
                </a:cubicBezTo>
                <a:cubicBezTo>
                  <a:pt x="894693" y="782896"/>
                  <a:pt x="878761" y="791996"/>
                  <a:pt x="864095" y="796796"/>
                </a:cubicBezTo>
                <a:lnTo>
                  <a:pt x="864095" y="847792"/>
                </a:lnTo>
                <a:cubicBezTo>
                  <a:pt x="891960" y="838593"/>
                  <a:pt x="916159" y="824394"/>
                  <a:pt x="936691" y="805195"/>
                </a:cubicBezTo>
                <a:lnTo>
                  <a:pt x="936691" y="1016982"/>
                </a:lnTo>
                <a:lnTo>
                  <a:pt x="992887" y="1016982"/>
                </a:lnTo>
                <a:lnTo>
                  <a:pt x="992887" y="722600"/>
                </a:lnTo>
                <a:close/>
                <a:moveTo>
                  <a:pt x="604390" y="722600"/>
                </a:moveTo>
                <a:cubicBezTo>
                  <a:pt x="597990" y="740466"/>
                  <a:pt x="586191" y="756098"/>
                  <a:pt x="568992" y="769497"/>
                </a:cubicBezTo>
                <a:cubicBezTo>
                  <a:pt x="551793" y="782896"/>
                  <a:pt x="535861" y="791996"/>
                  <a:pt x="521195" y="796796"/>
                </a:cubicBezTo>
                <a:lnTo>
                  <a:pt x="521195" y="847792"/>
                </a:lnTo>
                <a:cubicBezTo>
                  <a:pt x="549060" y="838593"/>
                  <a:pt x="573259" y="824394"/>
                  <a:pt x="593791" y="805195"/>
                </a:cubicBezTo>
                <a:lnTo>
                  <a:pt x="593791" y="1016982"/>
                </a:lnTo>
                <a:lnTo>
                  <a:pt x="649987" y="1016982"/>
                </a:lnTo>
                <a:lnTo>
                  <a:pt x="649987" y="722600"/>
                </a:lnTo>
                <a:close/>
                <a:moveTo>
                  <a:pt x="0" y="0"/>
                </a:moveTo>
                <a:lnTo>
                  <a:pt x="4248150" y="0"/>
                </a:lnTo>
                <a:lnTo>
                  <a:pt x="4248150" y="1765300"/>
                </a:lnTo>
                <a:lnTo>
                  <a:pt x="0" y="1765300"/>
                </a:lnTo>
                <a:close/>
              </a:path>
            </a:pathLst>
          </a:custGeom>
          <a:solidFill>
            <a:srgbClr val="58AF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grpSp>
        <p:nvGrpSpPr>
          <p:cNvPr id="24" name="Google Shape;238;p23">
            <a:extLst>
              <a:ext uri="{FF2B5EF4-FFF2-40B4-BE49-F238E27FC236}">
                <a16:creationId xmlns:a16="http://schemas.microsoft.com/office/drawing/2014/main" id="{6D5D305C-39DB-76DB-5C22-5F6A297E669B}"/>
              </a:ext>
            </a:extLst>
          </p:cNvPr>
          <p:cNvGrpSpPr/>
          <p:nvPr/>
        </p:nvGrpSpPr>
        <p:grpSpPr>
          <a:xfrm>
            <a:off x="5381025" y="5545011"/>
            <a:ext cx="947349" cy="725918"/>
            <a:chOff x="7787100" y="4220750"/>
            <a:chExt cx="778050" cy="564500"/>
          </a:xfrm>
          <a:solidFill>
            <a:schemeClr val="tx1"/>
          </a:solidFill>
        </p:grpSpPr>
        <p:sp>
          <p:nvSpPr>
            <p:cNvPr id="25" name="Google Shape;239;p23">
              <a:extLst>
                <a:ext uri="{FF2B5EF4-FFF2-40B4-BE49-F238E27FC236}">
                  <a16:creationId xmlns:a16="http://schemas.microsoft.com/office/drawing/2014/main" id="{863E858F-5C98-8048-C9FE-40AE697B1C79}"/>
                </a:ext>
              </a:extLst>
            </p:cNvPr>
            <p:cNvSpPr/>
            <p:nvPr/>
          </p:nvSpPr>
          <p:spPr>
            <a:xfrm>
              <a:off x="778710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0;p23">
              <a:extLst>
                <a:ext uri="{FF2B5EF4-FFF2-40B4-BE49-F238E27FC236}">
                  <a16:creationId xmlns:a16="http://schemas.microsoft.com/office/drawing/2014/main" id="{6EFAB3E4-C6EE-E92E-5246-F2BEEF6C8E15}"/>
                </a:ext>
              </a:extLst>
            </p:cNvPr>
            <p:cNvSpPr/>
            <p:nvPr/>
          </p:nvSpPr>
          <p:spPr>
            <a:xfrm>
              <a:off x="800615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1;p23">
              <a:extLst>
                <a:ext uri="{FF2B5EF4-FFF2-40B4-BE49-F238E27FC236}">
                  <a16:creationId xmlns:a16="http://schemas.microsoft.com/office/drawing/2014/main" id="{6CFD934A-ABBB-945C-274E-4BCB8A40690F}"/>
                </a:ext>
              </a:extLst>
            </p:cNvPr>
            <p:cNvSpPr/>
            <p:nvPr/>
          </p:nvSpPr>
          <p:spPr>
            <a:xfrm>
              <a:off x="822520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2;p23">
              <a:extLst>
                <a:ext uri="{FF2B5EF4-FFF2-40B4-BE49-F238E27FC236}">
                  <a16:creationId xmlns:a16="http://schemas.microsoft.com/office/drawing/2014/main" id="{0FDE4E2D-C023-A11F-D784-67C475AABC11}"/>
                </a:ext>
              </a:extLst>
            </p:cNvPr>
            <p:cNvSpPr/>
            <p:nvPr/>
          </p:nvSpPr>
          <p:spPr>
            <a:xfrm>
              <a:off x="844425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3;p23">
              <a:extLst>
                <a:ext uri="{FF2B5EF4-FFF2-40B4-BE49-F238E27FC236}">
                  <a16:creationId xmlns:a16="http://schemas.microsoft.com/office/drawing/2014/main" id="{C0F2AB40-3249-7AC9-8422-EA3F95BA14DB}"/>
                </a:ext>
              </a:extLst>
            </p:cNvPr>
            <p:cNvSpPr/>
            <p:nvPr/>
          </p:nvSpPr>
          <p:spPr>
            <a:xfrm>
              <a:off x="7891600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4;p23">
              <a:extLst>
                <a:ext uri="{FF2B5EF4-FFF2-40B4-BE49-F238E27FC236}">
                  <a16:creationId xmlns:a16="http://schemas.microsoft.com/office/drawing/2014/main" id="{D311E141-1215-4CBB-C010-FED88B5D1DD5}"/>
                </a:ext>
              </a:extLst>
            </p:cNvPr>
            <p:cNvSpPr/>
            <p:nvPr/>
          </p:nvSpPr>
          <p:spPr>
            <a:xfrm>
              <a:off x="8122175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5;p23">
              <a:extLst>
                <a:ext uri="{FF2B5EF4-FFF2-40B4-BE49-F238E27FC236}">
                  <a16:creationId xmlns:a16="http://schemas.microsoft.com/office/drawing/2014/main" id="{B7560EF8-C6DA-82A7-E022-89ACB3385763}"/>
                </a:ext>
              </a:extLst>
            </p:cNvPr>
            <p:cNvSpPr/>
            <p:nvPr/>
          </p:nvSpPr>
          <p:spPr>
            <a:xfrm>
              <a:off x="8352750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6;p23">
              <a:extLst>
                <a:ext uri="{FF2B5EF4-FFF2-40B4-BE49-F238E27FC236}">
                  <a16:creationId xmlns:a16="http://schemas.microsoft.com/office/drawing/2014/main" id="{DDF0BC4F-EB0A-23F0-CA98-2A8B2915C642}"/>
                </a:ext>
              </a:extLst>
            </p:cNvPr>
            <p:cNvSpPr/>
            <p:nvPr/>
          </p:nvSpPr>
          <p:spPr>
            <a:xfrm>
              <a:off x="8122175" y="42207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" name="Picture 33" descr="A red shield with black text and a letter t&#10;&#10;Description automatically generated">
            <a:extLst>
              <a:ext uri="{FF2B5EF4-FFF2-40B4-BE49-F238E27FC236}">
                <a16:creationId xmlns:a16="http://schemas.microsoft.com/office/drawing/2014/main" id="{370180F5-1976-ACAD-4BF3-B4F7499FDB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235" y="83345"/>
            <a:ext cx="930459" cy="93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48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3">
                <a:lumMod val="5000"/>
                <a:lumOff val="95000"/>
              </a:schemeClr>
            </a:gs>
            <a:gs pos="59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833;p41">
            <a:extLst>
              <a:ext uri="{FF2B5EF4-FFF2-40B4-BE49-F238E27FC236}">
                <a16:creationId xmlns:a16="http://schemas.microsoft.com/office/drawing/2014/main" id="{B46160C0-AC54-881C-CAF1-C27C9F6079D7}"/>
              </a:ext>
            </a:extLst>
          </p:cNvPr>
          <p:cNvGrpSpPr>
            <a:grpSpLocks noChangeAspect="1"/>
          </p:cNvGrpSpPr>
          <p:nvPr/>
        </p:nvGrpSpPr>
        <p:grpSpPr>
          <a:xfrm>
            <a:off x="-3891203" y="781903"/>
            <a:ext cx="9564452" cy="5294194"/>
            <a:chOff x="2654821" y="2311068"/>
            <a:chExt cx="2279741" cy="1262123"/>
          </a:xfrm>
          <a:solidFill>
            <a:srgbClr val="58AFAC"/>
          </a:solidFill>
        </p:grpSpPr>
        <p:grpSp>
          <p:nvGrpSpPr>
            <p:cNvPr id="7" name="Google Shape;834;p41">
              <a:extLst>
                <a:ext uri="{FF2B5EF4-FFF2-40B4-BE49-F238E27FC236}">
                  <a16:creationId xmlns:a16="http://schemas.microsoft.com/office/drawing/2014/main" id="{FA8B6680-22B2-6956-0357-92548E5C1656}"/>
                </a:ext>
              </a:extLst>
            </p:cNvPr>
            <p:cNvGrpSpPr/>
            <p:nvPr/>
          </p:nvGrpSpPr>
          <p:grpSpPr>
            <a:xfrm>
              <a:off x="4034269" y="2840745"/>
              <a:ext cx="40212" cy="36437"/>
              <a:chOff x="4293400" y="2574725"/>
              <a:chExt cx="84425" cy="80100"/>
            </a:xfrm>
            <a:grpFill/>
          </p:grpSpPr>
          <p:sp>
            <p:nvSpPr>
              <p:cNvPr id="275" name="Google Shape;835;p41">
                <a:extLst>
                  <a:ext uri="{FF2B5EF4-FFF2-40B4-BE49-F238E27FC236}">
                    <a16:creationId xmlns:a16="http://schemas.microsoft.com/office/drawing/2014/main" id="{E7918D6F-029F-F66A-CE50-436932BE74B2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76" name="Google Shape;836;p41">
                <a:extLst>
                  <a:ext uri="{FF2B5EF4-FFF2-40B4-BE49-F238E27FC236}">
                    <a16:creationId xmlns:a16="http://schemas.microsoft.com/office/drawing/2014/main" id="{46D45C1C-B166-C617-FDE8-B5D284E03026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837;p41">
              <a:extLst>
                <a:ext uri="{FF2B5EF4-FFF2-40B4-BE49-F238E27FC236}">
                  <a16:creationId xmlns:a16="http://schemas.microsoft.com/office/drawing/2014/main" id="{547170FD-1AE4-9E08-D356-5DA6CB018B01}"/>
                </a:ext>
              </a:extLst>
            </p:cNvPr>
            <p:cNvGrpSpPr/>
            <p:nvPr/>
          </p:nvGrpSpPr>
          <p:grpSpPr>
            <a:xfrm>
              <a:off x="3894604" y="2334872"/>
              <a:ext cx="913197" cy="518982"/>
              <a:chOff x="4000175" y="1462675"/>
              <a:chExt cx="1917275" cy="1140875"/>
            </a:xfrm>
            <a:grpFill/>
          </p:grpSpPr>
          <p:sp>
            <p:nvSpPr>
              <p:cNvPr id="267" name="Google Shape;838;p41">
                <a:extLst>
                  <a:ext uri="{FF2B5EF4-FFF2-40B4-BE49-F238E27FC236}">
                    <a16:creationId xmlns:a16="http://schemas.microsoft.com/office/drawing/2014/main" id="{A7C31B31-0823-A4A0-C5AB-CF86234E572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en-GB"/>
              </a:p>
            </p:txBody>
          </p:sp>
          <p:grpSp>
            <p:nvGrpSpPr>
              <p:cNvPr id="268" name="Google Shape;839;p41">
                <a:extLst>
                  <a:ext uri="{FF2B5EF4-FFF2-40B4-BE49-F238E27FC236}">
                    <a16:creationId xmlns:a16="http://schemas.microsoft.com/office/drawing/2014/main" id="{4B5CB234-3F38-B6DC-3F65-A313AD0C9F09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269" name="Google Shape;840;p41">
                  <a:extLst>
                    <a:ext uri="{FF2B5EF4-FFF2-40B4-BE49-F238E27FC236}">
                      <a16:creationId xmlns:a16="http://schemas.microsoft.com/office/drawing/2014/main" id="{8CA51221-B1D2-CA6B-82B7-4310356DD0DA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lang="en-GB"/>
                </a:p>
              </p:txBody>
            </p:sp>
            <p:sp>
              <p:nvSpPr>
                <p:cNvPr id="270" name="Google Shape;841;p41">
                  <a:extLst>
                    <a:ext uri="{FF2B5EF4-FFF2-40B4-BE49-F238E27FC236}">
                      <a16:creationId xmlns:a16="http://schemas.microsoft.com/office/drawing/2014/main" id="{80A61F37-004F-406C-703F-81D8841CDFB7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" name="Google Shape;842;p41">
                  <a:extLst>
                    <a:ext uri="{FF2B5EF4-FFF2-40B4-BE49-F238E27FC236}">
                      <a16:creationId xmlns:a16="http://schemas.microsoft.com/office/drawing/2014/main" id="{7A304C21-49ED-6CFB-62EE-022930B86102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843;p41">
                  <a:extLst>
                    <a:ext uri="{FF2B5EF4-FFF2-40B4-BE49-F238E27FC236}">
                      <a16:creationId xmlns:a16="http://schemas.microsoft.com/office/drawing/2014/main" id="{C08D2765-62DC-2D09-44E7-03A61D9BED4D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" name="Google Shape;844;p41">
                  <a:extLst>
                    <a:ext uri="{FF2B5EF4-FFF2-40B4-BE49-F238E27FC236}">
                      <a16:creationId xmlns:a16="http://schemas.microsoft.com/office/drawing/2014/main" id="{8F299279-7AB9-18CF-F243-9AA94C4E84EB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A6CBC2"/>
                    </a:solidFill>
                  </a:endParaRPr>
                </a:p>
              </p:txBody>
            </p:sp>
            <p:sp>
              <p:nvSpPr>
                <p:cNvPr id="274" name="Google Shape;845;p41">
                  <a:extLst>
                    <a:ext uri="{FF2B5EF4-FFF2-40B4-BE49-F238E27FC236}">
                      <a16:creationId xmlns:a16="http://schemas.microsoft.com/office/drawing/2014/main" id="{83DFF6FE-A297-98CB-A133-533C6EA91BDE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" name="Google Shape;846;p41">
              <a:extLst>
                <a:ext uri="{FF2B5EF4-FFF2-40B4-BE49-F238E27FC236}">
                  <a16:creationId xmlns:a16="http://schemas.microsoft.com/office/drawing/2014/main" id="{EEA9B2B2-E910-D29A-FFEC-B371FB1F9F8C}"/>
                </a:ext>
              </a:extLst>
            </p:cNvPr>
            <p:cNvGrpSpPr/>
            <p:nvPr/>
          </p:nvGrpSpPr>
          <p:grpSpPr>
            <a:xfrm>
              <a:off x="3875768" y="2846729"/>
              <a:ext cx="44796" cy="47367"/>
              <a:chOff x="3960625" y="2587825"/>
              <a:chExt cx="94050" cy="104125"/>
            </a:xfrm>
            <a:grpFill/>
          </p:grpSpPr>
          <p:sp>
            <p:nvSpPr>
              <p:cNvPr id="265" name="Google Shape;847;p41">
                <a:extLst>
                  <a:ext uri="{FF2B5EF4-FFF2-40B4-BE49-F238E27FC236}">
                    <a16:creationId xmlns:a16="http://schemas.microsoft.com/office/drawing/2014/main" id="{E51E2363-D283-5306-EA5C-12AC791898BF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66" name="Google Shape;848;p41">
                <a:extLst>
                  <a:ext uri="{FF2B5EF4-FFF2-40B4-BE49-F238E27FC236}">
                    <a16:creationId xmlns:a16="http://schemas.microsoft.com/office/drawing/2014/main" id="{A398AB5A-A0AA-F362-2D62-CF844CFEDA6C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849;p41">
              <a:extLst>
                <a:ext uri="{FF2B5EF4-FFF2-40B4-BE49-F238E27FC236}">
                  <a16:creationId xmlns:a16="http://schemas.microsoft.com/office/drawing/2014/main" id="{9AEBAC3A-8A33-B22E-6BE6-28AC7D78F620}"/>
                </a:ext>
              </a:extLst>
            </p:cNvPr>
            <p:cNvGrpSpPr/>
            <p:nvPr/>
          </p:nvGrpSpPr>
          <p:grpSpPr>
            <a:xfrm>
              <a:off x="3782759" y="2807175"/>
              <a:ext cx="82686" cy="85488"/>
              <a:chOff x="3765350" y="2500900"/>
              <a:chExt cx="173600" cy="187925"/>
            </a:xfrm>
            <a:grpFill/>
          </p:grpSpPr>
          <p:sp>
            <p:nvSpPr>
              <p:cNvPr id="259" name="Google Shape;850;p41">
                <a:extLst>
                  <a:ext uri="{FF2B5EF4-FFF2-40B4-BE49-F238E27FC236}">
                    <a16:creationId xmlns:a16="http://schemas.microsoft.com/office/drawing/2014/main" id="{91F0DBD8-1F46-7D1C-1373-BB4479B1D14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60" name="Google Shape;851;p41">
                <a:extLst>
                  <a:ext uri="{FF2B5EF4-FFF2-40B4-BE49-F238E27FC236}">
                    <a16:creationId xmlns:a16="http://schemas.microsoft.com/office/drawing/2014/main" id="{0C2C2765-41CE-0AA5-8461-6B7151855B79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852;p41">
                <a:extLst>
                  <a:ext uri="{FF2B5EF4-FFF2-40B4-BE49-F238E27FC236}">
                    <a16:creationId xmlns:a16="http://schemas.microsoft.com/office/drawing/2014/main" id="{578955F8-D1ED-2D23-8C7E-62D2619B0C09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853;p41">
                <a:extLst>
                  <a:ext uri="{FF2B5EF4-FFF2-40B4-BE49-F238E27FC236}">
                    <a16:creationId xmlns:a16="http://schemas.microsoft.com/office/drawing/2014/main" id="{47A91C71-05B1-25EC-99A3-71BF7F3F1ECE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854;p41">
                <a:extLst>
                  <a:ext uri="{FF2B5EF4-FFF2-40B4-BE49-F238E27FC236}">
                    <a16:creationId xmlns:a16="http://schemas.microsoft.com/office/drawing/2014/main" id="{45AC8ED4-C469-8ABF-1D97-1154DEEA3F08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855;p41">
                <a:extLst>
                  <a:ext uri="{FF2B5EF4-FFF2-40B4-BE49-F238E27FC236}">
                    <a16:creationId xmlns:a16="http://schemas.microsoft.com/office/drawing/2014/main" id="{1CD2B2FD-4CE2-D08B-9547-D45A3577E11D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oogle Shape;856;p41">
              <a:extLst>
                <a:ext uri="{FF2B5EF4-FFF2-40B4-BE49-F238E27FC236}">
                  <a16:creationId xmlns:a16="http://schemas.microsoft.com/office/drawing/2014/main" id="{B6317852-E02E-E7FA-1120-F3C86D33D929}"/>
                </a:ext>
              </a:extLst>
            </p:cNvPr>
            <p:cNvGrpSpPr/>
            <p:nvPr/>
          </p:nvGrpSpPr>
          <p:grpSpPr>
            <a:xfrm>
              <a:off x="3775674" y="2798496"/>
              <a:ext cx="40545" cy="23564"/>
              <a:chOff x="3750475" y="2481850"/>
              <a:chExt cx="85125" cy="51800"/>
            </a:xfrm>
            <a:grpFill/>
          </p:grpSpPr>
          <p:sp>
            <p:nvSpPr>
              <p:cNvPr id="257" name="Google Shape;857;p41">
                <a:extLst>
                  <a:ext uri="{FF2B5EF4-FFF2-40B4-BE49-F238E27FC236}">
                    <a16:creationId xmlns:a16="http://schemas.microsoft.com/office/drawing/2014/main" id="{4298D64A-760D-6FF3-1A03-595235414305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858;p41">
                <a:extLst>
                  <a:ext uri="{FF2B5EF4-FFF2-40B4-BE49-F238E27FC236}">
                    <a16:creationId xmlns:a16="http://schemas.microsoft.com/office/drawing/2014/main" id="{E765246D-F648-43CB-A459-D6339C8E6BC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en-GB"/>
              </a:p>
            </p:txBody>
          </p:sp>
        </p:grpSp>
        <p:grpSp>
          <p:nvGrpSpPr>
            <p:cNvPr id="15" name="Google Shape;859;p41">
              <a:extLst>
                <a:ext uri="{FF2B5EF4-FFF2-40B4-BE49-F238E27FC236}">
                  <a16:creationId xmlns:a16="http://schemas.microsoft.com/office/drawing/2014/main" id="{20C1AB20-A7A6-66D6-D1B8-A0F6A5F65486}"/>
                </a:ext>
              </a:extLst>
            </p:cNvPr>
            <p:cNvGrpSpPr/>
            <p:nvPr/>
          </p:nvGrpSpPr>
          <p:grpSpPr>
            <a:xfrm>
              <a:off x="3716946" y="2776010"/>
              <a:ext cx="81971" cy="76911"/>
              <a:chOff x="3627175" y="2432450"/>
              <a:chExt cx="172100" cy="169075"/>
            </a:xfrm>
            <a:grpFill/>
          </p:grpSpPr>
          <p:sp>
            <p:nvSpPr>
              <p:cNvPr id="254" name="Google Shape;860;p41">
                <a:extLst>
                  <a:ext uri="{FF2B5EF4-FFF2-40B4-BE49-F238E27FC236}">
                    <a16:creationId xmlns:a16="http://schemas.microsoft.com/office/drawing/2014/main" id="{94CBAD41-B61A-4FE1-123D-A02B9BE2B3F1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861;p41">
                <a:extLst>
                  <a:ext uri="{FF2B5EF4-FFF2-40B4-BE49-F238E27FC236}">
                    <a16:creationId xmlns:a16="http://schemas.microsoft.com/office/drawing/2014/main" id="{853C22A2-8673-3C1F-16FE-E91209B83FFB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56" name="Google Shape;862;p41">
                <a:extLst>
                  <a:ext uri="{FF2B5EF4-FFF2-40B4-BE49-F238E27FC236}">
                    <a16:creationId xmlns:a16="http://schemas.microsoft.com/office/drawing/2014/main" id="{611020B3-0847-7966-4EE9-B9E7E6F99F6E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en-GB"/>
              </a:p>
            </p:txBody>
          </p:sp>
        </p:grpSp>
        <p:grpSp>
          <p:nvGrpSpPr>
            <p:cNvPr id="16" name="Google Shape;863;p41">
              <a:extLst>
                <a:ext uri="{FF2B5EF4-FFF2-40B4-BE49-F238E27FC236}">
                  <a16:creationId xmlns:a16="http://schemas.microsoft.com/office/drawing/2014/main" id="{55FD0A4A-CCC5-B93F-C18A-EEEBAF52E62A}"/>
                </a:ext>
              </a:extLst>
            </p:cNvPr>
            <p:cNvGrpSpPr/>
            <p:nvPr/>
          </p:nvGrpSpPr>
          <p:grpSpPr>
            <a:xfrm>
              <a:off x="3686829" y="2845625"/>
              <a:ext cx="28136" cy="44521"/>
              <a:chOff x="3564002" y="2585450"/>
              <a:chExt cx="59073" cy="97871"/>
            </a:xfrm>
            <a:grpFill/>
          </p:grpSpPr>
          <p:sp>
            <p:nvSpPr>
              <p:cNvPr id="252" name="Google Shape;864;p41">
                <a:extLst>
                  <a:ext uri="{FF2B5EF4-FFF2-40B4-BE49-F238E27FC236}">
                    <a16:creationId xmlns:a16="http://schemas.microsoft.com/office/drawing/2014/main" id="{911E03C3-DF9D-AAD5-73E3-E4281670293C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865;p41">
                <a:extLst>
                  <a:ext uri="{FF2B5EF4-FFF2-40B4-BE49-F238E27FC236}">
                    <a16:creationId xmlns:a16="http://schemas.microsoft.com/office/drawing/2014/main" id="{79A0FAF5-3307-F527-D216-5E18CC08564D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en-GB"/>
              </a:p>
            </p:txBody>
          </p:sp>
        </p:grpSp>
        <p:grpSp>
          <p:nvGrpSpPr>
            <p:cNvPr id="17" name="Google Shape;866;p41">
              <a:extLst>
                <a:ext uri="{FF2B5EF4-FFF2-40B4-BE49-F238E27FC236}">
                  <a16:creationId xmlns:a16="http://schemas.microsoft.com/office/drawing/2014/main" id="{A6CDBAB0-51E4-E1B2-FE97-78BBA2028AF2}"/>
                </a:ext>
              </a:extLst>
            </p:cNvPr>
            <p:cNvGrpSpPr/>
            <p:nvPr/>
          </p:nvGrpSpPr>
          <p:grpSpPr>
            <a:xfrm>
              <a:off x="3849905" y="2572259"/>
              <a:ext cx="74339" cy="119560"/>
              <a:chOff x="3906325" y="1984500"/>
              <a:chExt cx="156075" cy="262825"/>
            </a:xfrm>
            <a:grpFill/>
          </p:grpSpPr>
          <p:sp>
            <p:nvSpPr>
              <p:cNvPr id="250" name="Google Shape;867;p41">
                <a:extLst>
                  <a:ext uri="{FF2B5EF4-FFF2-40B4-BE49-F238E27FC236}">
                    <a16:creationId xmlns:a16="http://schemas.microsoft.com/office/drawing/2014/main" id="{CEA562E3-0CCF-B426-B939-D8FEFE8742DF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51" name="Google Shape;868;p41">
                <a:extLst>
                  <a:ext uri="{FF2B5EF4-FFF2-40B4-BE49-F238E27FC236}">
                    <a16:creationId xmlns:a16="http://schemas.microsoft.com/office/drawing/2014/main" id="{CC8706DC-24BE-7670-B038-02544C244F5E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869;p41">
              <a:extLst>
                <a:ext uri="{FF2B5EF4-FFF2-40B4-BE49-F238E27FC236}">
                  <a16:creationId xmlns:a16="http://schemas.microsoft.com/office/drawing/2014/main" id="{A4CBC7AD-0188-AACD-A0A9-6709493F99BB}"/>
                </a:ext>
              </a:extLst>
            </p:cNvPr>
            <p:cNvGrpSpPr/>
            <p:nvPr/>
          </p:nvGrpSpPr>
          <p:grpSpPr>
            <a:xfrm>
              <a:off x="2654821" y="2414346"/>
              <a:ext cx="667570" cy="558732"/>
              <a:chOff x="1397225" y="1637375"/>
              <a:chExt cx="1401575" cy="1228250"/>
            </a:xfrm>
            <a:grpFill/>
          </p:grpSpPr>
          <p:sp>
            <p:nvSpPr>
              <p:cNvPr id="246" name="Google Shape;870;p41">
                <a:extLst>
                  <a:ext uri="{FF2B5EF4-FFF2-40B4-BE49-F238E27FC236}">
                    <a16:creationId xmlns:a16="http://schemas.microsoft.com/office/drawing/2014/main" id="{7322FCE0-DF82-F695-5A52-D5FDEA4F7614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en-GB"/>
              </a:p>
            </p:txBody>
          </p:sp>
          <p:grpSp>
            <p:nvGrpSpPr>
              <p:cNvPr id="247" name="Google Shape;871;p41">
                <a:extLst>
                  <a:ext uri="{FF2B5EF4-FFF2-40B4-BE49-F238E27FC236}">
                    <a16:creationId xmlns:a16="http://schemas.microsoft.com/office/drawing/2014/main" id="{FD8F0C2B-B2DE-EF11-E6D3-D4E494181129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248" name="Google Shape;872;p41">
                  <a:extLst>
                    <a:ext uri="{FF2B5EF4-FFF2-40B4-BE49-F238E27FC236}">
                      <a16:creationId xmlns:a16="http://schemas.microsoft.com/office/drawing/2014/main" id="{6651C35E-B150-2B72-0F46-F83F5941729B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873;p41">
                  <a:extLst>
                    <a:ext uri="{FF2B5EF4-FFF2-40B4-BE49-F238E27FC236}">
                      <a16:creationId xmlns:a16="http://schemas.microsoft.com/office/drawing/2014/main" id="{58BD9E66-BDE1-B259-6247-940FDB1B6586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" name="Google Shape;874;p41">
              <a:extLst>
                <a:ext uri="{FF2B5EF4-FFF2-40B4-BE49-F238E27FC236}">
                  <a16:creationId xmlns:a16="http://schemas.microsoft.com/office/drawing/2014/main" id="{1B6F9B87-9751-ECC2-CCB4-7FF79418F7ED}"/>
                </a:ext>
              </a:extLst>
            </p:cNvPr>
            <p:cNvGrpSpPr/>
            <p:nvPr/>
          </p:nvGrpSpPr>
          <p:grpSpPr>
            <a:xfrm>
              <a:off x="3230417" y="3103734"/>
              <a:ext cx="282982" cy="280332"/>
              <a:chOff x="2605700" y="3152850"/>
              <a:chExt cx="594125" cy="616250"/>
            </a:xfrm>
            <a:grpFill/>
          </p:grpSpPr>
          <p:sp>
            <p:nvSpPr>
              <p:cNvPr id="244" name="Google Shape;875;p41">
                <a:extLst>
                  <a:ext uri="{FF2B5EF4-FFF2-40B4-BE49-F238E27FC236}">
                    <a16:creationId xmlns:a16="http://schemas.microsoft.com/office/drawing/2014/main" id="{A36AC831-C9E4-A55C-E243-5314CA77F9EF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45" name="Google Shape;876;p41">
                <a:extLst>
                  <a:ext uri="{FF2B5EF4-FFF2-40B4-BE49-F238E27FC236}">
                    <a16:creationId xmlns:a16="http://schemas.microsoft.com/office/drawing/2014/main" id="{64FAC8DF-D9D4-1B95-BD9C-F6B7C5C2AB8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6B65"/>
                  </a:solidFill>
                </a:endParaRPr>
              </a:p>
            </p:txBody>
          </p:sp>
        </p:grpSp>
        <p:grpSp>
          <p:nvGrpSpPr>
            <p:cNvPr id="20" name="Google Shape;877;p41">
              <a:extLst>
                <a:ext uri="{FF2B5EF4-FFF2-40B4-BE49-F238E27FC236}">
                  <a16:creationId xmlns:a16="http://schemas.microsoft.com/office/drawing/2014/main" id="{885B3C5B-377C-51E4-20EF-1B6760E24DC0}"/>
                </a:ext>
              </a:extLst>
            </p:cNvPr>
            <p:cNvGrpSpPr/>
            <p:nvPr/>
          </p:nvGrpSpPr>
          <p:grpSpPr>
            <a:xfrm>
              <a:off x="3265985" y="3226989"/>
              <a:ext cx="87151" cy="346202"/>
              <a:chOff x="2680375" y="3423800"/>
              <a:chExt cx="182975" cy="761050"/>
            </a:xfrm>
            <a:grpFill/>
          </p:grpSpPr>
          <p:sp>
            <p:nvSpPr>
              <p:cNvPr id="242" name="Google Shape;878;p41">
                <a:extLst>
                  <a:ext uri="{FF2B5EF4-FFF2-40B4-BE49-F238E27FC236}">
                    <a16:creationId xmlns:a16="http://schemas.microsoft.com/office/drawing/2014/main" id="{CF3289F8-957C-FD3B-599F-F3C4848B9288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43" name="Google Shape;879;p41">
                <a:extLst>
                  <a:ext uri="{FF2B5EF4-FFF2-40B4-BE49-F238E27FC236}">
                    <a16:creationId xmlns:a16="http://schemas.microsoft.com/office/drawing/2014/main" id="{AC6F423F-CE71-0257-AAA2-2D2372188CED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880;p41">
              <a:extLst>
                <a:ext uri="{FF2B5EF4-FFF2-40B4-BE49-F238E27FC236}">
                  <a16:creationId xmlns:a16="http://schemas.microsoft.com/office/drawing/2014/main" id="{7D183B67-3D12-5F80-ECBD-C03942899B57}"/>
                </a:ext>
              </a:extLst>
            </p:cNvPr>
            <p:cNvGrpSpPr/>
            <p:nvPr/>
          </p:nvGrpSpPr>
          <p:grpSpPr>
            <a:xfrm>
              <a:off x="3855466" y="3289811"/>
              <a:ext cx="112514" cy="94210"/>
              <a:chOff x="3918000" y="3561900"/>
              <a:chExt cx="236225" cy="207100"/>
            </a:xfrm>
            <a:grpFill/>
          </p:grpSpPr>
          <p:sp>
            <p:nvSpPr>
              <p:cNvPr id="240" name="Google Shape;881;p41">
                <a:extLst>
                  <a:ext uri="{FF2B5EF4-FFF2-40B4-BE49-F238E27FC236}">
                    <a16:creationId xmlns:a16="http://schemas.microsoft.com/office/drawing/2014/main" id="{42817F1D-AB9C-F1D8-A69A-3F197257090E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41" name="Google Shape;882;p41">
                <a:extLst>
                  <a:ext uri="{FF2B5EF4-FFF2-40B4-BE49-F238E27FC236}">
                    <a16:creationId xmlns:a16="http://schemas.microsoft.com/office/drawing/2014/main" id="{ADB80AAC-496D-A3EB-B4E9-B3842BC90E86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" name="Google Shape;883;p41">
              <a:extLst>
                <a:ext uri="{FF2B5EF4-FFF2-40B4-BE49-F238E27FC236}">
                  <a16:creationId xmlns:a16="http://schemas.microsoft.com/office/drawing/2014/main" id="{8D2ABE9E-EF87-23F5-28D3-308C1EA2D802}"/>
                </a:ext>
              </a:extLst>
            </p:cNvPr>
            <p:cNvSpPr/>
            <p:nvPr/>
          </p:nvSpPr>
          <p:spPr>
            <a:xfrm>
              <a:off x="3292646" y="3020419"/>
              <a:ext cx="18695" cy="5482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84;p41">
              <a:extLst>
                <a:ext uri="{FF2B5EF4-FFF2-40B4-BE49-F238E27FC236}">
                  <a16:creationId xmlns:a16="http://schemas.microsoft.com/office/drawing/2014/main" id="{F5343166-0BDC-C4F6-5299-A9B575EE2C7D}"/>
                </a:ext>
              </a:extLst>
            </p:cNvPr>
            <p:cNvSpPr/>
            <p:nvPr/>
          </p:nvSpPr>
          <p:spPr>
            <a:xfrm>
              <a:off x="3260258" y="3010662"/>
              <a:ext cx="26423" cy="16661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85;p41">
              <a:extLst>
                <a:ext uri="{FF2B5EF4-FFF2-40B4-BE49-F238E27FC236}">
                  <a16:creationId xmlns:a16="http://schemas.microsoft.com/office/drawing/2014/main" id="{9DE842A4-9237-61F0-9FD2-A60A14F3E80A}"/>
                </a:ext>
              </a:extLst>
            </p:cNvPr>
            <p:cNvSpPr/>
            <p:nvPr/>
          </p:nvSpPr>
          <p:spPr>
            <a:xfrm>
              <a:off x="3408744" y="2329870"/>
              <a:ext cx="289769" cy="354333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grpSp>
          <p:nvGrpSpPr>
            <p:cNvPr id="35" name="Google Shape;886;p41">
              <a:extLst>
                <a:ext uri="{FF2B5EF4-FFF2-40B4-BE49-F238E27FC236}">
                  <a16:creationId xmlns:a16="http://schemas.microsoft.com/office/drawing/2014/main" id="{3AAC10C7-B290-FF71-2B27-01FB75A74E4B}"/>
                </a:ext>
              </a:extLst>
            </p:cNvPr>
            <p:cNvGrpSpPr/>
            <p:nvPr/>
          </p:nvGrpSpPr>
          <p:grpSpPr>
            <a:xfrm>
              <a:off x="2905208" y="2311068"/>
              <a:ext cx="596711" cy="528987"/>
              <a:chOff x="1922950" y="1410350"/>
              <a:chExt cx="1252825" cy="1162875"/>
            </a:xfrm>
            <a:grpFill/>
          </p:grpSpPr>
          <p:sp>
            <p:nvSpPr>
              <p:cNvPr id="224" name="Google Shape;887;p41">
                <a:extLst>
                  <a:ext uri="{FF2B5EF4-FFF2-40B4-BE49-F238E27FC236}">
                    <a16:creationId xmlns:a16="http://schemas.microsoft.com/office/drawing/2014/main" id="{D849333B-65A2-B9A5-6734-3866D609C221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888;p41">
                <a:extLst>
                  <a:ext uri="{FF2B5EF4-FFF2-40B4-BE49-F238E27FC236}">
                    <a16:creationId xmlns:a16="http://schemas.microsoft.com/office/drawing/2014/main" id="{766584AD-482E-BA19-FE4F-FE3CD44AC6E6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889;p41">
                <a:extLst>
                  <a:ext uri="{FF2B5EF4-FFF2-40B4-BE49-F238E27FC236}">
                    <a16:creationId xmlns:a16="http://schemas.microsoft.com/office/drawing/2014/main" id="{1634DCE7-B03F-3D13-05CE-6B7F95C8F555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890;p41">
                <a:extLst>
                  <a:ext uri="{FF2B5EF4-FFF2-40B4-BE49-F238E27FC236}">
                    <a16:creationId xmlns:a16="http://schemas.microsoft.com/office/drawing/2014/main" id="{32B3869B-6E54-DB0D-3FED-2BFACA6BF719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891;p41">
                <a:extLst>
                  <a:ext uri="{FF2B5EF4-FFF2-40B4-BE49-F238E27FC236}">
                    <a16:creationId xmlns:a16="http://schemas.microsoft.com/office/drawing/2014/main" id="{159FE995-FF12-645F-095E-13E88F9CCA6E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892;p41">
                <a:extLst>
                  <a:ext uri="{FF2B5EF4-FFF2-40B4-BE49-F238E27FC236}">
                    <a16:creationId xmlns:a16="http://schemas.microsoft.com/office/drawing/2014/main" id="{C4C763A3-C4C4-7C28-D15E-07BCE49051F7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893;p41">
                <a:extLst>
                  <a:ext uri="{FF2B5EF4-FFF2-40B4-BE49-F238E27FC236}">
                    <a16:creationId xmlns:a16="http://schemas.microsoft.com/office/drawing/2014/main" id="{5DD5F9E1-B017-8D2F-185E-D2F47CFB782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894;p41">
                <a:extLst>
                  <a:ext uri="{FF2B5EF4-FFF2-40B4-BE49-F238E27FC236}">
                    <a16:creationId xmlns:a16="http://schemas.microsoft.com/office/drawing/2014/main" id="{4DFE0517-9F0D-7413-50E7-8AA39EFDF526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895;p41">
                <a:extLst>
                  <a:ext uri="{FF2B5EF4-FFF2-40B4-BE49-F238E27FC236}">
                    <a16:creationId xmlns:a16="http://schemas.microsoft.com/office/drawing/2014/main" id="{5D075D72-AB4D-7C0F-FDCD-702930967D28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896;p41">
                <a:extLst>
                  <a:ext uri="{FF2B5EF4-FFF2-40B4-BE49-F238E27FC236}">
                    <a16:creationId xmlns:a16="http://schemas.microsoft.com/office/drawing/2014/main" id="{7EDE9762-0757-3D85-3880-44A3D4C3F382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897;p41">
                <a:extLst>
                  <a:ext uri="{FF2B5EF4-FFF2-40B4-BE49-F238E27FC236}">
                    <a16:creationId xmlns:a16="http://schemas.microsoft.com/office/drawing/2014/main" id="{72A18415-2AC4-B55C-B4CA-53C0D5DBAF34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898;p41">
                <a:extLst>
                  <a:ext uri="{FF2B5EF4-FFF2-40B4-BE49-F238E27FC236}">
                    <a16:creationId xmlns:a16="http://schemas.microsoft.com/office/drawing/2014/main" id="{3308E656-2A9A-0725-B200-DB62E2AD615D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899;p41">
                <a:extLst>
                  <a:ext uri="{FF2B5EF4-FFF2-40B4-BE49-F238E27FC236}">
                    <a16:creationId xmlns:a16="http://schemas.microsoft.com/office/drawing/2014/main" id="{64CBC4BF-165B-2F9F-0040-D814D8233D36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900;p41">
                <a:extLst>
                  <a:ext uri="{FF2B5EF4-FFF2-40B4-BE49-F238E27FC236}">
                    <a16:creationId xmlns:a16="http://schemas.microsoft.com/office/drawing/2014/main" id="{F71183B1-D128-D724-9A5A-84FE03C43A3C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901;p41">
                <a:extLst>
                  <a:ext uri="{FF2B5EF4-FFF2-40B4-BE49-F238E27FC236}">
                    <a16:creationId xmlns:a16="http://schemas.microsoft.com/office/drawing/2014/main" id="{B313793A-0BB4-36C1-E64E-D0A2BEBDE585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902;p41">
                <a:extLst>
                  <a:ext uri="{FF2B5EF4-FFF2-40B4-BE49-F238E27FC236}">
                    <a16:creationId xmlns:a16="http://schemas.microsoft.com/office/drawing/2014/main" id="{E4A9A793-51A3-7562-706E-E15B736E20B2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A6CBC2"/>
                  </a:solidFill>
                </a:endParaRPr>
              </a:p>
            </p:txBody>
          </p:sp>
        </p:grpSp>
        <p:sp>
          <p:nvSpPr>
            <p:cNvPr id="36" name="Google Shape;903;p41">
              <a:extLst>
                <a:ext uri="{FF2B5EF4-FFF2-40B4-BE49-F238E27FC236}">
                  <a16:creationId xmlns:a16="http://schemas.microsoft.com/office/drawing/2014/main" id="{7333A38E-7CD1-0780-FAB5-EFFE6E3002F4}"/>
                </a:ext>
              </a:extLst>
            </p:cNvPr>
            <p:cNvSpPr/>
            <p:nvPr/>
          </p:nvSpPr>
          <p:spPr>
            <a:xfrm>
              <a:off x="3216902" y="3020658"/>
              <a:ext cx="15456" cy="5959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04;p41">
              <a:extLst>
                <a:ext uri="{FF2B5EF4-FFF2-40B4-BE49-F238E27FC236}">
                  <a16:creationId xmlns:a16="http://schemas.microsoft.com/office/drawing/2014/main" id="{51480C4C-7FEE-39AC-DD1D-D865B3CF9F87}"/>
                </a:ext>
              </a:extLst>
            </p:cNvPr>
            <p:cNvSpPr/>
            <p:nvPr/>
          </p:nvSpPr>
          <p:spPr>
            <a:xfrm>
              <a:off x="3243063" y="3010423"/>
              <a:ext cx="19695" cy="13340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05;p41">
              <a:extLst>
                <a:ext uri="{FF2B5EF4-FFF2-40B4-BE49-F238E27FC236}">
                  <a16:creationId xmlns:a16="http://schemas.microsoft.com/office/drawing/2014/main" id="{9B1EF86A-A84A-D365-9A00-5B1C7C3799C4}"/>
                </a:ext>
              </a:extLst>
            </p:cNvPr>
            <p:cNvSpPr/>
            <p:nvPr/>
          </p:nvSpPr>
          <p:spPr>
            <a:xfrm>
              <a:off x="3173297" y="2986859"/>
              <a:ext cx="73267" cy="24997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06;p41">
              <a:extLst>
                <a:ext uri="{FF2B5EF4-FFF2-40B4-BE49-F238E27FC236}">
                  <a16:creationId xmlns:a16="http://schemas.microsoft.com/office/drawing/2014/main" id="{8C6DAD52-503E-4A83-6CA7-AB2D0D7C6C4E}"/>
                </a:ext>
              </a:extLst>
            </p:cNvPr>
            <p:cNvSpPr/>
            <p:nvPr/>
          </p:nvSpPr>
          <p:spPr>
            <a:xfrm>
              <a:off x="3371128" y="3527019"/>
              <a:ext cx="18695" cy="10247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07;p41">
              <a:extLst>
                <a:ext uri="{FF2B5EF4-FFF2-40B4-BE49-F238E27FC236}">
                  <a16:creationId xmlns:a16="http://schemas.microsoft.com/office/drawing/2014/main" id="{F70264E1-EA86-D116-D200-5F7A62897B1F}"/>
                </a:ext>
              </a:extLst>
            </p:cNvPr>
            <p:cNvSpPr/>
            <p:nvPr/>
          </p:nvSpPr>
          <p:spPr>
            <a:xfrm>
              <a:off x="3183264" y="3080853"/>
              <a:ext cx="38140" cy="16672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08;p41">
              <a:extLst>
                <a:ext uri="{FF2B5EF4-FFF2-40B4-BE49-F238E27FC236}">
                  <a16:creationId xmlns:a16="http://schemas.microsoft.com/office/drawing/2014/main" id="{AE16B2C1-7B84-7ED7-58B7-6A2EA39BFE01}"/>
                </a:ext>
              </a:extLst>
            </p:cNvPr>
            <p:cNvSpPr/>
            <p:nvPr/>
          </p:nvSpPr>
          <p:spPr>
            <a:xfrm>
              <a:off x="3163092" y="3070629"/>
              <a:ext cx="23172" cy="20709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09;p41">
              <a:extLst>
                <a:ext uri="{FF2B5EF4-FFF2-40B4-BE49-F238E27FC236}">
                  <a16:creationId xmlns:a16="http://schemas.microsoft.com/office/drawing/2014/main" id="{C909B786-DD81-A28D-EFD1-EA84041672CE}"/>
                </a:ext>
              </a:extLst>
            </p:cNvPr>
            <p:cNvSpPr/>
            <p:nvPr/>
          </p:nvSpPr>
          <p:spPr>
            <a:xfrm>
              <a:off x="3150875" y="3043494"/>
              <a:ext cx="32150" cy="30467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10;p41">
              <a:extLst>
                <a:ext uri="{FF2B5EF4-FFF2-40B4-BE49-F238E27FC236}">
                  <a16:creationId xmlns:a16="http://schemas.microsoft.com/office/drawing/2014/main" id="{DD656B15-44A9-05A6-02CF-738E3D7209A5}"/>
                </a:ext>
              </a:extLst>
            </p:cNvPr>
            <p:cNvSpPr/>
            <p:nvPr/>
          </p:nvSpPr>
          <p:spPr>
            <a:xfrm>
              <a:off x="3140409" y="3037308"/>
              <a:ext cx="43617" cy="20948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11;p41">
              <a:extLst>
                <a:ext uri="{FF2B5EF4-FFF2-40B4-BE49-F238E27FC236}">
                  <a16:creationId xmlns:a16="http://schemas.microsoft.com/office/drawing/2014/main" id="{7767CA50-ADF8-7F6C-4649-86C9FDAEB19F}"/>
                </a:ext>
              </a:extLst>
            </p:cNvPr>
            <p:cNvSpPr/>
            <p:nvPr/>
          </p:nvSpPr>
          <p:spPr>
            <a:xfrm>
              <a:off x="3134431" y="3048737"/>
              <a:ext cx="17206" cy="9519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12;p41">
              <a:extLst>
                <a:ext uri="{FF2B5EF4-FFF2-40B4-BE49-F238E27FC236}">
                  <a16:creationId xmlns:a16="http://schemas.microsoft.com/office/drawing/2014/main" id="{B160AA4F-05AA-17A9-1AFC-380E6F8D4E3B}"/>
                </a:ext>
              </a:extLst>
            </p:cNvPr>
            <p:cNvSpPr/>
            <p:nvPr/>
          </p:nvSpPr>
          <p:spPr>
            <a:xfrm>
              <a:off x="3142159" y="3021841"/>
              <a:ext cx="7978" cy="16672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13;p41">
              <a:extLst>
                <a:ext uri="{FF2B5EF4-FFF2-40B4-BE49-F238E27FC236}">
                  <a16:creationId xmlns:a16="http://schemas.microsoft.com/office/drawing/2014/main" id="{9A559D9C-EB35-D6D1-FC42-809F749F6E09}"/>
                </a:ext>
              </a:extLst>
            </p:cNvPr>
            <p:cNvSpPr/>
            <p:nvPr/>
          </p:nvSpPr>
          <p:spPr>
            <a:xfrm>
              <a:off x="3120487" y="3025651"/>
              <a:ext cx="28411" cy="28568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14;p41">
              <a:extLst>
                <a:ext uri="{FF2B5EF4-FFF2-40B4-BE49-F238E27FC236}">
                  <a16:creationId xmlns:a16="http://schemas.microsoft.com/office/drawing/2014/main" id="{5D178428-87CD-4A76-6BB6-EA0F9E6B6A3B}"/>
                </a:ext>
              </a:extLst>
            </p:cNvPr>
            <p:cNvSpPr/>
            <p:nvPr/>
          </p:nvSpPr>
          <p:spPr>
            <a:xfrm>
              <a:off x="2965761" y="2909287"/>
              <a:ext cx="196343" cy="138983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15;p41">
              <a:extLst>
                <a:ext uri="{FF2B5EF4-FFF2-40B4-BE49-F238E27FC236}">
                  <a16:creationId xmlns:a16="http://schemas.microsoft.com/office/drawing/2014/main" id="{DB32EC5D-A0BD-9688-9155-F561B5DDEB60}"/>
                </a:ext>
              </a:extLst>
            </p:cNvPr>
            <p:cNvSpPr/>
            <p:nvPr/>
          </p:nvSpPr>
          <p:spPr>
            <a:xfrm>
              <a:off x="3378594" y="3107749"/>
              <a:ext cx="19445" cy="26657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16;p41">
              <a:extLst>
                <a:ext uri="{FF2B5EF4-FFF2-40B4-BE49-F238E27FC236}">
                  <a16:creationId xmlns:a16="http://schemas.microsoft.com/office/drawing/2014/main" id="{671E041D-154B-A492-CC99-59803BF47C39}"/>
                </a:ext>
              </a:extLst>
            </p:cNvPr>
            <p:cNvSpPr/>
            <p:nvPr/>
          </p:nvSpPr>
          <p:spPr>
            <a:xfrm>
              <a:off x="3354434" y="3105122"/>
              <a:ext cx="27661" cy="28807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17;p41">
              <a:extLst>
                <a:ext uri="{FF2B5EF4-FFF2-40B4-BE49-F238E27FC236}">
                  <a16:creationId xmlns:a16="http://schemas.microsoft.com/office/drawing/2014/main" id="{D2FA0D71-3F2C-A2B0-F4AF-16F8443F03F1}"/>
                </a:ext>
              </a:extLst>
            </p:cNvPr>
            <p:cNvSpPr/>
            <p:nvPr/>
          </p:nvSpPr>
          <p:spPr>
            <a:xfrm>
              <a:off x="3331012" y="3088711"/>
              <a:ext cx="34639" cy="49743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18;p41">
              <a:extLst>
                <a:ext uri="{FF2B5EF4-FFF2-40B4-BE49-F238E27FC236}">
                  <a16:creationId xmlns:a16="http://schemas.microsoft.com/office/drawing/2014/main" id="{FF14095C-3ED0-7DB4-336A-E411BEEDF463}"/>
                </a:ext>
              </a:extLst>
            </p:cNvPr>
            <p:cNvSpPr/>
            <p:nvPr/>
          </p:nvSpPr>
          <p:spPr>
            <a:xfrm>
              <a:off x="3250041" y="3063487"/>
              <a:ext cx="91450" cy="78538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19;p41">
              <a:extLst>
                <a:ext uri="{FF2B5EF4-FFF2-40B4-BE49-F238E27FC236}">
                  <a16:creationId xmlns:a16="http://schemas.microsoft.com/office/drawing/2014/main" id="{27757956-F032-3334-BA68-1552CDD7A818}"/>
                </a:ext>
              </a:extLst>
            </p:cNvPr>
            <p:cNvSpPr/>
            <p:nvPr/>
          </p:nvSpPr>
          <p:spPr>
            <a:xfrm>
              <a:off x="3209425" y="3061815"/>
              <a:ext cx="82733" cy="112565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20;p41">
              <a:extLst>
                <a:ext uri="{FF2B5EF4-FFF2-40B4-BE49-F238E27FC236}">
                  <a16:creationId xmlns:a16="http://schemas.microsoft.com/office/drawing/2014/main" id="{38A15F83-FF70-2A05-E9C5-D2D631678EAD}"/>
                </a:ext>
              </a:extLst>
            </p:cNvPr>
            <p:cNvSpPr/>
            <p:nvPr/>
          </p:nvSpPr>
          <p:spPr>
            <a:xfrm>
              <a:off x="3195231" y="3136533"/>
              <a:ext cx="40867" cy="42852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21;p41">
              <a:extLst>
                <a:ext uri="{FF2B5EF4-FFF2-40B4-BE49-F238E27FC236}">
                  <a16:creationId xmlns:a16="http://schemas.microsoft.com/office/drawing/2014/main" id="{BFC49FD1-29E9-26D9-7AE6-D520DEE34762}"/>
                </a:ext>
              </a:extLst>
            </p:cNvPr>
            <p:cNvSpPr/>
            <p:nvPr/>
          </p:nvSpPr>
          <p:spPr>
            <a:xfrm>
              <a:off x="3192980" y="3146290"/>
              <a:ext cx="88711" cy="124938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22;p41">
              <a:extLst>
                <a:ext uri="{FF2B5EF4-FFF2-40B4-BE49-F238E27FC236}">
                  <a16:creationId xmlns:a16="http://schemas.microsoft.com/office/drawing/2014/main" id="{CE027FF8-D619-1F68-0CA5-BF67C24F791E}"/>
                </a:ext>
              </a:extLst>
            </p:cNvPr>
            <p:cNvSpPr/>
            <p:nvPr/>
          </p:nvSpPr>
          <p:spPr>
            <a:xfrm>
              <a:off x="3275452" y="3211250"/>
              <a:ext cx="85722" cy="91389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56" name="Google Shape;923;p41">
              <a:extLst>
                <a:ext uri="{FF2B5EF4-FFF2-40B4-BE49-F238E27FC236}">
                  <a16:creationId xmlns:a16="http://schemas.microsoft.com/office/drawing/2014/main" id="{41E1C13F-84F5-CE4D-DD01-5A73F5ACD3E6}"/>
                </a:ext>
              </a:extLst>
            </p:cNvPr>
            <p:cNvSpPr/>
            <p:nvPr/>
          </p:nvSpPr>
          <p:spPr>
            <a:xfrm>
              <a:off x="3327273" y="3275982"/>
              <a:ext cx="58811" cy="59262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57" name="Google Shape;924;p41">
              <a:extLst>
                <a:ext uri="{FF2B5EF4-FFF2-40B4-BE49-F238E27FC236}">
                  <a16:creationId xmlns:a16="http://schemas.microsoft.com/office/drawing/2014/main" id="{44D4CC17-9633-DAEF-1771-3AAA6688746F}"/>
                </a:ext>
              </a:extLst>
            </p:cNvPr>
            <p:cNvSpPr/>
            <p:nvPr/>
          </p:nvSpPr>
          <p:spPr>
            <a:xfrm>
              <a:off x="3363150" y="3352838"/>
              <a:ext cx="34889" cy="37848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" name="Google Shape;925;p41">
              <a:extLst>
                <a:ext uri="{FF2B5EF4-FFF2-40B4-BE49-F238E27FC236}">
                  <a16:creationId xmlns:a16="http://schemas.microsoft.com/office/drawing/2014/main" id="{452B211E-C15D-A758-5011-D082F5A69B1B}"/>
                </a:ext>
              </a:extLst>
            </p:cNvPr>
            <p:cNvGrpSpPr/>
            <p:nvPr/>
          </p:nvGrpSpPr>
          <p:grpSpPr>
            <a:xfrm>
              <a:off x="3280929" y="3294548"/>
              <a:ext cx="109894" cy="272225"/>
              <a:chOff x="2711750" y="3572300"/>
              <a:chExt cx="230725" cy="598425"/>
            </a:xfrm>
            <a:grpFill/>
          </p:grpSpPr>
          <p:sp>
            <p:nvSpPr>
              <p:cNvPr id="222" name="Google Shape;926;p41">
                <a:extLst>
                  <a:ext uri="{FF2B5EF4-FFF2-40B4-BE49-F238E27FC236}">
                    <a16:creationId xmlns:a16="http://schemas.microsoft.com/office/drawing/2014/main" id="{82AC671A-4CDD-9E7A-EE9E-0C644B6B5F7E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927;p41">
                <a:extLst>
                  <a:ext uri="{FF2B5EF4-FFF2-40B4-BE49-F238E27FC236}">
                    <a16:creationId xmlns:a16="http://schemas.microsoft.com/office/drawing/2014/main" id="{1A4C7EAE-14CE-E42E-F84B-64EABE662804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9" name="Google Shape;928;p41">
              <a:extLst>
                <a:ext uri="{FF2B5EF4-FFF2-40B4-BE49-F238E27FC236}">
                  <a16:creationId xmlns:a16="http://schemas.microsoft.com/office/drawing/2014/main" id="{B2F945F0-3C39-C56D-5782-CB6917A7919D}"/>
                </a:ext>
              </a:extLst>
            </p:cNvPr>
            <p:cNvSpPr/>
            <p:nvPr/>
          </p:nvSpPr>
          <p:spPr>
            <a:xfrm>
              <a:off x="4563295" y="2964728"/>
              <a:ext cx="12467" cy="27863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" name="Google Shape;929;p41">
              <a:extLst>
                <a:ext uri="{FF2B5EF4-FFF2-40B4-BE49-F238E27FC236}">
                  <a16:creationId xmlns:a16="http://schemas.microsoft.com/office/drawing/2014/main" id="{4D7376F8-7274-5F97-3126-D54FF90CF2D6}"/>
                </a:ext>
              </a:extLst>
            </p:cNvPr>
            <p:cNvGrpSpPr/>
            <p:nvPr/>
          </p:nvGrpSpPr>
          <p:grpSpPr>
            <a:xfrm>
              <a:off x="3790439" y="2408626"/>
              <a:ext cx="73017" cy="75683"/>
              <a:chOff x="3781475" y="1624825"/>
              <a:chExt cx="153300" cy="166375"/>
            </a:xfrm>
            <a:grpFill/>
          </p:grpSpPr>
          <p:sp>
            <p:nvSpPr>
              <p:cNvPr id="218" name="Google Shape;930;p41">
                <a:extLst>
                  <a:ext uri="{FF2B5EF4-FFF2-40B4-BE49-F238E27FC236}">
                    <a16:creationId xmlns:a16="http://schemas.microsoft.com/office/drawing/2014/main" id="{65CCAFFA-91E2-9F48-2EF1-B7BF4B0127FE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931;p41">
                <a:extLst>
                  <a:ext uri="{FF2B5EF4-FFF2-40B4-BE49-F238E27FC236}">
                    <a16:creationId xmlns:a16="http://schemas.microsoft.com/office/drawing/2014/main" id="{1DD8C754-E7A4-AB14-E714-6FAA5C07BDDB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932;p41">
                <a:extLst>
                  <a:ext uri="{FF2B5EF4-FFF2-40B4-BE49-F238E27FC236}">
                    <a16:creationId xmlns:a16="http://schemas.microsoft.com/office/drawing/2014/main" id="{3FB4DFFF-0D4E-F07F-83E2-50BC56C051C3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933;p41">
                <a:extLst>
                  <a:ext uri="{FF2B5EF4-FFF2-40B4-BE49-F238E27FC236}">
                    <a16:creationId xmlns:a16="http://schemas.microsoft.com/office/drawing/2014/main" id="{8FB018AA-A12C-B1F9-8EF5-4530A83C4158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" name="Google Shape;934;p41">
              <a:extLst>
                <a:ext uri="{FF2B5EF4-FFF2-40B4-BE49-F238E27FC236}">
                  <a16:creationId xmlns:a16="http://schemas.microsoft.com/office/drawing/2014/main" id="{4C004942-2DB6-D92D-E194-2D141CCB4348}"/>
                </a:ext>
              </a:extLst>
            </p:cNvPr>
            <p:cNvSpPr/>
            <p:nvPr/>
          </p:nvSpPr>
          <p:spPr>
            <a:xfrm>
              <a:off x="4614379" y="2777935"/>
              <a:ext cx="83472" cy="1397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35;p41">
              <a:extLst>
                <a:ext uri="{FF2B5EF4-FFF2-40B4-BE49-F238E27FC236}">
                  <a16:creationId xmlns:a16="http://schemas.microsoft.com/office/drawing/2014/main" id="{9C3FF169-B4EC-1F7E-AD5B-ED25FFA9B69D}"/>
                </a:ext>
              </a:extLst>
            </p:cNvPr>
            <p:cNvSpPr/>
            <p:nvPr/>
          </p:nvSpPr>
          <p:spPr>
            <a:xfrm>
              <a:off x="4580490" y="2850992"/>
              <a:ext cx="28661" cy="38087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36;p41">
              <a:extLst>
                <a:ext uri="{FF2B5EF4-FFF2-40B4-BE49-F238E27FC236}">
                  <a16:creationId xmlns:a16="http://schemas.microsoft.com/office/drawing/2014/main" id="{C362E62D-F1B6-17F5-C7BC-A47FDA255E90}"/>
                </a:ext>
              </a:extLst>
            </p:cNvPr>
            <p:cNvSpPr/>
            <p:nvPr/>
          </p:nvSpPr>
          <p:spPr>
            <a:xfrm>
              <a:off x="4566534" y="2807208"/>
              <a:ext cx="32650" cy="53553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37;p41">
              <a:extLst>
                <a:ext uri="{FF2B5EF4-FFF2-40B4-BE49-F238E27FC236}">
                  <a16:creationId xmlns:a16="http://schemas.microsoft.com/office/drawing/2014/main" id="{6A5F2D29-9AA2-0286-CFE2-8966FB8FBD84}"/>
                </a:ext>
              </a:extLst>
            </p:cNvPr>
            <p:cNvSpPr/>
            <p:nvPr/>
          </p:nvSpPr>
          <p:spPr>
            <a:xfrm>
              <a:off x="4301938" y="2737722"/>
              <a:ext cx="211787" cy="95438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38;p41">
              <a:extLst>
                <a:ext uri="{FF2B5EF4-FFF2-40B4-BE49-F238E27FC236}">
                  <a16:creationId xmlns:a16="http://schemas.microsoft.com/office/drawing/2014/main" id="{E9EED2F8-050F-0D2B-6AE7-5FFD3A0F6A0E}"/>
                </a:ext>
              </a:extLst>
            </p:cNvPr>
            <p:cNvSpPr/>
            <p:nvPr/>
          </p:nvSpPr>
          <p:spPr>
            <a:xfrm>
              <a:off x="4718522" y="3165089"/>
              <a:ext cx="67277" cy="54986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39;p41">
              <a:extLst>
                <a:ext uri="{FF2B5EF4-FFF2-40B4-BE49-F238E27FC236}">
                  <a16:creationId xmlns:a16="http://schemas.microsoft.com/office/drawing/2014/main" id="{0DBDBD94-10B0-8FFD-C537-D926C8448ADA}"/>
                </a:ext>
              </a:extLst>
            </p:cNvPr>
            <p:cNvSpPr/>
            <p:nvPr/>
          </p:nvSpPr>
          <p:spPr>
            <a:xfrm>
              <a:off x="4567785" y="3016610"/>
              <a:ext cx="54822" cy="91389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40;p41">
              <a:extLst>
                <a:ext uri="{FF2B5EF4-FFF2-40B4-BE49-F238E27FC236}">
                  <a16:creationId xmlns:a16="http://schemas.microsoft.com/office/drawing/2014/main" id="{9F67B840-4280-2D4D-A925-A711FBFADA22}"/>
                </a:ext>
              </a:extLst>
            </p:cNvPr>
            <p:cNvSpPr/>
            <p:nvPr/>
          </p:nvSpPr>
          <p:spPr>
            <a:xfrm>
              <a:off x="4595934" y="3205063"/>
              <a:ext cx="26673" cy="13340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8" name="Google Shape;941;p41">
              <a:extLst>
                <a:ext uri="{FF2B5EF4-FFF2-40B4-BE49-F238E27FC236}">
                  <a16:creationId xmlns:a16="http://schemas.microsoft.com/office/drawing/2014/main" id="{1E23D282-2D46-A5F6-ACB4-693F565D71DB}"/>
                </a:ext>
              </a:extLst>
            </p:cNvPr>
            <p:cNvGrpSpPr/>
            <p:nvPr/>
          </p:nvGrpSpPr>
          <p:grpSpPr>
            <a:xfrm>
              <a:off x="4403341" y="3107749"/>
              <a:ext cx="316680" cy="101374"/>
              <a:chOff x="5068275" y="3161675"/>
              <a:chExt cx="664875" cy="222850"/>
            </a:xfrm>
            <a:grpFill/>
          </p:grpSpPr>
          <p:sp>
            <p:nvSpPr>
              <p:cNvPr id="214" name="Google Shape;942;p41">
                <a:extLst>
                  <a:ext uri="{FF2B5EF4-FFF2-40B4-BE49-F238E27FC236}">
                    <a16:creationId xmlns:a16="http://schemas.microsoft.com/office/drawing/2014/main" id="{FC03DC9E-7040-E538-A28F-4C4FB9C262AE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943;p41">
                <a:extLst>
                  <a:ext uri="{FF2B5EF4-FFF2-40B4-BE49-F238E27FC236}">
                    <a16:creationId xmlns:a16="http://schemas.microsoft.com/office/drawing/2014/main" id="{27EFC3B9-CA3C-A498-CE42-6D84FADCD9F5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944;p41">
                <a:extLst>
                  <a:ext uri="{FF2B5EF4-FFF2-40B4-BE49-F238E27FC236}">
                    <a16:creationId xmlns:a16="http://schemas.microsoft.com/office/drawing/2014/main" id="{B53994AA-775D-43AB-40A5-B8799F9DBD93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945;p41">
                <a:extLst>
                  <a:ext uri="{FF2B5EF4-FFF2-40B4-BE49-F238E27FC236}">
                    <a16:creationId xmlns:a16="http://schemas.microsoft.com/office/drawing/2014/main" id="{BB9DF0E7-644A-CB26-5C7F-DCA0FED3DBD5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" name="Google Shape;946;p41">
              <a:extLst>
                <a:ext uri="{FF2B5EF4-FFF2-40B4-BE49-F238E27FC236}">
                  <a16:creationId xmlns:a16="http://schemas.microsoft.com/office/drawing/2014/main" id="{5E95DB45-AB3B-04F4-6CF7-BA2F2C0E8566}"/>
                </a:ext>
              </a:extLst>
            </p:cNvPr>
            <p:cNvSpPr/>
            <p:nvPr/>
          </p:nvSpPr>
          <p:spPr>
            <a:xfrm>
              <a:off x="4437231" y="3100607"/>
              <a:ext cx="29912" cy="3737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47;p41">
              <a:extLst>
                <a:ext uri="{FF2B5EF4-FFF2-40B4-BE49-F238E27FC236}">
                  <a16:creationId xmlns:a16="http://schemas.microsoft.com/office/drawing/2014/main" id="{FD0575D1-7C96-CAC9-98F9-A507592706F9}"/>
                </a:ext>
              </a:extLst>
            </p:cNvPr>
            <p:cNvSpPr/>
            <p:nvPr/>
          </p:nvSpPr>
          <p:spPr>
            <a:xfrm>
              <a:off x="4503746" y="3099174"/>
              <a:ext cx="65289" cy="4213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48;p41">
              <a:extLst>
                <a:ext uri="{FF2B5EF4-FFF2-40B4-BE49-F238E27FC236}">
                  <a16:creationId xmlns:a16="http://schemas.microsoft.com/office/drawing/2014/main" id="{A1791E85-0AD9-F9E5-3391-D5230E5F25DC}"/>
                </a:ext>
              </a:extLst>
            </p:cNvPr>
            <p:cNvSpPr/>
            <p:nvPr/>
          </p:nvSpPr>
          <p:spPr>
            <a:xfrm>
              <a:off x="4442708" y="2983061"/>
              <a:ext cx="56823" cy="104945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49;p41">
              <a:extLst>
                <a:ext uri="{FF2B5EF4-FFF2-40B4-BE49-F238E27FC236}">
                  <a16:creationId xmlns:a16="http://schemas.microsoft.com/office/drawing/2014/main" id="{F058F60A-789B-2FF5-C57A-70EA3F3B405C}"/>
                </a:ext>
              </a:extLst>
            </p:cNvPr>
            <p:cNvSpPr/>
            <p:nvPr/>
          </p:nvSpPr>
          <p:spPr>
            <a:xfrm>
              <a:off x="4450186" y="3045644"/>
              <a:ext cx="36139" cy="2975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50;p41">
              <a:extLst>
                <a:ext uri="{FF2B5EF4-FFF2-40B4-BE49-F238E27FC236}">
                  <a16:creationId xmlns:a16="http://schemas.microsoft.com/office/drawing/2014/main" id="{993B8A1F-AA77-7ECB-6160-7A9CD3A1D2C7}"/>
                </a:ext>
              </a:extLst>
            </p:cNvPr>
            <p:cNvSpPr/>
            <p:nvPr/>
          </p:nvSpPr>
          <p:spPr>
            <a:xfrm>
              <a:off x="4429753" y="2990191"/>
              <a:ext cx="55822" cy="61650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51;p41">
              <a:extLst>
                <a:ext uri="{FF2B5EF4-FFF2-40B4-BE49-F238E27FC236}">
                  <a16:creationId xmlns:a16="http://schemas.microsoft.com/office/drawing/2014/main" id="{6DAAE0A6-5288-BB87-C70D-0C48C2CE3850}"/>
                </a:ext>
              </a:extLst>
            </p:cNvPr>
            <p:cNvSpPr/>
            <p:nvPr/>
          </p:nvSpPr>
          <p:spPr>
            <a:xfrm>
              <a:off x="4413309" y="3004475"/>
              <a:ext cx="58061" cy="103285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52;p41">
              <a:extLst>
                <a:ext uri="{FF2B5EF4-FFF2-40B4-BE49-F238E27FC236}">
                  <a16:creationId xmlns:a16="http://schemas.microsoft.com/office/drawing/2014/main" id="{E989AC88-210D-7704-5B23-83E557B12D76}"/>
                </a:ext>
              </a:extLst>
            </p:cNvPr>
            <p:cNvSpPr/>
            <p:nvPr/>
          </p:nvSpPr>
          <p:spPr>
            <a:xfrm>
              <a:off x="4375443" y="2948079"/>
              <a:ext cx="61050" cy="131125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53;p41">
              <a:extLst>
                <a:ext uri="{FF2B5EF4-FFF2-40B4-BE49-F238E27FC236}">
                  <a16:creationId xmlns:a16="http://schemas.microsoft.com/office/drawing/2014/main" id="{37A459F5-C4A4-D4D6-71F4-A901BD97A283}"/>
                </a:ext>
              </a:extLst>
            </p:cNvPr>
            <p:cNvSpPr/>
            <p:nvPr/>
          </p:nvSpPr>
          <p:spPr>
            <a:xfrm>
              <a:off x="4343054" y="2959975"/>
              <a:ext cx="35389" cy="43557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54;p41">
              <a:extLst>
                <a:ext uri="{FF2B5EF4-FFF2-40B4-BE49-F238E27FC236}">
                  <a16:creationId xmlns:a16="http://schemas.microsoft.com/office/drawing/2014/main" id="{D0D91BC4-19ED-57DD-EE58-531D8B0EED01}"/>
                </a:ext>
              </a:extLst>
            </p:cNvPr>
            <p:cNvSpPr/>
            <p:nvPr/>
          </p:nvSpPr>
          <p:spPr>
            <a:xfrm>
              <a:off x="3793178" y="2712975"/>
              <a:ext cx="26423" cy="3094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55;p41">
              <a:extLst>
                <a:ext uri="{FF2B5EF4-FFF2-40B4-BE49-F238E27FC236}">
                  <a16:creationId xmlns:a16="http://schemas.microsoft.com/office/drawing/2014/main" id="{0BB0F18E-B7FA-053F-CA33-A9A234E290F7}"/>
                </a:ext>
              </a:extLst>
            </p:cNvPr>
            <p:cNvSpPr/>
            <p:nvPr/>
          </p:nvSpPr>
          <p:spPr>
            <a:xfrm>
              <a:off x="3772256" y="2560208"/>
              <a:ext cx="138282" cy="15349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56;p41">
              <a:extLst>
                <a:ext uri="{FF2B5EF4-FFF2-40B4-BE49-F238E27FC236}">
                  <a16:creationId xmlns:a16="http://schemas.microsoft.com/office/drawing/2014/main" id="{A61211D4-010D-6BAE-5E86-BE3597E5F609}"/>
                </a:ext>
              </a:extLst>
            </p:cNvPr>
            <p:cNvSpPr/>
            <p:nvPr/>
          </p:nvSpPr>
          <p:spPr>
            <a:xfrm>
              <a:off x="3810372" y="2589242"/>
              <a:ext cx="68528" cy="147786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57;p41">
              <a:extLst>
                <a:ext uri="{FF2B5EF4-FFF2-40B4-BE49-F238E27FC236}">
                  <a16:creationId xmlns:a16="http://schemas.microsoft.com/office/drawing/2014/main" id="{75DA4520-2B95-60A0-0544-DFCE5EA5BF26}"/>
                </a:ext>
              </a:extLst>
            </p:cNvPr>
            <p:cNvSpPr/>
            <p:nvPr/>
          </p:nvSpPr>
          <p:spPr>
            <a:xfrm>
              <a:off x="3883127" y="2693471"/>
              <a:ext cx="27411" cy="23803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58;p41">
              <a:extLst>
                <a:ext uri="{FF2B5EF4-FFF2-40B4-BE49-F238E27FC236}">
                  <a16:creationId xmlns:a16="http://schemas.microsoft.com/office/drawing/2014/main" id="{3385DF63-89F2-C5BA-0193-4EBF2443DB6E}"/>
                </a:ext>
              </a:extLst>
            </p:cNvPr>
            <p:cNvSpPr/>
            <p:nvPr/>
          </p:nvSpPr>
          <p:spPr>
            <a:xfrm>
              <a:off x="3870422" y="2710598"/>
              <a:ext cx="43605" cy="22620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59;p41">
              <a:extLst>
                <a:ext uri="{FF2B5EF4-FFF2-40B4-BE49-F238E27FC236}">
                  <a16:creationId xmlns:a16="http://schemas.microsoft.com/office/drawing/2014/main" id="{E95188DF-54C1-39C9-5F01-17C14BD95560}"/>
                </a:ext>
              </a:extLst>
            </p:cNvPr>
            <p:cNvSpPr/>
            <p:nvPr/>
          </p:nvSpPr>
          <p:spPr>
            <a:xfrm>
              <a:off x="3871910" y="2726065"/>
              <a:ext cx="33901" cy="23803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60;p41">
              <a:extLst>
                <a:ext uri="{FF2B5EF4-FFF2-40B4-BE49-F238E27FC236}">
                  <a16:creationId xmlns:a16="http://schemas.microsoft.com/office/drawing/2014/main" id="{FA211184-1735-7D0E-EEF2-5B810B2891B8}"/>
                </a:ext>
              </a:extLst>
            </p:cNvPr>
            <p:cNvSpPr/>
            <p:nvPr/>
          </p:nvSpPr>
          <p:spPr>
            <a:xfrm>
              <a:off x="3888104" y="2727737"/>
              <a:ext cx="57573" cy="42601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61;p41">
              <a:extLst>
                <a:ext uri="{FF2B5EF4-FFF2-40B4-BE49-F238E27FC236}">
                  <a16:creationId xmlns:a16="http://schemas.microsoft.com/office/drawing/2014/main" id="{5E069614-9742-0575-00C1-4A1CDA044ED4}"/>
                </a:ext>
              </a:extLst>
            </p:cNvPr>
            <p:cNvSpPr/>
            <p:nvPr/>
          </p:nvSpPr>
          <p:spPr>
            <a:xfrm>
              <a:off x="3848488" y="2796972"/>
              <a:ext cx="39628" cy="24519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62;p41">
              <a:extLst>
                <a:ext uri="{FF2B5EF4-FFF2-40B4-BE49-F238E27FC236}">
                  <a16:creationId xmlns:a16="http://schemas.microsoft.com/office/drawing/2014/main" id="{F2C583ED-9B6E-D199-F123-592F09CB4A36}"/>
                </a:ext>
              </a:extLst>
            </p:cNvPr>
            <p:cNvSpPr/>
            <p:nvPr/>
          </p:nvSpPr>
          <p:spPr>
            <a:xfrm>
              <a:off x="3851727" y="2789842"/>
              <a:ext cx="34151" cy="14284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63;p41">
              <a:extLst>
                <a:ext uri="{FF2B5EF4-FFF2-40B4-BE49-F238E27FC236}">
                  <a16:creationId xmlns:a16="http://schemas.microsoft.com/office/drawing/2014/main" id="{51856F22-CCF3-781E-9B59-8C464D08DA2C}"/>
                </a:ext>
              </a:extLst>
            </p:cNvPr>
            <p:cNvSpPr/>
            <p:nvPr/>
          </p:nvSpPr>
          <p:spPr>
            <a:xfrm>
              <a:off x="3869672" y="2845760"/>
              <a:ext cx="12967" cy="23803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64;p41">
              <a:extLst>
                <a:ext uri="{FF2B5EF4-FFF2-40B4-BE49-F238E27FC236}">
                  <a16:creationId xmlns:a16="http://schemas.microsoft.com/office/drawing/2014/main" id="{4F912EF7-F9F5-06C4-CCA6-33E30714AC7B}"/>
                </a:ext>
              </a:extLst>
            </p:cNvPr>
            <p:cNvSpPr/>
            <p:nvPr/>
          </p:nvSpPr>
          <p:spPr>
            <a:xfrm>
              <a:off x="3863444" y="2836958"/>
              <a:ext cx="12467" cy="15000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65;p41">
              <a:extLst>
                <a:ext uri="{FF2B5EF4-FFF2-40B4-BE49-F238E27FC236}">
                  <a16:creationId xmlns:a16="http://schemas.microsoft.com/office/drawing/2014/main" id="{A51BA520-DCFD-11F8-7B13-0DA4FB253F37}"/>
                </a:ext>
              </a:extLst>
            </p:cNvPr>
            <p:cNvSpPr/>
            <p:nvPr/>
          </p:nvSpPr>
          <p:spPr>
            <a:xfrm>
              <a:off x="3844761" y="2824346"/>
              <a:ext cx="25923" cy="2166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66;p41">
              <a:extLst>
                <a:ext uri="{FF2B5EF4-FFF2-40B4-BE49-F238E27FC236}">
                  <a16:creationId xmlns:a16="http://schemas.microsoft.com/office/drawing/2014/main" id="{8F453966-38F7-4C5E-1962-A1006DBD0486}"/>
                </a:ext>
              </a:extLst>
            </p:cNvPr>
            <p:cNvSpPr/>
            <p:nvPr/>
          </p:nvSpPr>
          <p:spPr>
            <a:xfrm>
              <a:off x="3830555" y="2811734"/>
              <a:ext cx="20195" cy="12146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67;p41">
              <a:extLst>
                <a:ext uri="{FF2B5EF4-FFF2-40B4-BE49-F238E27FC236}">
                  <a16:creationId xmlns:a16="http://schemas.microsoft.com/office/drawing/2014/main" id="{B856AAEA-3C3F-35D0-DCAD-249AF3F501A3}"/>
                </a:ext>
              </a:extLst>
            </p:cNvPr>
            <p:cNvSpPr/>
            <p:nvPr/>
          </p:nvSpPr>
          <p:spPr>
            <a:xfrm>
              <a:off x="3804645" y="2793401"/>
              <a:ext cx="47594" cy="21903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68;p41">
              <a:extLst>
                <a:ext uri="{FF2B5EF4-FFF2-40B4-BE49-F238E27FC236}">
                  <a16:creationId xmlns:a16="http://schemas.microsoft.com/office/drawing/2014/main" id="{FEFC7C9C-4B17-94FA-043E-7BF0B1642856}"/>
                </a:ext>
              </a:extLst>
            </p:cNvPr>
            <p:cNvSpPr/>
            <p:nvPr/>
          </p:nvSpPr>
          <p:spPr>
            <a:xfrm>
              <a:off x="3831556" y="2741054"/>
              <a:ext cx="63038" cy="50699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69;p41">
              <a:extLst>
                <a:ext uri="{FF2B5EF4-FFF2-40B4-BE49-F238E27FC236}">
                  <a16:creationId xmlns:a16="http://schemas.microsoft.com/office/drawing/2014/main" id="{D9C2FFF2-0A70-1C2F-1E26-9A418F01A891}"/>
                </a:ext>
              </a:extLst>
            </p:cNvPr>
            <p:cNvSpPr/>
            <p:nvPr/>
          </p:nvSpPr>
          <p:spPr>
            <a:xfrm>
              <a:off x="3819089" y="2776036"/>
              <a:ext cx="50345" cy="20948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70;p41">
              <a:extLst>
                <a:ext uri="{FF2B5EF4-FFF2-40B4-BE49-F238E27FC236}">
                  <a16:creationId xmlns:a16="http://schemas.microsoft.com/office/drawing/2014/main" id="{183D5A15-2C90-0679-69AE-9AD36869809A}"/>
                </a:ext>
              </a:extLst>
            </p:cNvPr>
            <p:cNvSpPr/>
            <p:nvPr/>
          </p:nvSpPr>
          <p:spPr>
            <a:xfrm>
              <a:off x="3779972" y="2741293"/>
              <a:ext cx="57323" cy="65449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71;p41">
              <a:extLst>
                <a:ext uri="{FF2B5EF4-FFF2-40B4-BE49-F238E27FC236}">
                  <a16:creationId xmlns:a16="http://schemas.microsoft.com/office/drawing/2014/main" id="{14AA7520-366A-EB13-AF6F-3B357205E26D}"/>
                </a:ext>
              </a:extLst>
            </p:cNvPr>
            <p:cNvSpPr/>
            <p:nvPr/>
          </p:nvSpPr>
          <p:spPr>
            <a:xfrm>
              <a:off x="3764778" y="2755577"/>
              <a:ext cx="24672" cy="21426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72;p41">
              <a:extLst>
                <a:ext uri="{FF2B5EF4-FFF2-40B4-BE49-F238E27FC236}">
                  <a16:creationId xmlns:a16="http://schemas.microsoft.com/office/drawing/2014/main" id="{8678CFB9-FBEF-980C-281F-1F5FDACD7E4E}"/>
                </a:ext>
              </a:extLst>
            </p:cNvPr>
            <p:cNvSpPr/>
            <p:nvPr/>
          </p:nvSpPr>
          <p:spPr>
            <a:xfrm>
              <a:off x="3762540" y="2773181"/>
              <a:ext cx="19445" cy="15956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73;p41">
              <a:extLst>
                <a:ext uri="{FF2B5EF4-FFF2-40B4-BE49-F238E27FC236}">
                  <a16:creationId xmlns:a16="http://schemas.microsoft.com/office/drawing/2014/main" id="{423703ED-D287-5C98-456A-E7F3F7802B17}"/>
                </a:ext>
              </a:extLst>
            </p:cNvPr>
            <p:cNvSpPr/>
            <p:nvPr/>
          </p:nvSpPr>
          <p:spPr>
            <a:xfrm>
              <a:off x="3779484" y="2783894"/>
              <a:ext cx="4739" cy="64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4;p41">
              <a:extLst>
                <a:ext uri="{FF2B5EF4-FFF2-40B4-BE49-F238E27FC236}">
                  <a16:creationId xmlns:a16="http://schemas.microsoft.com/office/drawing/2014/main" id="{A141D402-1558-52E4-32D2-D2417AF4FF98}"/>
                </a:ext>
              </a:extLst>
            </p:cNvPr>
            <p:cNvSpPr/>
            <p:nvPr/>
          </p:nvSpPr>
          <p:spPr>
            <a:xfrm>
              <a:off x="3681319" y="2737017"/>
              <a:ext cx="27661" cy="34982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" name="Google Shape;975;p41">
              <a:extLst>
                <a:ext uri="{FF2B5EF4-FFF2-40B4-BE49-F238E27FC236}">
                  <a16:creationId xmlns:a16="http://schemas.microsoft.com/office/drawing/2014/main" id="{99A9532D-3F9F-AC42-FCE8-797587717504}"/>
                </a:ext>
              </a:extLst>
            </p:cNvPr>
            <p:cNvGrpSpPr/>
            <p:nvPr/>
          </p:nvGrpSpPr>
          <p:grpSpPr>
            <a:xfrm>
              <a:off x="3697513" y="2707266"/>
              <a:ext cx="59549" cy="79733"/>
              <a:chOff x="3586375" y="2281300"/>
              <a:chExt cx="125025" cy="175275"/>
            </a:xfrm>
            <a:grpFill/>
          </p:grpSpPr>
          <p:sp>
            <p:nvSpPr>
              <p:cNvPr id="212" name="Google Shape;976;p41">
                <a:extLst>
                  <a:ext uri="{FF2B5EF4-FFF2-40B4-BE49-F238E27FC236}">
                    <a16:creationId xmlns:a16="http://schemas.microsoft.com/office/drawing/2014/main" id="{159EDE92-71DA-021B-F49D-B62EDF65245F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977;p41">
                <a:extLst>
                  <a:ext uri="{FF2B5EF4-FFF2-40B4-BE49-F238E27FC236}">
                    <a16:creationId xmlns:a16="http://schemas.microsoft.com/office/drawing/2014/main" id="{12F7F901-8903-1425-DAAF-D9F1E76EC0B9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" name="Google Shape;978;p41">
              <a:extLst>
                <a:ext uri="{FF2B5EF4-FFF2-40B4-BE49-F238E27FC236}">
                  <a16:creationId xmlns:a16="http://schemas.microsoft.com/office/drawing/2014/main" id="{2A1E63F6-E3B2-0886-BCE7-060CAC88D369}"/>
                </a:ext>
              </a:extLst>
            </p:cNvPr>
            <p:cNvSpPr/>
            <p:nvPr/>
          </p:nvSpPr>
          <p:spPr>
            <a:xfrm>
              <a:off x="4037841" y="3224817"/>
              <a:ext cx="52333" cy="93527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" name="Google Shape;979;p41">
              <a:extLst>
                <a:ext uri="{FF2B5EF4-FFF2-40B4-BE49-F238E27FC236}">
                  <a16:creationId xmlns:a16="http://schemas.microsoft.com/office/drawing/2014/main" id="{69C7C6FF-35AA-0396-CEE4-CAF903F0A9A0}"/>
                </a:ext>
              </a:extLst>
            </p:cNvPr>
            <p:cNvGrpSpPr/>
            <p:nvPr/>
          </p:nvGrpSpPr>
          <p:grpSpPr>
            <a:xfrm>
              <a:off x="4513224" y="3221724"/>
              <a:ext cx="274563" cy="280321"/>
              <a:chOff x="5298975" y="3412225"/>
              <a:chExt cx="576450" cy="616225"/>
            </a:xfrm>
            <a:grpFill/>
          </p:grpSpPr>
          <p:sp>
            <p:nvSpPr>
              <p:cNvPr id="210" name="Google Shape;980;p41">
                <a:extLst>
                  <a:ext uri="{FF2B5EF4-FFF2-40B4-BE49-F238E27FC236}">
                    <a16:creationId xmlns:a16="http://schemas.microsoft.com/office/drawing/2014/main" id="{191AF1E5-FC29-F373-8D63-E61366A2E347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A6CBC2"/>
                  </a:solidFill>
                </a:endParaRPr>
              </a:p>
            </p:txBody>
          </p:sp>
          <p:sp>
            <p:nvSpPr>
              <p:cNvPr id="211" name="Google Shape;981;p41">
                <a:extLst>
                  <a:ext uri="{FF2B5EF4-FFF2-40B4-BE49-F238E27FC236}">
                    <a16:creationId xmlns:a16="http://schemas.microsoft.com/office/drawing/2014/main" id="{1DAB73D5-94F9-275A-3E93-C28BC0D3A839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" name="Google Shape;982;p41">
              <a:extLst>
                <a:ext uri="{FF2B5EF4-FFF2-40B4-BE49-F238E27FC236}">
                  <a16:creationId xmlns:a16="http://schemas.microsoft.com/office/drawing/2014/main" id="{5DD0534C-AF9E-7D2F-F617-BDED9D1D3ED7}"/>
                </a:ext>
              </a:extLst>
            </p:cNvPr>
            <p:cNvGrpSpPr/>
            <p:nvPr/>
          </p:nvGrpSpPr>
          <p:grpSpPr>
            <a:xfrm>
              <a:off x="4824429" y="3421846"/>
              <a:ext cx="110133" cy="130647"/>
              <a:chOff x="5952300" y="3852150"/>
              <a:chExt cx="231225" cy="287200"/>
            </a:xfrm>
            <a:grpFill/>
          </p:grpSpPr>
          <p:sp>
            <p:nvSpPr>
              <p:cNvPr id="208" name="Google Shape;983;p41">
                <a:extLst>
                  <a:ext uri="{FF2B5EF4-FFF2-40B4-BE49-F238E27FC236}">
                    <a16:creationId xmlns:a16="http://schemas.microsoft.com/office/drawing/2014/main" id="{5066C5D0-8F6D-6537-62F7-7248B0B0DB39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984;p41">
                <a:extLst>
                  <a:ext uri="{FF2B5EF4-FFF2-40B4-BE49-F238E27FC236}">
                    <a16:creationId xmlns:a16="http://schemas.microsoft.com/office/drawing/2014/main" id="{7B56D77C-5658-2629-C068-A06B80FE840F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2" name="Google Shape;985;p41">
              <a:extLst>
                <a:ext uri="{FF2B5EF4-FFF2-40B4-BE49-F238E27FC236}">
                  <a16:creationId xmlns:a16="http://schemas.microsoft.com/office/drawing/2014/main" id="{59FB0500-1A4F-64E6-84D1-00EA0741CA55}"/>
                </a:ext>
              </a:extLst>
            </p:cNvPr>
            <p:cNvSpPr/>
            <p:nvPr/>
          </p:nvSpPr>
          <p:spPr>
            <a:xfrm>
              <a:off x="3608564" y="2619698"/>
              <a:ext cx="60550" cy="35232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86;p41">
              <a:extLst>
                <a:ext uri="{FF2B5EF4-FFF2-40B4-BE49-F238E27FC236}">
                  <a16:creationId xmlns:a16="http://schemas.microsoft.com/office/drawing/2014/main" id="{0885CE16-4D86-E3EF-A3B2-009AA7F0F21A}"/>
                </a:ext>
              </a:extLst>
            </p:cNvPr>
            <p:cNvSpPr/>
            <p:nvPr/>
          </p:nvSpPr>
          <p:spPr>
            <a:xfrm>
              <a:off x="4188328" y="2704412"/>
              <a:ext cx="421823" cy="300791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87;p41">
              <a:extLst>
                <a:ext uri="{FF2B5EF4-FFF2-40B4-BE49-F238E27FC236}">
                  <a16:creationId xmlns:a16="http://schemas.microsoft.com/office/drawing/2014/main" id="{FD1E50EF-D942-EC97-1A66-41822BBA87D0}"/>
                </a:ext>
              </a:extLst>
            </p:cNvPr>
            <p:cNvSpPr/>
            <p:nvPr/>
          </p:nvSpPr>
          <p:spPr>
            <a:xfrm>
              <a:off x="4442708" y="2990191"/>
              <a:ext cx="762" cy="967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88;p41">
              <a:extLst>
                <a:ext uri="{FF2B5EF4-FFF2-40B4-BE49-F238E27FC236}">
                  <a16:creationId xmlns:a16="http://schemas.microsoft.com/office/drawing/2014/main" id="{EA363D09-63A8-087D-4497-47DAD0950464}"/>
                </a:ext>
              </a:extLst>
            </p:cNvPr>
            <p:cNvSpPr/>
            <p:nvPr/>
          </p:nvSpPr>
          <p:spPr>
            <a:xfrm>
              <a:off x="4434742" y="2997094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89;p41">
              <a:extLst>
                <a:ext uri="{FF2B5EF4-FFF2-40B4-BE49-F238E27FC236}">
                  <a16:creationId xmlns:a16="http://schemas.microsoft.com/office/drawing/2014/main" id="{F59C1650-8F79-6279-5249-3B522412ACB5}"/>
                </a:ext>
              </a:extLst>
            </p:cNvPr>
            <p:cNvSpPr/>
            <p:nvPr/>
          </p:nvSpPr>
          <p:spPr>
            <a:xfrm>
              <a:off x="4184339" y="2879787"/>
              <a:ext cx="2512" cy="728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90;p41">
              <a:extLst>
                <a:ext uri="{FF2B5EF4-FFF2-40B4-BE49-F238E27FC236}">
                  <a16:creationId xmlns:a16="http://schemas.microsoft.com/office/drawing/2014/main" id="{6A60D35C-960C-3132-E1E0-4C50BF73E2A5}"/>
                </a:ext>
              </a:extLst>
            </p:cNvPr>
            <p:cNvSpPr/>
            <p:nvPr/>
          </p:nvSpPr>
          <p:spPr>
            <a:xfrm>
              <a:off x="4038591" y="2720356"/>
              <a:ext cx="260870" cy="130886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91;p41">
              <a:extLst>
                <a:ext uri="{FF2B5EF4-FFF2-40B4-BE49-F238E27FC236}">
                  <a16:creationId xmlns:a16="http://schemas.microsoft.com/office/drawing/2014/main" id="{87CDF54A-9A63-D565-BFE9-FA19339B8F58}"/>
                </a:ext>
              </a:extLst>
            </p:cNvPr>
            <p:cNvSpPr/>
            <p:nvPr/>
          </p:nvSpPr>
          <p:spPr>
            <a:xfrm>
              <a:off x="4105619" y="2816249"/>
              <a:ext cx="110383" cy="65688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92;p41">
              <a:extLst>
                <a:ext uri="{FF2B5EF4-FFF2-40B4-BE49-F238E27FC236}">
                  <a16:creationId xmlns:a16="http://schemas.microsoft.com/office/drawing/2014/main" id="{E9FE7C2F-CDCD-996A-93C4-D472B2C7F19D}"/>
                </a:ext>
              </a:extLst>
            </p:cNvPr>
            <p:cNvSpPr/>
            <p:nvPr/>
          </p:nvSpPr>
          <p:spPr>
            <a:xfrm>
              <a:off x="4085936" y="2839096"/>
              <a:ext cx="98666" cy="59262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" name="Google Shape;993;p41">
              <a:extLst>
                <a:ext uri="{FF2B5EF4-FFF2-40B4-BE49-F238E27FC236}">
                  <a16:creationId xmlns:a16="http://schemas.microsoft.com/office/drawing/2014/main" id="{504F8253-9799-B414-0410-97C829CF48E6}"/>
                </a:ext>
              </a:extLst>
            </p:cNvPr>
            <p:cNvGrpSpPr/>
            <p:nvPr/>
          </p:nvGrpSpPr>
          <p:grpSpPr>
            <a:xfrm>
              <a:off x="4295402" y="3079826"/>
              <a:ext cx="14966" cy="27138"/>
              <a:chOff x="4842300" y="3099950"/>
              <a:chExt cx="31425" cy="59650"/>
            </a:xfrm>
            <a:grpFill/>
          </p:grpSpPr>
          <p:sp>
            <p:nvSpPr>
              <p:cNvPr id="204" name="Google Shape;994;p41">
                <a:extLst>
                  <a:ext uri="{FF2B5EF4-FFF2-40B4-BE49-F238E27FC236}">
                    <a16:creationId xmlns:a16="http://schemas.microsoft.com/office/drawing/2014/main" id="{E491C46E-503C-57AE-DAA7-FF3BE66477C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995;p41">
                <a:extLst>
                  <a:ext uri="{FF2B5EF4-FFF2-40B4-BE49-F238E27FC236}">
                    <a16:creationId xmlns:a16="http://schemas.microsoft.com/office/drawing/2014/main" id="{D2CF39CC-A10D-8FF9-0ADA-9D99DCF9E13F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996;p41">
                <a:extLst>
                  <a:ext uri="{FF2B5EF4-FFF2-40B4-BE49-F238E27FC236}">
                    <a16:creationId xmlns:a16="http://schemas.microsoft.com/office/drawing/2014/main" id="{339A1EC0-FED9-2FC5-99CF-88967F0798F4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997;p41">
                <a:extLst>
                  <a:ext uri="{FF2B5EF4-FFF2-40B4-BE49-F238E27FC236}">
                    <a16:creationId xmlns:a16="http://schemas.microsoft.com/office/drawing/2014/main" id="{E45E2095-4F2D-AA9D-0FE4-0E5E09527E72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1" name="Google Shape;998;p41">
              <a:extLst>
                <a:ext uri="{FF2B5EF4-FFF2-40B4-BE49-F238E27FC236}">
                  <a16:creationId xmlns:a16="http://schemas.microsoft.com/office/drawing/2014/main" id="{575E59FC-5FD4-EF7B-EDE7-691126098B81}"/>
                </a:ext>
              </a:extLst>
            </p:cNvPr>
            <p:cNvSpPr/>
            <p:nvPr/>
          </p:nvSpPr>
          <p:spPr>
            <a:xfrm>
              <a:off x="4210500" y="2911903"/>
              <a:ext cx="193104" cy="180152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999;p41">
              <a:extLst>
                <a:ext uri="{FF2B5EF4-FFF2-40B4-BE49-F238E27FC236}">
                  <a16:creationId xmlns:a16="http://schemas.microsoft.com/office/drawing/2014/main" id="{824A4257-F5A4-84F3-72F0-DAB84F437CA5}"/>
                </a:ext>
              </a:extLst>
            </p:cNvPr>
            <p:cNvSpPr/>
            <p:nvPr/>
          </p:nvSpPr>
          <p:spPr>
            <a:xfrm>
              <a:off x="4286244" y="2933329"/>
              <a:ext cx="56823" cy="29034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000;p41">
              <a:extLst>
                <a:ext uri="{FF2B5EF4-FFF2-40B4-BE49-F238E27FC236}">
                  <a16:creationId xmlns:a16="http://schemas.microsoft.com/office/drawing/2014/main" id="{FE59CEF2-CBD1-1AEA-A0F3-7E87971FB920}"/>
                </a:ext>
              </a:extLst>
            </p:cNvPr>
            <p:cNvSpPr/>
            <p:nvPr/>
          </p:nvSpPr>
          <p:spPr>
            <a:xfrm>
              <a:off x="4155440" y="2884541"/>
              <a:ext cx="95439" cy="100431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001;p41">
              <a:extLst>
                <a:ext uri="{FF2B5EF4-FFF2-40B4-BE49-F238E27FC236}">
                  <a16:creationId xmlns:a16="http://schemas.microsoft.com/office/drawing/2014/main" id="{C9275A2C-6F6E-12B4-E4B0-3C1DC4118EDE}"/>
                </a:ext>
              </a:extLst>
            </p:cNvPr>
            <p:cNvSpPr/>
            <p:nvPr/>
          </p:nvSpPr>
          <p:spPr>
            <a:xfrm>
              <a:off x="4148462" y="2870746"/>
              <a:ext cx="91200" cy="72579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002;p41">
              <a:extLst>
                <a:ext uri="{FF2B5EF4-FFF2-40B4-BE49-F238E27FC236}">
                  <a16:creationId xmlns:a16="http://schemas.microsoft.com/office/drawing/2014/main" id="{15EEC49A-1B07-BC7F-BE87-D03FCC06045C}"/>
                </a:ext>
              </a:extLst>
            </p:cNvPr>
            <p:cNvSpPr/>
            <p:nvPr/>
          </p:nvSpPr>
          <p:spPr>
            <a:xfrm>
              <a:off x="3884115" y="2761763"/>
              <a:ext cx="113133" cy="67348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003;p41">
              <a:extLst>
                <a:ext uri="{FF2B5EF4-FFF2-40B4-BE49-F238E27FC236}">
                  <a16:creationId xmlns:a16="http://schemas.microsoft.com/office/drawing/2014/main" id="{549BAD04-EE5D-B240-D441-3E4E95BB05B8}"/>
                </a:ext>
              </a:extLst>
            </p:cNvPr>
            <p:cNvSpPr/>
            <p:nvPr/>
          </p:nvSpPr>
          <p:spPr>
            <a:xfrm>
              <a:off x="3912027" y="2795073"/>
              <a:ext cx="23684" cy="25236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004;p41">
              <a:extLst>
                <a:ext uri="{FF2B5EF4-FFF2-40B4-BE49-F238E27FC236}">
                  <a16:creationId xmlns:a16="http://schemas.microsoft.com/office/drawing/2014/main" id="{1458071A-26F1-1E49-8820-822EAEEEB6F6}"/>
                </a:ext>
              </a:extLst>
            </p:cNvPr>
            <p:cNvSpPr/>
            <p:nvPr/>
          </p:nvSpPr>
          <p:spPr>
            <a:xfrm>
              <a:off x="3874161" y="2799361"/>
              <a:ext cx="60800" cy="37131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005;p41">
              <a:extLst>
                <a:ext uri="{FF2B5EF4-FFF2-40B4-BE49-F238E27FC236}">
                  <a16:creationId xmlns:a16="http://schemas.microsoft.com/office/drawing/2014/main" id="{5A08896E-4827-0C83-C030-A4804221976D}"/>
                </a:ext>
              </a:extLst>
            </p:cNvPr>
            <p:cNvSpPr/>
            <p:nvPr/>
          </p:nvSpPr>
          <p:spPr>
            <a:xfrm>
              <a:off x="3889355" y="2831954"/>
              <a:ext cx="39878" cy="24041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" name="Google Shape;1006;p41">
              <a:extLst>
                <a:ext uri="{FF2B5EF4-FFF2-40B4-BE49-F238E27FC236}">
                  <a16:creationId xmlns:a16="http://schemas.microsoft.com/office/drawing/2014/main" id="{4CA2E204-50C2-20E6-08A4-82DBD494042B}"/>
                </a:ext>
              </a:extLst>
            </p:cNvPr>
            <p:cNvGrpSpPr/>
            <p:nvPr/>
          </p:nvGrpSpPr>
          <p:grpSpPr>
            <a:xfrm>
              <a:off x="3831598" y="2816176"/>
              <a:ext cx="37389" cy="27616"/>
              <a:chOff x="3866750" y="2520350"/>
              <a:chExt cx="78475" cy="60700"/>
            </a:xfrm>
            <a:grpFill/>
          </p:grpSpPr>
          <p:sp>
            <p:nvSpPr>
              <p:cNvPr id="200" name="Google Shape;1007;p41">
                <a:extLst>
                  <a:ext uri="{FF2B5EF4-FFF2-40B4-BE49-F238E27FC236}">
                    <a16:creationId xmlns:a16="http://schemas.microsoft.com/office/drawing/2014/main" id="{06D94330-FE65-A4CF-EB09-E2B084B25BF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008;p41">
                <a:extLst>
                  <a:ext uri="{FF2B5EF4-FFF2-40B4-BE49-F238E27FC236}">
                    <a16:creationId xmlns:a16="http://schemas.microsoft.com/office/drawing/2014/main" id="{7F998BA0-15A1-6EF9-826E-88EA24962AF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009;p41">
                <a:extLst>
                  <a:ext uri="{FF2B5EF4-FFF2-40B4-BE49-F238E27FC236}">
                    <a16:creationId xmlns:a16="http://schemas.microsoft.com/office/drawing/2014/main" id="{9143AE19-C366-98A1-B2C4-3E9A8396AD14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010;p41">
                <a:extLst>
                  <a:ext uri="{FF2B5EF4-FFF2-40B4-BE49-F238E27FC236}">
                    <a16:creationId xmlns:a16="http://schemas.microsoft.com/office/drawing/2014/main" id="{848C9111-2319-0FF0-8C46-6F7E4143A4B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0" name="Google Shape;1011;p41">
              <a:extLst>
                <a:ext uri="{FF2B5EF4-FFF2-40B4-BE49-F238E27FC236}">
                  <a16:creationId xmlns:a16="http://schemas.microsoft.com/office/drawing/2014/main" id="{0132796C-B018-6265-D77B-4187FAAC4D0D}"/>
                </a:ext>
              </a:extLst>
            </p:cNvPr>
            <p:cNvSpPr/>
            <p:nvPr/>
          </p:nvSpPr>
          <p:spPr>
            <a:xfrm>
              <a:off x="3799155" y="2842190"/>
              <a:ext cx="6990" cy="13340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012;p41">
              <a:extLst>
                <a:ext uri="{FF2B5EF4-FFF2-40B4-BE49-F238E27FC236}">
                  <a16:creationId xmlns:a16="http://schemas.microsoft.com/office/drawing/2014/main" id="{2EBF1110-02E5-66FF-91C2-1664DF937205}"/>
                </a:ext>
              </a:extLst>
            </p:cNvPr>
            <p:cNvSpPr/>
            <p:nvPr/>
          </p:nvSpPr>
          <p:spPr>
            <a:xfrm>
              <a:off x="3688535" y="2836242"/>
              <a:ext cx="76506" cy="61161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013;p41">
              <a:extLst>
                <a:ext uri="{FF2B5EF4-FFF2-40B4-BE49-F238E27FC236}">
                  <a16:creationId xmlns:a16="http://schemas.microsoft.com/office/drawing/2014/main" id="{825422B1-8C78-25E4-52C4-F69B1C596732}"/>
                </a:ext>
              </a:extLst>
            </p:cNvPr>
            <p:cNvSpPr/>
            <p:nvPr/>
          </p:nvSpPr>
          <p:spPr>
            <a:xfrm>
              <a:off x="4036603" y="2865264"/>
              <a:ext cx="11967" cy="9064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014;p41">
              <a:extLst>
                <a:ext uri="{FF2B5EF4-FFF2-40B4-BE49-F238E27FC236}">
                  <a16:creationId xmlns:a16="http://schemas.microsoft.com/office/drawing/2014/main" id="{C2C3AB85-2539-FC78-6AF4-C3BFC7250D7F}"/>
                </a:ext>
              </a:extLst>
            </p:cNvPr>
            <p:cNvSpPr/>
            <p:nvPr/>
          </p:nvSpPr>
          <p:spPr>
            <a:xfrm>
              <a:off x="4033614" y="2866458"/>
              <a:ext cx="140532" cy="108039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015;p41">
              <a:extLst>
                <a:ext uri="{FF2B5EF4-FFF2-40B4-BE49-F238E27FC236}">
                  <a16:creationId xmlns:a16="http://schemas.microsoft.com/office/drawing/2014/main" id="{26E6F0F1-F9A8-C9E7-9A26-86AE603FF393}"/>
                </a:ext>
              </a:extLst>
            </p:cNvPr>
            <p:cNvSpPr/>
            <p:nvPr/>
          </p:nvSpPr>
          <p:spPr>
            <a:xfrm>
              <a:off x="4026636" y="2853369"/>
              <a:ext cx="24672" cy="20004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016;p41">
              <a:extLst>
                <a:ext uri="{FF2B5EF4-FFF2-40B4-BE49-F238E27FC236}">
                  <a16:creationId xmlns:a16="http://schemas.microsoft.com/office/drawing/2014/main" id="{8E1BB25C-1FA5-DD03-EB9F-0890672FB405}"/>
                </a:ext>
              </a:extLst>
            </p:cNvPr>
            <p:cNvSpPr/>
            <p:nvPr/>
          </p:nvSpPr>
          <p:spPr>
            <a:xfrm>
              <a:off x="3915766" y="2848615"/>
              <a:ext cx="124088" cy="48788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017;p41">
              <a:extLst>
                <a:ext uri="{FF2B5EF4-FFF2-40B4-BE49-F238E27FC236}">
                  <a16:creationId xmlns:a16="http://schemas.microsoft.com/office/drawing/2014/main" id="{39850343-2CDD-9CF2-5F8D-5B6DEBFF4489}"/>
                </a:ext>
              </a:extLst>
            </p:cNvPr>
            <p:cNvSpPr/>
            <p:nvPr/>
          </p:nvSpPr>
          <p:spPr>
            <a:xfrm>
              <a:off x="3914265" y="2848854"/>
              <a:ext cx="18945" cy="15956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018;p41">
              <a:extLst>
                <a:ext uri="{FF2B5EF4-FFF2-40B4-BE49-F238E27FC236}">
                  <a16:creationId xmlns:a16="http://schemas.microsoft.com/office/drawing/2014/main" id="{909848B9-AC10-D10B-3FBF-6C070FBBBC80}"/>
                </a:ext>
              </a:extLst>
            </p:cNvPr>
            <p:cNvSpPr/>
            <p:nvPr/>
          </p:nvSpPr>
          <p:spPr>
            <a:xfrm>
              <a:off x="4004703" y="2885735"/>
              <a:ext cx="66539" cy="61161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019;p41">
              <a:extLst>
                <a:ext uri="{FF2B5EF4-FFF2-40B4-BE49-F238E27FC236}">
                  <a16:creationId xmlns:a16="http://schemas.microsoft.com/office/drawing/2014/main" id="{2EE5A961-ABAC-B7DF-465B-839BCC0613DA}"/>
                </a:ext>
              </a:extLst>
            </p:cNvPr>
            <p:cNvSpPr/>
            <p:nvPr/>
          </p:nvSpPr>
          <p:spPr>
            <a:xfrm>
              <a:off x="4059025" y="2939277"/>
              <a:ext cx="11967" cy="11668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020;p41">
              <a:extLst>
                <a:ext uri="{FF2B5EF4-FFF2-40B4-BE49-F238E27FC236}">
                  <a16:creationId xmlns:a16="http://schemas.microsoft.com/office/drawing/2014/main" id="{0E412F88-F30B-C127-6EEA-FD69D73319F1}"/>
                </a:ext>
              </a:extLst>
            </p:cNvPr>
            <p:cNvSpPr/>
            <p:nvPr/>
          </p:nvSpPr>
          <p:spPr>
            <a:xfrm>
              <a:off x="3959359" y="2899768"/>
              <a:ext cx="15468" cy="8347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021;p41">
              <a:extLst>
                <a:ext uri="{FF2B5EF4-FFF2-40B4-BE49-F238E27FC236}">
                  <a16:creationId xmlns:a16="http://schemas.microsoft.com/office/drawing/2014/main" id="{E237691B-9B3A-8819-23EA-842AD999A442}"/>
                </a:ext>
              </a:extLst>
            </p:cNvPr>
            <p:cNvSpPr/>
            <p:nvPr/>
          </p:nvSpPr>
          <p:spPr>
            <a:xfrm>
              <a:off x="3982281" y="2887395"/>
              <a:ext cx="42867" cy="36426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022;p41">
              <a:extLst>
                <a:ext uri="{FF2B5EF4-FFF2-40B4-BE49-F238E27FC236}">
                  <a16:creationId xmlns:a16="http://schemas.microsoft.com/office/drawing/2014/main" id="{8A0CFB43-1FCC-BB42-0D41-952ECCBE5A69}"/>
                </a:ext>
              </a:extLst>
            </p:cNvPr>
            <p:cNvSpPr/>
            <p:nvPr/>
          </p:nvSpPr>
          <p:spPr>
            <a:xfrm>
              <a:off x="3973565" y="2916668"/>
              <a:ext cx="10479" cy="29045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023;p41">
              <a:extLst>
                <a:ext uri="{FF2B5EF4-FFF2-40B4-BE49-F238E27FC236}">
                  <a16:creationId xmlns:a16="http://schemas.microsoft.com/office/drawing/2014/main" id="{4430C03B-9D5D-D8F1-04B6-C36ADA19396F}"/>
                </a:ext>
              </a:extLst>
            </p:cNvPr>
            <p:cNvSpPr/>
            <p:nvPr/>
          </p:nvSpPr>
          <p:spPr>
            <a:xfrm>
              <a:off x="3982781" y="2916668"/>
              <a:ext cx="2751" cy="5959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024;p41">
              <a:extLst>
                <a:ext uri="{FF2B5EF4-FFF2-40B4-BE49-F238E27FC236}">
                  <a16:creationId xmlns:a16="http://schemas.microsoft.com/office/drawing/2014/main" id="{38B91304-BD39-C431-B6A6-181A3CF0FE58}"/>
                </a:ext>
              </a:extLst>
            </p:cNvPr>
            <p:cNvSpPr/>
            <p:nvPr/>
          </p:nvSpPr>
          <p:spPr>
            <a:xfrm>
              <a:off x="3979792" y="2923093"/>
              <a:ext cx="3751" cy="8336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025;p41">
              <a:extLst>
                <a:ext uri="{FF2B5EF4-FFF2-40B4-BE49-F238E27FC236}">
                  <a16:creationId xmlns:a16="http://schemas.microsoft.com/office/drawing/2014/main" id="{7C8CB21D-4D05-FAC2-DF79-189904B9EE9B}"/>
                </a:ext>
              </a:extLst>
            </p:cNvPr>
            <p:cNvSpPr/>
            <p:nvPr/>
          </p:nvSpPr>
          <p:spPr>
            <a:xfrm>
              <a:off x="3979792" y="2907627"/>
              <a:ext cx="8978" cy="10713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026;p41">
              <a:extLst>
                <a:ext uri="{FF2B5EF4-FFF2-40B4-BE49-F238E27FC236}">
                  <a16:creationId xmlns:a16="http://schemas.microsoft.com/office/drawing/2014/main" id="{0E160AE0-946D-0C1D-3ACA-456C34D341D8}"/>
                </a:ext>
              </a:extLst>
            </p:cNvPr>
            <p:cNvSpPr/>
            <p:nvPr/>
          </p:nvSpPr>
          <p:spPr>
            <a:xfrm>
              <a:off x="3980292" y="2915952"/>
              <a:ext cx="27661" cy="32616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027;p41">
              <a:extLst>
                <a:ext uri="{FF2B5EF4-FFF2-40B4-BE49-F238E27FC236}">
                  <a16:creationId xmlns:a16="http://schemas.microsoft.com/office/drawing/2014/main" id="{0424647E-10FE-E1F3-D360-9B67A48FA4D4}"/>
                </a:ext>
              </a:extLst>
            </p:cNvPr>
            <p:cNvSpPr/>
            <p:nvPr/>
          </p:nvSpPr>
          <p:spPr>
            <a:xfrm>
              <a:off x="3979792" y="2924515"/>
              <a:ext cx="142521" cy="114714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37" name="Google Shape;1028;p41">
              <a:extLst>
                <a:ext uri="{FF2B5EF4-FFF2-40B4-BE49-F238E27FC236}">
                  <a16:creationId xmlns:a16="http://schemas.microsoft.com/office/drawing/2014/main" id="{8C71767B-E619-CB47-989E-F464585C93F6}"/>
                </a:ext>
              </a:extLst>
            </p:cNvPr>
            <p:cNvSpPr/>
            <p:nvPr/>
          </p:nvSpPr>
          <p:spPr>
            <a:xfrm>
              <a:off x="4089663" y="2967116"/>
              <a:ext cx="5251" cy="10952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029;p41">
              <a:extLst>
                <a:ext uri="{FF2B5EF4-FFF2-40B4-BE49-F238E27FC236}">
                  <a16:creationId xmlns:a16="http://schemas.microsoft.com/office/drawing/2014/main" id="{A4B51D7B-9E86-95BC-711D-0839DC629747}"/>
                </a:ext>
              </a:extLst>
            </p:cNvPr>
            <p:cNvSpPr/>
            <p:nvPr/>
          </p:nvSpPr>
          <p:spPr>
            <a:xfrm>
              <a:off x="4095152" y="2967833"/>
              <a:ext cx="32900" cy="24758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030;p41">
              <a:extLst>
                <a:ext uri="{FF2B5EF4-FFF2-40B4-BE49-F238E27FC236}">
                  <a16:creationId xmlns:a16="http://schemas.microsoft.com/office/drawing/2014/main" id="{C4780C06-F08F-F255-67ED-07DDE5949C6D}"/>
                </a:ext>
              </a:extLst>
            </p:cNvPr>
            <p:cNvSpPr/>
            <p:nvPr/>
          </p:nvSpPr>
          <p:spPr>
            <a:xfrm>
              <a:off x="4101380" y="2973303"/>
              <a:ext cx="51583" cy="60684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031;p41">
              <a:extLst>
                <a:ext uri="{FF2B5EF4-FFF2-40B4-BE49-F238E27FC236}">
                  <a16:creationId xmlns:a16="http://schemas.microsoft.com/office/drawing/2014/main" id="{EC54B656-AC28-1DD0-C11F-31575E119982}"/>
                </a:ext>
              </a:extLst>
            </p:cNvPr>
            <p:cNvSpPr/>
            <p:nvPr/>
          </p:nvSpPr>
          <p:spPr>
            <a:xfrm>
              <a:off x="4124802" y="2964728"/>
              <a:ext cx="2751" cy="5971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032;p41">
              <a:extLst>
                <a:ext uri="{FF2B5EF4-FFF2-40B4-BE49-F238E27FC236}">
                  <a16:creationId xmlns:a16="http://schemas.microsoft.com/office/drawing/2014/main" id="{5D8A61A8-239C-854E-642D-F5038EED2368}"/>
                </a:ext>
              </a:extLst>
            </p:cNvPr>
            <p:cNvSpPr/>
            <p:nvPr/>
          </p:nvSpPr>
          <p:spPr>
            <a:xfrm>
              <a:off x="4037591" y="3015893"/>
              <a:ext cx="73267" cy="45456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033;p41">
              <a:extLst>
                <a:ext uri="{FF2B5EF4-FFF2-40B4-BE49-F238E27FC236}">
                  <a16:creationId xmlns:a16="http://schemas.microsoft.com/office/drawing/2014/main" id="{E4403984-B1FF-07F2-2151-88105583B37A}"/>
                </a:ext>
              </a:extLst>
            </p:cNvPr>
            <p:cNvSpPr/>
            <p:nvPr/>
          </p:nvSpPr>
          <p:spPr>
            <a:xfrm>
              <a:off x="3911526" y="2929280"/>
              <a:ext cx="85972" cy="69020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034;p41">
              <a:extLst>
                <a:ext uri="{FF2B5EF4-FFF2-40B4-BE49-F238E27FC236}">
                  <a16:creationId xmlns:a16="http://schemas.microsoft.com/office/drawing/2014/main" id="{C8762C6D-77B6-0FB5-07C7-CF2CA63CF5F9}"/>
                </a:ext>
              </a:extLst>
            </p:cNvPr>
            <p:cNvSpPr/>
            <p:nvPr/>
          </p:nvSpPr>
          <p:spPr>
            <a:xfrm>
              <a:off x="3896332" y="2997572"/>
              <a:ext cx="113621" cy="124461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035;p41">
              <a:extLst>
                <a:ext uri="{FF2B5EF4-FFF2-40B4-BE49-F238E27FC236}">
                  <a16:creationId xmlns:a16="http://schemas.microsoft.com/office/drawing/2014/main" id="{C922F0A1-D63F-1959-6FE1-C964D2C8525D}"/>
                </a:ext>
              </a:extLst>
            </p:cNvPr>
            <p:cNvSpPr/>
            <p:nvPr/>
          </p:nvSpPr>
          <p:spPr>
            <a:xfrm>
              <a:off x="3973815" y="3045871"/>
              <a:ext cx="104655" cy="75923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036;p41">
              <a:extLst>
                <a:ext uri="{FF2B5EF4-FFF2-40B4-BE49-F238E27FC236}">
                  <a16:creationId xmlns:a16="http://schemas.microsoft.com/office/drawing/2014/main" id="{1BA0FEE0-8CE3-CD4B-DE7D-A9A5DAD9C276}"/>
                </a:ext>
              </a:extLst>
            </p:cNvPr>
            <p:cNvSpPr/>
            <p:nvPr/>
          </p:nvSpPr>
          <p:spPr>
            <a:xfrm>
              <a:off x="3996236" y="3024695"/>
              <a:ext cx="46106" cy="39042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037;p41">
              <a:extLst>
                <a:ext uri="{FF2B5EF4-FFF2-40B4-BE49-F238E27FC236}">
                  <a16:creationId xmlns:a16="http://schemas.microsoft.com/office/drawing/2014/main" id="{33917190-0B2E-7684-1FCE-1F0292EDFC78}"/>
                </a:ext>
              </a:extLst>
            </p:cNvPr>
            <p:cNvSpPr/>
            <p:nvPr/>
          </p:nvSpPr>
          <p:spPr>
            <a:xfrm>
              <a:off x="4033614" y="3061110"/>
              <a:ext cx="10467" cy="11907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038;p41">
              <a:extLst>
                <a:ext uri="{FF2B5EF4-FFF2-40B4-BE49-F238E27FC236}">
                  <a16:creationId xmlns:a16="http://schemas.microsoft.com/office/drawing/2014/main" id="{6F8C983C-F125-42D0-5966-47B8F3B6F390}"/>
                </a:ext>
              </a:extLst>
            </p:cNvPr>
            <p:cNvSpPr/>
            <p:nvPr/>
          </p:nvSpPr>
          <p:spPr>
            <a:xfrm>
              <a:off x="4029125" y="3065864"/>
              <a:ext cx="70516" cy="89240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039;p41">
              <a:extLst>
                <a:ext uri="{FF2B5EF4-FFF2-40B4-BE49-F238E27FC236}">
                  <a16:creationId xmlns:a16="http://schemas.microsoft.com/office/drawing/2014/main" id="{2BE16973-2118-5082-A91F-E8F4FED37C2E}"/>
                </a:ext>
              </a:extLst>
            </p:cNvPr>
            <p:cNvSpPr/>
            <p:nvPr/>
          </p:nvSpPr>
          <p:spPr>
            <a:xfrm>
              <a:off x="3978054" y="3108693"/>
              <a:ext cx="57811" cy="66882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49" name="Google Shape;1040;p41">
              <a:extLst>
                <a:ext uri="{FF2B5EF4-FFF2-40B4-BE49-F238E27FC236}">
                  <a16:creationId xmlns:a16="http://schemas.microsoft.com/office/drawing/2014/main" id="{44BB27FC-E5E3-05AD-CEA3-F8AF30CD3849}"/>
                </a:ext>
              </a:extLst>
            </p:cNvPr>
            <p:cNvSpPr/>
            <p:nvPr/>
          </p:nvSpPr>
          <p:spPr>
            <a:xfrm>
              <a:off x="3963598" y="3151999"/>
              <a:ext cx="5239" cy="11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041;p41">
              <a:extLst>
                <a:ext uri="{FF2B5EF4-FFF2-40B4-BE49-F238E27FC236}">
                  <a16:creationId xmlns:a16="http://schemas.microsoft.com/office/drawing/2014/main" id="{5BEBC7C1-E090-82C0-8C9D-14DAC695430F}"/>
                </a:ext>
              </a:extLst>
            </p:cNvPr>
            <p:cNvSpPr/>
            <p:nvPr/>
          </p:nvSpPr>
          <p:spPr>
            <a:xfrm>
              <a:off x="3949392" y="3117029"/>
              <a:ext cx="39878" cy="37609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042;p41">
              <a:extLst>
                <a:ext uri="{FF2B5EF4-FFF2-40B4-BE49-F238E27FC236}">
                  <a16:creationId xmlns:a16="http://schemas.microsoft.com/office/drawing/2014/main" id="{351C1E95-D4DE-94D6-509B-8CD261C6AA6A}"/>
                </a:ext>
              </a:extLst>
            </p:cNvPr>
            <p:cNvSpPr/>
            <p:nvPr/>
          </p:nvSpPr>
          <p:spPr>
            <a:xfrm>
              <a:off x="3845999" y="3071334"/>
              <a:ext cx="89711" cy="57841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043;p41">
              <a:extLst>
                <a:ext uri="{FF2B5EF4-FFF2-40B4-BE49-F238E27FC236}">
                  <a16:creationId xmlns:a16="http://schemas.microsoft.com/office/drawing/2014/main" id="{D75BFB8C-9FD1-FDC4-9A9D-C363397ADF77}"/>
                </a:ext>
              </a:extLst>
            </p:cNvPr>
            <p:cNvSpPr/>
            <p:nvPr/>
          </p:nvSpPr>
          <p:spPr>
            <a:xfrm>
              <a:off x="3809372" y="2919523"/>
              <a:ext cx="106405" cy="94483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044;p41">
              <a:extLst>
                <a:ext uri="{FF2B5EF4-FFF2-40B4-BE49-F238E27FC236}">
                  <a16:creationId xmlns:a16="http://schemas.microsoft.com/office/drawing/2014/main" id="{D2AD21CA-B319-D51B-9AA7-9B223A17744D}"/>
                </a:ext>
              </a:extLst>
            </p:cNvPr>
            <p:cNvSpPr/>
            <p:nvPr/>
          </p:nvSpPr>
          <p:spPr>
            <a:xfrm>
              <a:off x="3795917" y="2888589"/>
              <a:ext cx="27173" cy="50699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045;p41">
              <a:extLst>
                <a:ext uri="{FF2B5EF4-FFF2-40B4-BE49-F238E27FC236}">
                  <a16:creationId xmlns:a16="http://schemas.microsoft.com/office/drawing/2014/main" id="{C0688857-AB7D-63F6-4F7B-994B7DF8B6AE}"/>
                </a:ext>
              </a:extLst>
            </p:cNvPr>
            <p:cNvSpPr/>
            <p:nvPr/>
          </p:nvSpPr>
          <p:spPr>
            <a:xfrm>
              <a:off x="3689035" y="2890250"/>
              <a:ext cx="138044" cy="127554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046;p41">
              <a:extLst>
                <a:ext uri="{FF2B5EF4-FFF2-40B4-BE49-F238E27FC236}">
                  <a16:creationId xmlns:a16="http://schemas.microsoft.com/office/drawing/2014/main" id="{6DB7C7A5-9BC5-0508-A01A-EAEA2D7066B3}"/>
                </a:ext>
              </a:extLst>
            </p:cNvPr>
            <p:cNvSpPr/>
            <p:nvPr/>
          </p:nvSpPr>
          <p:spPr>
            <a:xfrm>
              <a:off x="3661636" y="2898825"/>
              <a:ext cx="79733" cy="60206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047;p41">
              <a:extLst>
                <a:ext uri="{FF2B5EF4-FFF2-40B4-BE49-F238E27FC236}">
                  <a16:creationId xmlns:a16="http://schemas.microsoft.com/office/drawing/2014/main" id="{7C08F1B4-C86C-C22E-027A-24170C599E84}"/>
                </a:ext>
              </a:extLst>
            </p:cNvPr>
            <p:cNvSpPr/>
            <p:nvPr/>
          </p:nvSpPr>
          <p:spPr>
            <a:xfrm>
              <a:off x="3632974" y="2958780"/>
              <a:ext cx="56573" cy="43318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048;p41">
              <a:extLst>
                <a:ext uri="{FF2B5EF4-FFF2-40B4-BE49-F238E27FC236}">
                  <a16:creationId xmlns:a16="http://schemas.microsoft.com/office/drawing/2014/main" id="{555A0670-7071-A978-B54F-94D3C745155E}"/>
                </a:ext>
              </a:extLst>
            </p:cNvPr>
            <p:cNvSpPr/>
            <p:nvPr/>
          </p:nvSpPr>
          <p:spPr>
            <a:xfrm>
              <a:off x="3632736" y="2960691"/>
              <a:ext cx="81233" cy="8543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049;p41">
              <a:extLst>
                <a:ext uri="{FF2B5EF4-FFF2-40B4-BE49-F238E27FC236}">
                  <a16:creationId xmlns:a16="http://schemas.microsoft.com/office/drawing/2014/main" id="{7B22C13A-9D03-489D-2DED-8C4A6BE3EE94}"/>
                </a:ext>
              </a:extLst>
            </p:cNvPr>
            <p:cNvSpPr/>
            <p:nvPr/>
          </p:nvSpPr>
          <p:spPr>
            <a:xfrm>
              <a:off x="3665125" y="2976874"/>
              <a:ext cx="112121" cy="99236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050;p41">
              <a:extLst>
                <a:ext uri="{FF2B5EF4-FFF2-40B4-BE49-F238E27FC236}">
                  <a16:creationId xmlns:a16="http://schemas.microsoft.com/office/drawing/2014/main" id="{3F36818A-4392-D732-B313-98FD3E04CD5D}"/>
                </a:ext>
              </a:extLst>
            </p:cNvPr>
            <p:cNvSpPr/>
            <p:nvPr/>
          </p:nvSpPr>
          <p:spPr>
            <a:xfrm>
              <a:off x="3712457" y="3043733"/>
              <a:ext cx="51833" cy="35948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051;p41">
              <a:extLst>
                <a:ext uri="{FF2B5EF4-FFF2-40B4-BE49-F238E27FC236}">
                  <a16:creationId xmlns:a16="http://schemas.microsoft.com/office/drawing/2014/main" id="{7F4B3C48-E0E9-8D3E-CF72-3E00432E5608}"/>
                </a:ext>
              </a:extLst>
            </p:cNvPr>
            <p:cNvSpPr/>
            <p:nvPr/>
          </p:nvSpPr>
          <p:spPr>
            <a:xfrm>
              <a:off x="3628997" y="3033259"/>
              <a:ext cx="44355" cy="30956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052;p41">
              <a:extLst>
                <a:ext uri="{FF2B5EF4-FFF2-40B4-BE49-F238E27FC236}">
                  <a16:creationId xmlns:a16="http://schemas.microsoft.com/office/drawing/2014/main" id="{845ADA52-8ADF-589F-F64B-0318878B4CB4}"/>
                </a:ext>
              </a:extLst>
            </p:cNvPr>
            <p:cNvSpPr/>
            <p:nvPr/>
          </p:nvSpPr>
          <p:spPr>
            <a:xfrm>
              <a:off x="3633975" y="3059916"/>
              <a:ext cx="21195" cy="12146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" name="Google Shape;1053;p41">
              <a:extLst>
                <a:ext uri="{FF2B5EF4-FFF2-40B4-BE49-F238E27FC236}">
                  <a16:creationId xmlns:a16="http://schemas.microsoft.com/office/drawing/2014/main" id="{20423A11-0749-9496-DECD-20AC47291A59}"/>
                </a:ext>
              </a:extLst>
            </p:cNvPr>
            <p:cNvGrpSpPr/>
            <p:nvPr/>
          </p:nvGrpSpPr>
          <p:grpSpPr>
            <a:xfrm>
              <a:off x="3632710" y="3051591"/>
              <a:ext cx="63287" cy="45217"/>
              <a:chOff x="3450375" y="3038225"/>
              <a:chExt cx="132875" cy="99400"/>
            </a:xfrm>
            <a:grpFill/>
          </p:grpSpPr>
          <p:sp>
            <p:nvSpPr>
              <p:cNvPr id="198" name="Google Shape;1054;p41">
                <a:extLst>
                  <a:ext uri="{FF2B5EF4-FFF2-40B4-BE49-F238E27FC236}">
                    <a16:creationId xmlns:a16="http://schemas.microsoft.com/office/drawing/2014/main" id="{164FC70F-66C9-D47A-E09F-EDE34BB5323A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055;p41">
                <a:extLst>
                  <a:ext uri="{FF2B5EF4-FFF2-40B4-BE49-F238E27FC236}">
                    <a16:creationId xmlns:a16="http://schemas.microsoft.com/office/drawing/2014/main" id="{53A7D1EA-7D6C-5A7A-9F14-121EBDCA7B0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3" name="Google Shape;1056;p41">
              <a:extLst>
                <a:ext uri="{FF2B5EF4-FFF2-40B4-BE49-F238E27FC236}">
                  <a16:creationId xmlns:a16="http://schemas.microsoft.com/office/drawing/2014/main" id="{F8185AC8-2314-8D56-62E5-7B3E95D5E4A3}"/>
                </a:ext>
              </a:extLst>
            </p:cNvPr>
            <p:cNvSpPr/>
            <p:nvPr/>
          </p:nvSpPr>
          <p:spPr>
            <a:xfrm>
              <a:off x="3657897" y="3077759"/>
              <a:ext cx="19195" cy="21903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057;p41">
              <a:extLst>
                <a:ext uri="{FF2B5EF4-FFF2-40B4-BE49-F238E27FC236}">
                  <a16:creationId xmlns:a16="http://schemas.microsoft.com/office/drawing/2014/main" id="{B79F7A9A-6365-3CE1-64BD-8065E573E82B}"/>
                </a:ext>
              </a:extLst>
            </p:cNvPr>
            <p:cNvSpPr/>
            <p:nvPr/>
          </p:nvSpPr>
          <p:spPr>
            <a:xfrm>
              <a:off x="3670352" y="3087756"/>
              <a:ext cx="27911" cy="28568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058;p41">
              <a:extLst>
                <a:ext uri="{FF2B5EF4-FFF2-40B4-BE49-F238E27FC236}">
                  <a16:creationId xmlns:a16="http://schemas.microsoft.com/office/drawing/2014/main" id="{6EDC8D31-0B62-565D-78B1-C366493613F0}"/>
                </a:ext>
              </a:extLst>
            </p:cNvPr>
            <p:cNvSpPr/>
            <p:nvPr/>
          </p:nvSpPr>
          <p:spPr>
            <a:xfrm>
              <a:off x="3689785" y="3073722"/>
              <a:ext cx="42617" cy="42840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059;p41">
              <a:extLst>
                <a:ext uri="{FF2B5EF4-FFF2-40B4-BE49-F238E27FC236}">
                  <a16:creationId xmlns:a16="http://schemas.microsoft.com/office/drawing/2014/main" id="{90AA1F03-F11E-2AC9-C686-0380D1CD5A17}"/>
                </a:ext>
              </a:extLst>
            </p:cNvPr>
            <p:cNvSpPr/>
            <p:nvPr/>
          </p:nvSpPr>
          <p:spPr>
            <a:xfrm>
              <a:off x="3726412" y="3070151"/>
              <a:ext cx="29161" cy="43557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060;p41">
              <a:extLst>
                <a:ext uri="{FF2B5EF4-FFF2-40B4-BE49-F238E27FC236}">
                  <a16:creationId xmlns:a16="http://schemas.microsoft.com/office/drawing/2014/main" id="{3A757300-DE6C-8270-0FBC-0AA2854E2E56}"/>
                </a:ext>
              </a:extLst>
            </p:cNvPr>
            <p:cNvSpPr/>
            <p:nvPr/>
          </p:nvSpPr>
          <p:spPr>
            <a:xfrm>
              <a:off x="3746846" y="3070151"/>
              <a:ext cx="13956" cy="35459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061;p41">
              <a:extLst>
                <a:ext uri="{FF2B5EF4-FFF2-40B4-BE49-F238E27FC236}">
                  <a16:creationId xmlns:a16="http://schemas.microsoft.com/office/drawing/2014/main" id="{19C8660C-A88A-DDAA-B503-E5F42876794C}"/>
                </a:ext>
              </a:extLst>
            </p:cNvPr>
            <p:cNvSpPr/>
            <p:nvPr/>
          </p:nvSpPr>
          <p:spPr>
            <a:xfrm>
              <a:off x="3754312" y="3061110"/>
              <a:ext cx="21445" cy="42840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062;p41">
              <a:extLst>
                <a:ext uri="{FF2B5EF4-FFF2-40B4-BE49-F238E27FC236}">
                  <a16:creationId xmlns:a16="http://schemas.microsoft.com/office/drawing/2014/main" id="{25C131F5-A815-8934-F1EB-B8CF5A535176}"/>
                </a:ext>
              </a:extLst>
            </p:cNvPr>
            <p:cNvSpPr/>
            <p:nvPr/>
          </p:nvSpPr>
          <p:spPr>
            <a:xfrm>
              <a:off x="3838283" y="2987337"/>
              <a:ext cx="71755" cy="108994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063;p41">
              <a:extLst>
                <a:ext uri="{FF2B5EF4-FFF2-40B4-BE49-F238E27FC236}">
                  <a16:creationId xmlns:a16="http://schemas.microsoft.com/office/drawing/2014/main" id="{FECD0854-318A-4EF0-C163-488F17AAAE14}"/>
                </a:ext>
              </a:extLst>
            </p:cNvPr>
            <p:cNvSpPr/>
            <p:nvPr/>
          </p:nvSpPr>
          <p:spPr>
            <a:xfrm>
              <a:off x="3829555" y="3057778"/>
              <a:ext cx="2251" cy="1194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064;p41">
              <a:extLst>
                <a:ext uri="{FF2B5EF4-FFF2-40B4-BE49-F238E27FC236}">
                  <a16:creationId xmlns:a16="http://schemas.microsoft.com/office/drawing/2014/main" id="{251BD788-05AB-56E1-051F-0B0F6F1886B9}"/>
                </a:ext>
              </a:extLst>
            </p:cNvPr>
            <p:cNvSpPr/>
            <p:nvPr/>
          </p:nvSpPr>
          <p:spPr>
            <a:xfrm>
              <a:off x="3749584" y="2988770"/>
              <a:ext cx="104905" cy="77822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172" name="Google Shape;1065;p41">
              <a:extLst>
                <a:ext uri="{FF2B5EF4-FFF2-40B4-BE49-F238E27FC236}">
                  <a16:creationId xmlns:a16="http://schemas.microsoft.com/office/drawing/2014/main" id="{8CC6DF19-06A0-890F-7DDA-6054A30CD317}"/>
                </a:ext>
              </a:extLst>
            </p:cNvPr>
            <p:cNvSpPr/>
            <p:nvPr/>
          </p:nvSpPr>
          <p:spPr>
            <a:xfrm>
              <a:off x="3767267" y="3053013"/>
              <a:ext cx="78744" cy="64493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066;p41">
              <a:extLst>
                <a:ext uri="{FF2B5EF4-FFF2-40B4-BE49-F238E27FC236}">
                  <a16:creationId xmlns:a16="http://schemas.microsoft.com/office/drawing/2014/main" id="{3EA91383-163F-F44A-E32F-819ED41C45B2}"/>
                </a:ext>
              </a:extLst>
            </p:cNvPr>
            <p:cNvSpPr/>
            <p:nvPr/>
          </p:nvSpPr>
          <p:spPr>
            <a:xfrm>
              <a:off x="3805645" y="3058722"/>
              <a:ext cx="52322" cy="74968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067;p41">
              <a:extLst>
                <a:ext uri="{FF2B5EF4-FFF2-40B4-BE49-F238E27FC236}">
                  <a16:creationId xmlns:a16="http://schemas.microsoft.com/office/drawing/2014/main" id="{CA749977-AD48-6AB5-1373-0613A4781304}"/>
                </a:ext>
              </a:extLst>
            </p:cNvPr>
            <p:cNvSpPr/>
            <p:nvPr/>
          </p:nvSpPr>
          <p:spPr>
            <a:xfrm>
              <a:off x="3805883" y="3130585"/>
              <a:ext cx="39378" cy="40702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068;p41">
              <a:extLst>
                <a:ext uri="{FF2B5EF4-FFF2-40B4-BE49-F238E27FC236}">
                  <a16:creationId xmlns:a16="http://schemas.microsoft.com/office/drawing/2014/main" id="{579999B8-8603-53A6-211E-43F726501D6C}"/>
                </a:ext>
              </a:extLst>
            </p:cNvPr>
            <p:cNvSpPr/>
            <p:nvPr/>
          </p:nvSpPr>
          <p:spPr>
            <a:xfrm>
              <a:off x="3809622" y="3131301"/>
              <a:ext cx="13967" cy="8575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069;p41">
              <a:extLst>
                <a:ext uri="{FF2B5EF4-FFF2-40B4-BE49-F238E27FC236}">
                  <a16:creationId xmlns:a16="http://schemas.microsoft.com/office/drawing/2014/main" id="{5F2F858C-9063-6079-A2D3-BFA7B397EFA7}"/>
                </a:ext>
              </a:extLst>
            </p:cNvPr>
            <p:cNvSpPr/>
            <p:nvPr/>
          </p:nvSpPr>
          <p:spPr>
            <a:xfrm>
              <a:off x="3822327" y="3120122"/>
              <a:ext cx="52834" cy="59023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070;p41">
              <a:extLst>
                <a:ext uri="{FF2B5EF4-FFF2-40B4-BE49-F238E27FC236}">
                  <a16:creationId xmlns:a16="http://schemas.microsoft.com/office/drawing/2014/main" id="{0DF0102F-BF40-EBBA-6B4B-7065D61A28DF}"/>
                </a:ext>
              </a:extLst>
            </p:cNvPr>
            <p:cNvSpPr/>
            <p:nvPr/>
          </p:nvSpPr>
          <p:spPr>
            <a:xfrm>
              <a:off x="3828067" y="3174369"/>
              <a:ext cx="7478" cy="9769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071;p41">
              <a:extLst>
                <a:ext uri="{FF2B5EF4-FFF2-40B4-BE49-F238E27FC236}">
                  <a16:creationId xmlns:a16="http://schemas.microsoft.com/office/drawing/2014/main" id="{8510CC05-45FF-5252-16C8-6CED6F51E04B}"/>
                </a:ext>
              </a:extLst>
            </p:cNvPr>
            <p:cNvSpPr/>
            <p:nvPr/>
          </p:nvSpPr>
          <p:spPr>
            <a:xfrm>
              <a:off x="3947654" y="3151533"/>
              <a:ext cx="76994" cy="74956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072;p41">
              <a:extLst>
                <a:ext uri="{FF2B5EF4-FFF2-40B4-BE49-F238E27FC236}">
                  <a16:creationId xmlns:a16="http://schemas.microsoft.com/office/drawing/2014/main" id="{6CD6F15A-61FC-C5C9-AE30-B13D1D4A0B35}"/>
                </a:ext>
              </a:extLst>
            </p:cNvPr>
            <p:cNvSpPr/>
            <p:nvPr/>
          </p:nvSpPr>
          <p:spPr>
            <a:xfrm>
              <a:off x="3945415" y="3152954"/>
              <a:ext cx="13956" cy="10963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073;p41">
              <a:extLst>
                <a:ext uri="{FF2B5EF4-FFF2-40B4-BE49-F238E27FC236}">
                  <a16:creationId xmlns:a16="http://schemas.microsoft.com/office/drawing/2014/main" id="{B8AEAC6D-EF2B-4E2D-418B-C348CC3C121F}"/>
                </a:ext>
              </a:extLst>
            </p:cNvPr>
            <p:cNvSpPr/>
            <p:nvPr/>
          </p:nvSpPr>
          <p:spPr>
            <a:xfrm>
              <a:off x="3945415" y="3159380"/>
              <a:ext cx="13706" cy="15956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074;p41">
              <a:extLst>
                <a:ext uri="{FF2B5EF4-FFF2-40B4-BE49-F238E27FC236}">
                  <a16:creationId xmlns:a16="http://schemas.microsoft.com/office/drawing/2014/main" id="{345D318E-5A12-8842-7A34-A9761E84C8FA}"/>
                </a:ext>
              </a:extLst>
            </p:cNvPr>
            <p:cNvSpPr/>
            <p:nvPr/>
          </p:nvSpPr>
          <p:spPr>
            <a:xfrm>
              <a:off x="3829055" y="3110126"/>
              <a:ext cx="131316" cy="124222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182" name="Google Shape;1075;p41">
              <a:extLst>
                <a:ext uri="{FF2B5EF4-FFF2-40B4-BE49-F238E27FC236}">
                  <a16:creationId xmlns:a16="http://schemas.microsoft.com/office/drawing/2014/main" id="{73376CC9-5253-98CC-DAA3-AD6D8189408D}"/>
                </a:ext>
              </a:extLst>
            </p:cNvPr>
            <p:cNvSpPr/>
            <p:nvPr/>
          </p:nvSpPr>
          <p:spPr>
            <a:xfrm>
              <a:off x="3970326" y="3207451"/>
              <a:ext cx="21934" cy="52837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076;p41">
              <a:extLst>
                <a:ext uri="{FF2B5EF4-FFF2-40B4-BE49-F238E27FC236}">
                  <a16:creationId xmlns:a16="http://schemas.microsoft.com/office/drawing/2014/main" id="{0557E700-3151-5065-9DA7-BC1340A1D41F}"/>
                </a:ext>
              </a:extLst>
            </p:cNvPr>
            <p:cNvSpPr/>
            <p:nvPr/>
          </p:nvSpPr>
          <p:spPr>
            <a:xfrm>
              <a:off x="3895082" y="3199593"/>
              <a:ext cx="81233" cy="66165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077;p41">
              <a:extLst>
                <a:ext uri="{FF2B5EF4-FFF2-40B4-BE49-F238E27FC236}">
                  <a16:creationId xmlns:a16="http://schemas.microsoft.com/office/drawing/2014/main" id="{7E559A41-C8C5-D857-4686-5C8332486111}"/>
                </a:ext>
              </a:extLst>
            </p:cNvPr>
            <p:cNvSpPr/>
            <p:nvPr/>
          </p:nvSpPr>
          <p:spPr>
            <a:xfrm>
              <a:off x="3824328" y="3184365"/>
              <a:ext cx="86210" cy="81393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078;p41">
              <a:extLst>
                <a:ext uri="{FF2B5EF4-FFF2-40B4-BE49-F238E27FC236}">
                  <a16:creationId xmlns:a16="http://schemas.microsoft.com/office/drawing/2014/main" id="{E122E05C-C063-17B7-68B9-FD1EC0E9DA41}"/>
                </a:ext>
              </a:extLst>
            </p:cNvPr>
            <p:cNvSpPr/>
            <p:nvPr/>
          </p:nvSpPr>
          <p:spPr>
            <a:xfrm>
              <a:off x="3916754" y="3249086"/>
              <a:ext cx="53834" cy="46889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079;p41">
              <a:extLst>
                <a:ext uri="{FF2B5EF4-FFF2-40B4-BE49-F238E27FC236}">
                  <a16:creationId xmlns:a16="http://schemas.microsoft.com/office/drawing/2014/main" id="{5101B082-1B7D-20A3-218C-F2C349F1683F}"/>
                </a:ext>
              </a:extLst>
            </p:cNvPr>
            <p:cNvSpPr/>
            <p:nvPr/>
          </p:nvSpPr>
          <p:spPr>
            <a:xfrm>
              <a:off x="3879638" y="3263609"/>
              <a:ext cx="64539" cy="61639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080;p41">
              <a:extLst>
                <a:ext uri="{FF2B5EF4-FFF2-40B4-BE49-F238E27FC236}">
                  <a16:creationId xmlns:a16="http://schemas.microsoft.com/office/drawing/2014/main" id="{EA86D389-1DCF-C4F2-1DD4-2B781EA1D487}"/>
                </a:ext>
              </a:extLst>
            </p:cNvPr>
            <p:cNvSpPr/>
            <p:nvPr/>
          </p:nvSpPr>
          <p:spPr>
            <a:xfrm>
              <a:off x="3824578" y="3257889"/>
              <a:ext cx="92188" cy="82826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88" name="Google Shape;1081;p41">
              <a:extLst>
                <a:ext uri="{FF2B5EF4-FFF2-40B4-BE49-F238E27FC236}">
                  <a16:creationId xmlns:a16="http://schemas.microsoft.com/office/drawing/2014/main" id="{9E3BC774-0CA4-99B4-21B9-02D3A657D408}"/>
                </a:ext>
              </a:extLst>
            </p:cNvPr>
            <p:cNvSpPr/>
            <p:nvPr/>
          </p:nvSpPr>
          <p:spPr>
            <a:xfrm>
              <a:off x="3953131" y="3215060"/>
              <a:ext cx="71767" cy="110427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082;p41">
              <a:extLst>
                <a:ext uri="{FF2B5EF4-FFF2-40B4-BE49-F238E27FC236}">
                  <a16:creationId xmlns:a16="http://schemas.microsoft.com/office/drawing/2014/main" id="{DCA5E3DD-C95C-8BF0-377C-4A22FAD89A93}"/>
                </a:ext>
              </a:extLst>
            </p:cNvPr>
            <p:cNvSpPr/>
            <p:nvPr/>
          </p:nvSpPr>
          <p:spPr>
            <a:xfrm>
              <a:off x="3951893" y="3317378"/>
              <a:ext cx="9978" cy="10724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083;p41">
              <a:extLst>
                <a:ext uri="{FF2B5EF4-FFF2-40B4-BE49-F238E27FC236}">
                  <a16:creationId xmlns:a16="http://schemas.microsoft.com/office/drawing/2014/main" id="{5F6FDDC2-4E49-69B7-1757-1A29C0C7F336}"/>
                </a:ext>
              </a:extLst>
            </p:cNvPr>
            <p:cNvSpPr/>
            <p:nvPr/>
          </p:nvSpPr>
          <p:spPr>
            <a:xfrm>
              <a:off x="3925232" y="3338554"/>
              <a:ext cx="15956" cy="1429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084;p41">
              <a:extLst>
                <a:ext uri="{FF2B5EF4-FFF2-40B4-BE49-F238E27FC236}">
                  <a16:creationId xmlns:a16="http://schemas.microsoft.com/office/drawing/2014/main" id="{15EA580E-1487-1915-2FA9-F6D97BA67001}"/>
                </a:ext>
              </a:extLst>
            </p:cNvPr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085;p41">
              <a:extLst>
                <a:ext uri="{FF2B5EF4-FFF2-40B4-BE49-F238E27FC236}">
                  <a16:creationId xmlns:a16="http://schemas.microsoft.com/office/drawing/2014/main" id="{CE5E10A5-FB1F-1144-5FFE-41D0C8BDD1A9}"/>
                </a:ext>
              </a:extLst>
            </p:cNvPr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086;p41">
              <a:extLst>
                <a:ext uri="{FF2B5EF4-FFF2-40B4-BE49-F238E27FC236}">
                  <a16:creationId xmlns:a16="http://schemas.microsoft.com/office/drawing/2014/main" id="{C48937A3-D98F-6B83-ADB7-49D9E7542602}"/>
                </a:ext>
              </a:extLst>
            </p:cNvPr>
            <p:cNvSpPr/>
            <p:nvPr/>
          </p:nvSpPr>
          <p:spPr>
            <a:xfrm>
              <a:off x="4014919" y="2846238"/>
              <a:ext cx="33651" cy="9053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087;p41">
              <a:extLst>
                <a:ext uri="{FF2B5EF4-FFF2-40B4-BE49-F238E27FC236}">
                  <a16:creationId xmlns:a16="http://schemas.microsoft.com/office/drawing/2014/main" id="{5F2BE537-CCA0-4ACD-7912-201EBBCD68B4}"/>
                </a:ext>
              </a:extLst>
            </p:cNvPr>
            <p:cNvSpPr/>
            <p:nvPr/>
          </p:nvSpPr>
          <p:spPr>
            <a:xfrm>
              <a:off x="4036853" y="2853608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088;p41">
              <a:extLst>
                <a:ext uri="{FF2B5EF4-FFF2-40B4-BE49-F238E27FC236}">
                  <a16:creationId xmlns:a16="http://schemas.microsoft.com/office/drawing/2014/main" id="{B0E08783-5FE2-261E-4A2E-E8FC523AF50E}"/>
                </a:ext>
              </a:extLst>
            </p:cNvPr>
            <p:cNvSpPr/>
            <p:nvPr/>
          </p:nvSpPr>
          <p:spPr>
            <a:xfrm>
              <a:off x="4346543" y="2948318"/>
              <a:ext cx="21183" cy="11907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089;p41">
              <a:extLst>
                <a:ext uri="{FF2B5EF4-FFF2-40B4-BE49-F238E27FC236}">
                  <a16:creationId xmlns:a16="http://schemas.microsoft.com/office/drawing/2014/main" id="{E9D1C129-9D62-0356-EDB2-4A45E0B6470C}"/>
                </a:ext>
              </a:extLst>
            </p:cNvPr>
            <p:cNvSpPr/>
            <p:nvPr/>
          </p:nvSpPr>
          <p:spPr>
            <a:xfrm>
              <a:off x="3878888" y="2847660"/>
              <a:ext cx="16706" cy="13579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090;p41">
              <a:extLst>
                <a:ext uri="{FF2B5EF4-FFF2-40B4-BE49-F238E27FC236}">
                  <a16:creationId xmlns:a16="http://schemas.microsoft.com/office/drawing/2014/main" id="{B15B396D-5E93-1735-C46A-19871CCE403D}"/>
                </a:ext>
              </a:extLst>
            </p:cNvPr>
            <p:cNvSpPr/>
            <p:nvPr/>
          </p:nvSpPr>
          <p:spPr>
            <a:xfrm>
              <a:off x="3865182" y="2817204"/>
              <a:ext cx="27923" cy="34993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431B1-BB5B-AF26-9D97-4E86A79B7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6623" y="1667779"/>
            <a:ext cx="5256468" cy="3983557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People with minor illnesses</a:t>
            </a:r>
          </a:p>
          <a:p>
            <a:r>
              <a:rPr lang="en-US" b="0" i="0" dirty="0"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Patients seeking immediate medical advice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GB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ollaborating with healthcare professionals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ndividuals that are remote or underserved geographically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ndividuals who are digitally smart and prefer technology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478951F-3EFE-B227-6FE7-6E1A42236CA7}"/>
              </a:ext>
            </a:extLst>
          </p:cNvPr>
          <p:cNvSpPr/>
          <p:nvPr/>
        </p:nvSpPr>
        <p:spPr>
          <a:xfrm>
            <a:off x="11331615" y="3742668"/>
            <a:ext cx="1281600" cy="1282869"/>
          </a:xfrm>
          <a:prstGeom prst="ellipse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F0A174B-4F33-CB28-D585-7D202486E7EF}"/>
              </a:ext>
            </a:extLst>
          </p:cNvPr>
          <p:cNvSpPr/>
          <p:nvPr/>
        </p:nvSpPr>
        <p:spPr>
          <a:xfrm>
            <a:off x="-705156" y="4622886"/>
            <a:ext cx="1440000" cy="144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6" name="Google Shape;284;p24">
            <a:extLst>
              <a:ext uri="{FF2B5EF4-FFF2-40B4-BE49-F238E27FC236}">
                <a16:creationId xmlns:a16="http://schemas.microsoft.com/office/drawing/2014/main" id="{7C43C9A3-B051-A491-5D21-93E2C601B0D4}"/>
              </a:ext>
            </a:extLst>
          </p:cNvPr>
          <p:cNvSpPr/>
          <p:nvPr/>
        </p:nvSpPr>
        <p:spPr>
          <a:xfrm>
            <a:off x="11972415" y="1749758"/>
            <a:ext cx="474300" cy="1281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37;p23">
            <a:extLst>
              <a:ext uri="{FF2B5EF4-FFF2-40B4-BE49-F238E27FC236}">
                <a16:creationId xmlns:a16="http://schemas.microsoft.com/office/drawing/2014/main" id="{E91C4773-FEBF-318B-9AAE-67C816E6A14C}"/>
              </a:ext>
            </a:extLst>
          </p:cNvPr>
          <p:cNvSpPr/>
          <p:nvPr/>
        </p:nvSpPr>
        <p:spPr>
          <a:xfrm>
            <a:off x="7863331" y="5897512"/>
            <a:ext cx="2391113" cy="2525344"/>
          </a:xfrm>
          <a:prstGeom prst="donut">
            <a:avLst>
              <a:gd name="adj" fmla="val 18433"/>
            </a:avLst>
          </a:prstGeom>
          <a:solidFill>
            <a:srgbClr val="58AF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4" name="Google Shape;238;p23">
            <a:extLst>
              <a:ext uri="{FF2B5EF4-FFF2-40B4-BE49-F238E27FC236}">
                <a16:creationId xmlns:a16="http://schemas.microsoft.com/office/drawing/2014/main" id="{6D5D305C-39DB-76DB-5C22-5F6A297E669B}"/>
              </a:ext>
            </a:extLst>
          </p:cNvPr>
          <p:cNvGrpSpPr/>
          <p:nvPr/>
        </p:nvGrpSpPr>
        <p:grpSpPr>
          <a:xfrm>
            <a:off x="6405727" y="5777663"/>
            <a:ext cx="947349" cy="725918"/>
            <a:chOff x="7787100" y="4220750"/>
            <a:chExt cx="778050" cy="564500"/>
          </a:xfrm>
          <a:solidFill>
            <a:schemeClr val="tx1"/>
          </a:solidFill>
        </p:grpSpPr>
        <p:sp>
          <p:nvSpPr>
            <p:cNvPr id="25" name="Google Shape;239;p23">
              <a:extLst>
                <a:ext uri="{FF2B5EF4-FFF2-40B4-BE49-F238E27FC236}">
                  <a16:creationId xmlns:a16="http://schemas.microsoft.com/office/drawing/2014/main" id="{863E858F-5C98-8048-C9FE-40AE697B1C79}"/>
                </a:ext>
              </a:extLst>
            </p:cNvPr>
            <p:cNvSpPr/>
            <p:nvPr/>
          </p:nvSpPr>
          <p:spPr>
            <a:xfrm>
              <a:off x="778710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0;p23">
              <a:extLst>
                <a:ext uri="{FF2B5EF4-FFF2-40B4-BE49-F238E27FC236}">
                  <a16:creationId xmlns:a16="http://schemas.microsoft.com/office/drawing/2014/main" id="{6EFAB3E4-C6EE-E92E-5246-F2BEEF6C8E15}"/>
                </a:ext>
              </a:extLst>
            </p:cNvPr>
            <p:cNvSpPr/>
            <p:nvPr/>
          </p:nvSpPr>
          <p:spPr>
            <a:xfrm>
              <a:off x="800615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1;p23">
              <a:extLst>
                <a:ext uri="{FF2B5EF4-FFF2-40B4-BE49-F238E27FC236}">
                  <a16:creationId xmlns:a16="http://schemas.microsoft.com/office/drawing/2014/main" id="{6CFD934A-ABBB-945C-274E-4BCB8A40690F}"/>
                </a:ext>
              </a:extLst>
            </p:cNvPr>
            <p:cNvSpPr/>
            <p:nvPr/>
          </p:nvSpPr>
          <p:spPr>
            <a:xfrm>
              <a:off x="822520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2;p23">
              <a:extLst>
                <a:ext uri="{FF2B5EF4-FFF2-40B4-BE49-F238E27FC236}">
                  <a16:creationId xmlns:a16="http://schemas.microsoft.com/office/drawing/2014/main" id="{0FDE4E2D-C023-A11F-D784-67C475AABC11}"/>
                </a:ext>
              </a:extLst>
            </p:cNvPr>
            <p:cNvSpPr/>
            <p:nvPr/>
          </p:nvSpPr>
          <p:spPr>
            <a:xfrm>
              <a:off x="844425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3;p23">
              <a:extLst>
                <a:ext uri="{FF2B5EF4-FFF2-40B4-BE49-F238E27FC236}">
                  <a16:creationId xmlns:a16="http://schemas.microsoft.com/office/drawing/2014/main" id="{C0F2AB40-3249-7AC9-8422-EA3F95BA14DB}"/>
                </a:ext>
              </a:extLst>
            </p:cNvPr>
            <p:cNvSpPr/>
            <p:nvPr/>
          </p:nvSpPr>
          <p:spPr>
            <a:xfrm>
              <a:off x="7891600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4;p23">
              <a:extLst>
                <a:ext uri="{FF2B5EF4-FFF2-40B4-BE49-F238E27FC236}">
                  <a16:creationId xmlns:a16="http://schemas.microsoft.com/office/drawing/2014/main" id="{D311E141-1215-4CBB-C010-FED88B5D1DD5}"/>
                </a:ext>
              </a:extLst>
            </p:cNvPr>
            <p:cNvSpPr/>
            <p:nvPr/>
          </p:nvSpPr>
          <p:spPr>
            <a:xfrm>
              <a:off x="8122175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5;p23">
              <a:extLst>
                <a:ext uri="{FF2B5EF4-FFF2-40B4-BE49-F238E27FC236}">
                  <a16:creationId xmlns:a16="http://schemas.microsoft.com/office/drawing/2014/main" id="{B7560EF8-C6DA-82A7-E022-89ACB3385763}"/>
                </a:ext>
              </a:extLst>
            </p:cNvPr>
            <p:cNvSpPr/>
            <p:nvPr/>
          </p:nvSpPr>
          <p:spPr>
            <a:xfrm>
              <a:off x="8352750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6;p23">
              <a:extLst>
                <a:ext uri="{FF2B5EF4-FFF2-40B4-BE49-F238E27FC236}">
                  <a16:creationId xmlns:a16="http://schemas.microsoft.com/office/drawing/2014/main" id="{DDF0BC4F-EB0A-23F0-CA98-2A8B2915C642}"/>
                </a:ext>
              </a:extLst>
            </p:cNvPr>
            <p:cNvSpPr/>
            <p:nvPr/>
          </p:nvSpPr>
          <p:spPr>
            <a:xfrm>
              <a:off x="8122175" y="42207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" name="Picture 33" descr="A red shield with black text and a letter t&#10;&#10;Description automatically generated">
            <a:extLst>
              <a:ext uri="{FF2B5EF4-FFF2-40B4-BE49-F238E27FC236}">
                <a16:creationId xmlns:a16="http://schemas.microsoft.com/office/drawing/2014/main" id="{370180F5-1976-ACAD-4BF3-B4F7499FD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235" y="83345"/>
            <a:ext cx="930459" cy="930459"/>
          </a:xfrm>
          <a:prstGeom prst="rect">
            <a:avLst/>
          </a:prstGeom>
        </p:spPr>
      </p:pic>
      <p:sp>
        <p:nvSpPr>
          <p:cNvPr id="277" name="TextBox 276">
            <a:extLst>
              <a:ext uri="{FF2B5EF4-FFF2-40B4-BE49-F238E27FC236}">
                <a16:creationId xmlns:a16="http://schemas.microsoft.com/office/drawing/2014/main" id="{6C69861C-5EBE-BFDB-FF39-EE46759C4081}"/>
              </a:ext>
            </a:extLst>
          </p:cNvPr>
          <p:cNvSpPr txBox="1"/>
          <p:nvPr/>
        </p:nvSpPr>
        <p:spPr>
          <a:xfrm>
            <a:off x="6128734" y="699124"/>
            <a:ext cx="4632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1.2. Target Market</a:t>
            </a:r>
          </a:p>
        </p:txBody>
      </p:sp>
    </p:spTree>
    <p:extLst>
      <p:ext uri="{BB962C8B-B14F-4D97-AF65-F5344CB8AC3E}">
        <p14:creationId xmlns:p14="http://schemas.microsoft.com/office/powerpoint/2010/main" val="26453447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3">
                <a:lumMod val="5000"/>
                <a:lumOff val="95000"/>
              </a:schemeClr>
            </a:gs>
            <a:gs pos="59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478951F-3EFE-B227-6FE7-6E1A42236CA7}"/>
              </a:ext>
            </a:extLst>
          </p:cNvPr>
          <p:cNvSpPr/>
          <p:nvPr/>
        </p:nvSpPr>
        <p:spPr>
          <a:xfrm>
            <a:off x="9105900" y="-636383"/>
            <a:ext cx="1281600" cy="1282869"/>
          </a:xfrm>
          <a:prstGeom prst="ellipse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F0A174B-4F33-CB28-D585-7D202486E7EF}"/>
              </a:ext>
            </a:extLst>
          </p:cNvPr>
          <p:cNvSpPr/>
          <p:nvPr/>
        </p:nvSpPr>
        <p:spPr>
          <a:xfrm>
            <a:off x="597763" y="6138000"/>
            <a:ext cx="1440000" cy="144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6" name="Google Shape;284;p24">
            <a:extLst>
              <a:ext uri="{FF2B5EF4-FFF2-40B4-BE49-F238E27FC236}">
                <a16:creationId xmlns:a16="http://schemas.microsoft.com/office/drawing/2014/main" id="{7C43C9A3-B051-A491-5D21-93E2C601B0D4}"/>
              </a:ext>
            </a:extLst>
          </p:cNvPr>
          <p:cNvSpPr/>
          <p:nvPr/>
        </p:nvSpPr>
        <p:spPr>
          <a:xfrm>
            <a:off x="-237150" y="2788500"/>
            <a:ext cx="474300" cy="1281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" name="Google Shape;238;p23">
            <a:extLst>
              <a:ext uri="{FF2B5EF4-FFF2-40B4-BE49-F238E27FC236}">
                <a16:creationId xmlns:a16="http://schemas.microsoft.com/office/drawing/2014/main" id="{6D5D305C-39DB-76DB-5C22-5F6A297E669B}"/>
              </a:ext>
            </a:extLst>
          </p:cNvPr>
          <p:cNvGrpSpPr/>
          <p:nvPr/>
        </p:nvGrpSpPr>
        <p:grpSpPr>
          <a:xfrm rot="5400000">
            <a:off x="353958" y="472664"/>
            <a:ext cx="947349" cy="725918"/>
            <a:chOff x="7787100" y="4220750"/>
            <a:chExt cx="778050" cy="564500"/>
          </a:xfrm>
          <a:solidFill>
            <a:schemeClr val="tx1"/>
          </a:solidFill>
        </p:grpSpPr>
        <p:sp>
          <p:nvSpPr>
            <p:cNvPr id="25" name="Google Shape;239;p23">
              <a:extLst>
                <a:ext uri="{FF2B5EF4-FFF2-40B4-BE49-F238E27FC236}">
                  <a16:creationId xmlns:a16="http://schemas.microsoft.com/office/drawing/2014/main" id="{863E858F-5C98-8048-C9FE-40AE697B1C79}"/>
                </a:ext>
              </a:extLst>
            </p:cNvPr>
            <p:cNvSpPr/>
            <p:nvPr/>
          </p:nvSpPr>
          <p:spPr>
            <a:xfrm>
              <a:off x="778710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0;p23">
              <a:extLst>
                <a:ext uri="{FF2B5EF4-FFF2-40B4-BE49-F238E27FC236}">
                  <a16:creationId xmlns:a16="http://schemas.microsoft.com/office/drawing/2014/main" id="{6EFAB3E4-C6EE-E92E-5246-F2BEEF6C8E15}"/>
                </a:ext>
              </a:extLst>
            </p:cNvPr>
            <p:cNvSpPr/>
            <p:nvPr/>
          </p:nvSpPr>
          <p:spPr>
            <a:xfrm>
              <a:off x="800615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1;p23">
              <a:extLst>
                <a:ext uri="{FF2B5EF4-FFF2-40B4-BE49-F238E27FC236}">
                  <a16:creationId xmlns:a16="http://schemas.microsoft.com/office/drawing/2014/main" id="{6CFD934A-ABBB-945C-274E-4BCB8A40690F}"/>
                </a:ext>
              </a:extLst>
            </p:cNvPr>
            <p:cNvSpPr/>
            <p:nvPr/>
          </p:nvSpPr>
          <p:spPr>
            <a:xfrm>
              <a:off x="822520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2;p23">
              <a:extLst>
                <a:ext uri="{FF2B5EF4-FFF2-40B4-BE49-F238E27FC236}">
                  <a16:creationId xmlns:a16="http://schemas.microsoft.com/office/drawing/2014/main" id="{0FDE4E2D-C023-A11F-D784-67C475AABC11}"/>
                </a:ext>
              </a:extLst>
            </p:cNvPr>
            <p:cNvSpPr/>
            <p:nvPr/>
          </p:nvSpPr>
          <p:spPr>
            <a:xfrm>
              <a:off x="844425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3;p23">
              <a:extLst>
                <a:ext uri="{FF2B5EF4-FFF2-40B4-BE49-F238E27FC236}">
                  <a16:creationId xmlns:a16="http://schemas.microsoft.com/office/drawing/2014/main" id="{C0F2AB40-3249-7AC9-8422-EA3F95BA14DB}"/>
                </a:ext>
              </a:extLst>
            </p:cNvPr>
            <p:cNvSpPr/>
            <p:nvPr/>
          </p:nvSpPr>
          <p:spPr>
            <a:xfrm>
              <a:off x="7891600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4;p23">
              <a:extLst>
                <a:ext uri="{FF2B5EF4-FFF2-40B4-BE49-F238E27FC236}">
                  <a16:creationId xmlns:a16="http://schemas.microsoft.com/office/drawing/2014/main" id="{D311E141-1215-4CBB-C010-FED88B5D1DD5}"/>
                </a:ext>
              </a:extLst>
            </p:cNvPr>
            <p:cNvSpPr/>
            <p:nvPr/>
          </p:nvSpPr>
          <p:spPr>
            <a:xfrm>
              <a:off x="8122175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5;p23">
              <a:extLst>
                <a:ext uri="{FF2B5EF4-FFF2-40B4-BE49-F238E27FC236}">
                  <a16:creationId xmlns:a16="http://schemas.microsoft.com/office/drawing/2014/main" id="{B7560EF8-C6DA-82A7-E022-89ACB3385763}"/>
                </a:ext>
              </a:extLst>
            </p:cNvPr>
            <p:cNvSpPr/>
            <p:nvPr/>
          </p:nvSpPr>
          <p:spPr>
            <a:xfrm>
              <a:off x="8352750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6;p23">
              <a:extLst>
                <a:ext uri="{FF2B5EF4-FFF2-40B4-BE49-F238E27FC236}">
                  <a16:creationId xmlns:a16="http://schemas.microsoft.com/office/drawing/2014/main" id="{DDF0BC4F-EB0A-23F0-CA98-2A8B2915C642}"/>
                </a:ext>
              </a:extLst>
            </p:cNvPr>
            <p:cNvSpPr/>
            <p:nvPr/>
          </p:nvSpPr>
          <p:spPr>
            <a:xfrm>
              <a:off x="8122175" y="42207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" name="Picture 33" descr="A red shield with black text and a letter t&#10;&#10;Description automatically generated">
            <a:extLst>
              <a:ext uri="{FF2B5EF4-FFF2-40B4-BE49-F238E27FC236}">
                <a16:creationId xmlns:a16="http://schemas.microsoft.com/office/drawing/2014/main" id="{370180F5-1976-ACAD-4BF3-B4F7499FD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235" y="83345"/>
            <a:ext cx="930459" cy="930459"/>
          </a:xfrm>
          <a:prstGeom prst="rect">
            <a:avLst/>
          </a:prstGeom>
        </p:spPr>
      </p:pic>
      <p:pic>
        <p:nvPicPr>
          <p:cNvPr id="11" name="Picture 10" descr="A doctor using a cell phone&#10;&#10;Description automatically generated">
            <a:extLst>
              <a:ext uri="{FF2B5EF4-FFF2-40B4-BE49-F238E27FC236}">
                <a16:creationId xmlns:a16="http://schemas.microsoft.com/office/drawing/2014/main" id="{F8EA18E3-1F9D-799C-6433-062B65E85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961" y="1542987"/>
            <a:ext cx="5658039" cy="3772026"/>
          </a:xfrm>
          <a:prstGeom prst="rect">
            <a:avLst/>
          </a:prstGeom>
        </p:spPr>
      </p:pic>
      <p:sp>
        <p:nvSpPr>
          <p:cNvPr id="9" name="Google Shape;237;p23">
            <a:extLst>
              <a:ext uri="{FF2B5EF4-FFF2-40B4-BE49-F238E27FC236}">
                <a16:creationId xmlns:a16="http://schemas.microsoft.com/office/drawing/2014/main" id="{E91C4773-FEBF-318B-9AAE-67C816E6A14C}"/>
              </a:ext>
            </a:extLst>
          </p:cNvPr>
          <p:cNvSpPr/>
          <p:nvPr/>
        </p:nvSpPr>
        <p:spPr>
          <a:xfrm>
            <a:off x="10996443" y="3966609"/>
            <a:ext cx="2391113" cy="2525344"/>
          </a:xfrm>
          <a:prstGeom prst="donut">
            <a:avLst>
              <a:gd name="adj" fmla="val 18433"/>
            </a:avLst>
          </a:prstGeom>
          <a:solidFill>
            <a:srgbClr val="58AF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2" name="Picture 11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0287C51B-E659-0725-227E-8C49E4F83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249" y="1291693"/>
            <a:ext cx="2807128" cy="28071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BB15FF-556D-40DC-C754-8B2D80500115}"/>
              </a:ext>
            </a:extLst>
          </p:cNvPr>
          <p:cNvSpPr txBox="1"/>
          <p:nvPr/>
        </p:nvSpPr>
        <p:spPr>
          <a:xfrm>
            <a:off x="1990725" y="3274899"/>
            <a:ext cx="31146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Website Figma Demonstration</a:t>
            </a: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F06B04-983A-E059-AE71-A72760174CDB}"/>
              </a:ext>
            </a:extLst>
          </p:cNvPr>
          <p:cNvSpPr txBox="1"/>
          <p:nvPr/>
        </p:nvSpPr>
        <p:spPr>
          <a:xfrm>
            <a:off x="1361880" y="551149"/>
            <a:ext cx="4632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1.3. 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2424761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3">
                <a:lumMod val="5000"/>
                <a:lumOff val="95000"/>
              </a:schemeClr>
            </a:gs>
            <a:gs pos="59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F0A174B-4F33-CB28-D585-7D202486E7EF}"/>
              </a:ext>
            </a:extLst>
          </p:cNvPr>
          <p:cNvSpPr/>
          <p:nvPr/>
        </p:nvSpPr>
        <p:spPr>
          <a:xfrm>
            <a:off x="683607" y="5958000"/>
            <a:ext cx="1800000" cy="180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6" name="Google Shape;284;p24">
            <a:extLst>
              <a:ext uri="{FF2B5EF4-FFF2-40B4-BE49-F238E27FC236}">
                <a16:creationId xmlns:a16="http://schemas.microsoft.com/office/drawing/2014/main" id="{7C43C9A3-B051-A491-5D21-93E2C601B0D4}"/>
              </a:ext>
            </a:extLst>
          </p:cNvPr>
          <p:cNvSpPr/>
          <p:nvPr/>
        </p:nvSpPr>
        <p:spPr>
          <a:xfrm>
            <a:off x="10150350" y="5577000"/>
            <a:ext cx="474300" cy="1281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" name="Google Shape;238;p23">
            <a:extLst>
              <a:ext uri="{FF2B5EF4-FFF2-40B4-BE49-F238E27FC236}">
                <a16:creationId xmlns:a16="http://schemas.microsoft.com/office/drawing/2014/main" id="{6D5D305C-39DB-76DB-5C22-5F6A297E669B}"/>
              </a:ext>
            </a:extLst>
          </p:cNvPr>
          <p:cNvGrpSpPr/>
          <p:nvPr/>
        </p:nvGrpSpPr>
        <p:grpSpPr>
          <a:xfrm rot="16200000">
            <a:off x="10150976" y="480577"/>
            <a:ext cx="947349" cy="725918"/>
            <a:chOff x="7787100" y="4220750"/>
            <a:chExt cx="778050" cy="564500"/>
          </a:xfrm>
          <a:solidFill>
            <a:schemeClr val="tx1"/>
          </a:solidFill>
        </p:grpSpPr>
        <p:sp>
          <p:nvSpPr>
            <p:cNvPr id="25" name="Google Shape;239;p23">
              <a:extLst>
                <a:ext uri="{FF2B5EF4-FFF2-40B4-BE49-F238E27FC236}">
                  <a16:creationId xmlns:a16="http://schemas.microsoft.com/office/drawing/2014/main" id="{863E858F-5C98-8048-C9FE-40AE697B1C79}"/>
                </a:ext>
              </a:extLst>
            </p:cNvPr>
            <p:cNvSpPr/>
            <p:nvPr/>
          </p:nvSpPr>
          <p:spPr>
            <a:xfrm>
              <a:off x="778710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0;p23">
              <a:extLst>
                <a:ext uri="{FF2B5EF4-FFF2-40B4-BE49-F238E27FC236}">
                  <a16:creationId xmlns:a16="http://schemas.microsoft.com/office/drawing/2014/main" id="{6EFAB3E4-C6EE-E92E-5246-F2BEEF6C8E15}"/>
                </a:ext>
              </a:extLst>
            </p:cNvPr>
            <p:cNvSpPr/>
            <p:nvPr/>
          </p:nvSpPr>
          <p:spPr>
            <a:xfrm>
              <a:off x="800615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1;p23">
              <a:extLst>
                <a:ext uri="{FF2B5EF4-FFF2-40B4-BE49-F238E27FC236}">
                  <a16:creationId xmlns:a16="http://schemas.microsoft.com/office/drawing/2014/main" id="{6CFD934A-ABBB-945C-274E-4BCB8A40690F}"/>
                </a:ext>
              </a:extLst>
            </p:cNvPr>
            <p:cNvSpPr/>
            <p:nvPr/>
          </p:nvSpPr>
          <p:spPr>
            <a:xfrm>
              <a:off x="822520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2;p23">
              <a:extLst>
                <a:ext uri="{FF2B5EF4-FFF2-40B4-BE49-F238E27FC236}">
                  <a16:creationId xmlns:a16="http://schemas.microsoft.com/office/drawing/2014/main" id="{0FDE4E2D-C023-A11F-D784-67C475AABC11}"/>
                </a:ext>
              </a:extLst>
            </p:cNvPr>
            <p:cNvSpPr/>
            <p:nvPr/>
          </p:nvSpPr>
          <p:spPr>
            <a:xfrm>
              <a:off x="844425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3;p23">
              <a:extLst>
                <a:ext uri="{FF2B5EF4-FFF2-40B4-BE49-F238E27FC236}">
                  <a16:creationId xmlns:a16="http://schemas.microsoft.com/office/drawing/2014/main" id="{C0F2AB40-3249-7AC9-8422-EA3F95BA14DB}"/>
                </a:ext>
              </a:extLst>
            </p:cNvPr>
            <p:cNvSpPr/>
            <p:nvPr/>
          </p:nvSpPr>
          <p:spPr>
            <a:xfrm>
              <a:off x="7891600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4;p23">
              <a:extLst>
                <a:ext uri="{FF2B5EF4-FFF2-40B4-BE49-F238E27FC236}">
                  <a16:creationId xmlns:a16="http://schemas.microsoft.com/office/drawing/2014/main" id="{D311E141-1215-4CBB-C010-FED88B5D1DD5}"/>
                </a:ext>
              </a:extLst>
            </p:cNvPr>
            <p:cNvSpPr/>
            <p:nvPr/>
          </p:nvSpPr>
          <p:spPr>
            <a:xfrm>
              <a:off x="8122175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5;p23">
              <a:extLst>
                <a:ext uri="{FF2B5EF4-FFF2-40B4-BE49-F238E27FC236}">
                  <a16:creationId xmlns:a16="http://schemas.microsoft.com/office/drawing/2014/main" id="{B7560EF8-C6DA-82A7-E022-89ACB3385763}"/>
                </a:ext>
              </a:extLst>
            </p:cNvPr>
            <p:cNvSpPr/>
            <p:nvPr/>
          </p:nvSpPr>
          <p:spPr>
            <a:xfrm>
              <a:off x="8352750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6;p23">
              <a:extLst>
                <a:ext uri="{FF2B5EF4-FFF2-40B4-BE49-F238E27FC236}">
                  <a16:creationId xmlns:a16="http://schemas.microsoft.com/office/drawing/2014/main" id="{DDF0BC4F-EB0A-23F0-CA98-2A8B2915C642}"/>
                </a:ext>
              </a:extLst>
            </p:cNvPr>
            <p:cNvSpPr/>
            <p:nvPr/>
          </p:nvSpPr>
          <p:spPr>
            <a:xfrm>
              <a:off x="8122175" y="42207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" name="Picture 33" descr="A red shield with black text and a letter t&#10;&#10;Description automatically generated">
            <a:extLst>
              <a:ext uri="{FF2B5EF4-FFF2-40B4-BE49-F238E27FC236}">
                <a16:creationId xmlns:a16="http://schemas.microsoft.com/office/drawing/2014/main" id="{370180F5-1976-ACAD-4BF3-B4F7499FD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235" y="83345"/>
            <a:ext cx="930459" cy="930459"/>
          </a:xfrm>
          <a:prstGeom prst="rect">
            <a:avLst/>
          </a:prstGeom>
        </p:spPr>
      </p:pic>
      <p:pic>
        <p:nvPicPr>
          <p:cNvPr id="3" name="Picture 2" descr="A yellow square with blue letters&#10;&#10;Description automatically generated">
            <a:extLst>
              <a:ext uri="{FF2B5EF4-FFF2-40B4-BE49-F238E27FC236}">
                <a16:creationId xmlns:a16="http://schemas.microsoft.com/office/drawing/2014/main" id="{6DA3C075-0810-2A9E-6482-28C92AB65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9394"/>
            <a:ext cx="4967214" cy="4339211"/>
          </a:xfrm>
          <a:prstGeom prst="rect">
            <a:avLst/>
          </a:prstGeom>
        </p:spPr>
      </p:pic>
      <p:sp>
        <p:nvSpPr>
          <p:cNvPr id="9" name="Google Shape;237;p23">
            <a:extLst>
              <a:ext uri="{FF2B5EF4-FFF2-40B4-BE49-F238E27FC236}">
                <a16:creationId xmlns:a16="http://schemas.microsoft.com/office/drawing/2014/main" id="{E91C4773-FEBF-318B-9AAE-67C816E6A14C}"/>
              </a:ext>
            </a:extLst>
          </p:cNvPr>
          <p:cNvSpPr/>
          <p:nvPr/>
        </p:nvSpPr>
        <p:spPr>
          <a:xfrm>
            <a:off x="3200315" y="-634194"/>
            <a:ext cx="2391113" cy="2525344"/>
          </a:xfrm>
          <a:prstGeom prst="donut">
            <a:avLst>
              <a:gd name="adj" fmla="val 18433"/>
            </a:avLst>
          </a:prstGeom>
          <a:solidFill>
            <a:srgbClr val="58AF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F06B04-983A-E059-AE71-A72760174CDB}"/>
              </a:ext>
            </a:extLst>
          </p:cNvPr>
          <p:cNvSpPr txBox="1"/>
          <p:nvPr/>
        </p:nvSpPr>
        <p:spPr>
          <a:xfrm>
            <a:off x="5558634" y="491394"/>
            <a:ext cx="4632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1.4. Proposed solution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AFE1A1-06B4-D49F-3EFC-B23BB659061C}"/>
              </a:ext>
            </a:extLst>
          </p:cNvPr>
          <p:cNvSpPr/>
          <p:nvPr/>
        </p:nvSpPr>
        <p:spPr>
          <a:xfrm rot="5400000">
            <a:off x="609967" y="-361592"/>
            <a:ext cx="584933" cy="2270658"/>
          </a:xfrm>
          <a:prstGeom prst="roundRect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7F0587-2C6C-7A7A-1D5C-068F60283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6623" y="1667779"/>
            <a:ext cx="5256468" cy="3983557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  <a:p>
            <a:r>
              <a:rPr lang="en-US" b="0" i="0" dirty="0">
                <a:solidFill>
                  <a:srgbClr val="2525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500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3">
                <a:lumMod val="5000"/>
                <a:lumOff val="95000"/>
              </a:schemeClr>
            </a:gs>
            <a:gs pos="59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B3562-81CB-E523-496B-741F2904D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1.5. Key benefits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236ABD-E309-C73D-0B44-285224CA2FE4}"/>
              </a:ext>
            </a:extLst>
          </p:cNvPr>
          <p:cNvSpPr/>
          <p:nvPr/>
        </p:nvSpPr>
        <p:spPr>
          <a:xfrm>
            <a:off x="1003300" y="1473200"/>
            <a:ext cx="3594100" cy="240030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CFD9F6-44A0-4DB7-6B75-DF4CCDA590BD}"/>
              </a:ext>
            </a:extLst>
          </p:cNvPr>
          <p:cNvSpPr/>
          <p:nvPr/>
        </p:nvSpPr>
        <p:spPr>
          <a:xfrm>
            <a:off x="4298950" y="4092575"/>
            <a:ext cx="3594100" cy="240030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7A4367A-2F25-742B-433B-7B5900F522D0}"/>
              </a:ext>
            </a:extLst>
          </p:cNvPr>
          <p:cNvSpPr/>
          <p:nvPr/>
        </p:nvSpPr>
        <p:spPr>
          <a:xfrm>
            <a:off x="7594600" y="1498693"/>
            <a:ext cx="3594100" cy="240030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15493B-A444-E94F-B9B2-4F2736210FE4}"/>
              </a:ext>
            </a:extLst>
          </p:cNvPr>
          <p:cNvSpPr txBox="1"/>
          <p:nvPr/>
        </p:nvSpPr>
        <p:spPr>
          <a:xfrm>
            <a:off x="1003300" y="1473199"/>
            <a:ext cx="3594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Patients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AAB34B-8004-DBE9-87FB-0AA936B82272}"/>
              </a:ext>
            </a:extLst>
          </p:cNvPr>
          <p:cNvSpPr txBox="1"/>
          <p:nvPr/>
        </p:nvSpPr>
        <p:spPr>
          <a:xfrm>
            <a:off x="1003300" y="2035336"/>
            <a:ext cx="359410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Enhanced Access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Timely and Coordinated Care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Personalized Care </a:t>
            </a:r>
          </a:p>
          <a:p>
            <a:endParaRPr lang="en-GB" dirty="0"/>
          </a:p>
        </p:txBody>
      </p:sp>
      <p:sp>
        <p:nvSpPr>
          <p:cNvPr id="12" name="Google Shape;237;p23">
            <a:extLst>
              <a:ext uri="{FF2B5EF4-FFF2-40B4-BE49-F238E27FC236}">
                <a16:creationId xmlns:a16="http://schemas.microsoft.com/office/drawing/2014/main" id="{1FA4C6A5-0CEB-7BA6-5860-FEB3F07CCFC0}"/>
              </a:ext>
            </a:extLst>
          </p:cNvPr>
          <p:cNvSpPr/>
          <p:nvPr/>
        </p:nvSpPr>
        <p:spPr>
          <a:xfrm>
            <a:off x="11360150" y="2610828"/>
            <a:ext cx="2391113" cy="2525344"/>
          </a:xfrm>
          <a:prstGeom prst="donut">
            <a:avLst>
              <a:gd name="adj" fmla="val 18433"/>
            </a:avLst>
          </a:prstGeom>
          <a:solidFill>
            <a:srgbClr val="58AF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F83ADA-6A26-5B25-8756-5A45376A0056}"/>
              </a:ext>
            </a:extLst>
          </p:cNvPr>
          <p:cNvSpPr txBox="1"/>
          <p:nvPr/>
        </p:nvSpPr>
        <p:spPr>
          <a:xfrm>
            <a:off x="7594600" y="1499113"/>
            <a:ext cx="3594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Healthcare Providers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45AC24-0890-5CC8-0550-9F305F21FA44}"/>
              </a:ext>
            </a:extLst>
          </p:cNvPr>
          <p:cNvSpPr txBox="1"/>
          <p:nvPr/>
        </p:nvSpPr>
        <p:spPr>
          <a:xfrm>
            <a:off x="7594600" y="2530790"/>
            <a:ext cx="3594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Efficient Workflow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Data-Driven Decision-making</a:t>
            </a: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E058E6-094D-2C40-E410-4534C174B4F0}"/>
              </a:ext>
            </a:extLst>
          </p:cNvPr>
          <p:cNvSpPr txBox="1"/>
          <p:nvPr/>
        </p:nvSpPr>
        <p:spPr>
          <a:xfrm>
            <a:off x="4298950" y="4092575"/>
            <a:ext cx="35941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Healthcare Administrators and Managers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3FCE61-4199-40E7-C083-3FC4BA8F005A}"/>
              </a:ext>
            </a:extLst>
          </p:cNvPr>
          <p:cNvSpPr txBox="1"/>
          <p:nvPr/>
        </p:nvSpPr>
        <p:spPr>
          <a:xfrm>
            <a:off x="4298950" y="5462807"/>
            <a:ext cx="3594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Improved Resource Allocation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Enhanced Operational Efficiency</a:t>
            </a: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06B85AF-75DF-9792-7CD1-8D9018CDD1F8}"/>
              </a:ext>
            </a:extLst>
          </p:cNvPr>
          <p:cNvSpPr/>
          <p:nvPr/>
        </p:nvSpPr>
        <p:spPr>
          <a:xfrm>
            <a:off x="-683837" y="1063346"/>
            <a:ext cx="1281600" cy="1282869"/>
          </a:xfrm>
          <a:prstGeom prst="ellipse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425253F-99D2-FA02-983D-39076325CF70}"/>
              </a:ext>
            </a:extLst>
          </p:cNvPr>
          <p:cNvSpPr/>
          <p:nvPr/>
        </p:nvSpPr>
        <p:spPr>
          <a:xfrm>
            <a:off x="1156729" y="5084634"/>
            <a:ext cx="584933" cy="2270658"/>
          </a:xfrm>
          <a:prstGeom prst="roundRect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3C38A5F-891C-8E03-4136-BAFF6F29ABB3}"/>
              </a:ext>
            </a:extLst>
          </p:cNvPr>
          <p:cNvSpPr/>
          <p:nvPr/>
        </p:nvSpPr>
        <p:spPr>
          <a:xfrm>
            <a:off x="1450996" y="5393573"/>
            <a:ext cx="546062" cy="21858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24" name="Google Shape;284;p24">
            <a:extLst>
              <a:ext uri="{FF2B5EF4-FFF2-40B4-BE49-F238E27FC236}">
                <a16:creationId xmlns:a16="http://schemas.microsoft.com/office/drawing/2014/main" id="{3D80E5F3-016B-7D58-C8FA-8FE792A2E976}"/>
              </a:ext>
            </a:extLst>
          </p:cNvPr>
          <p:cNvSpPr/>
          <p:nvPr/>
        </p:nvSpPr>
        <p:spPr>
          <a:xfrm>
            <a:off x="838200" y="5567475"/>
            <a:ext cx="474300" cy="1281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38;p23">
            <a:extLst>
              <a:ext uri="{FF2B5EF4-FFF2-40B4-BE49-F238E27FC236}">
                <a16:creationId xmlns:a16="http://schemas.microsoft.com/office/drawing/2014/main" id="{87B7FB64-66D8-4E38-A36F-3D40E3B4A60E}"/>
              </a:ext>
            </a:extLst>
          </p:cNvPr>
          <p:cNvGrpSpPr/>
          <p:nvPr/>
        </p:nvGrpSpPr>
        <p:grpSpPr>
          <a:xfrm>
            <a:off x="5622325" y="2318582"/>
            <a:ext cx="947349" cy="725918"/>
            <a:chOff x="7787100" y="4220750"/>
            <a:chExt cx="778050" cy="564500"/>
          </a:xfrm>
          <a:solidFill>
            <a:schemeClr val="tx1"/>
          </a:solidFill>
        </p:grpSpPr>
        <p:sp>
          <p:nvSpPr>
            <p:cNvPr id="26" name="Google Shape;239;p23">
              <a:extLst>
                <a:ext uri="{FF2B5EF4-FFF2-40B4-BE49-F238E27FC236}">
                  <a16:creationId xmlns:a16="http://schemas.microsoft.com/office/drawing/2014/main" id="{34DE95E4-2D29-D24C-2B72-99D6C91E70F1}"/>
                </a:ext>
              </a:extLst>
            </p:cNvPr>
            <p:cNvSpPr/>
            <p:nvPr/>
          </p:nvSpPr>
          <p:spPr>
            <a:xfrm>
              <a:off x="778710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0;p23">
              <a:extLst>
                <a:ext uri="{FF2B5EF4-FFF2-40B4-BE49-F238E27FC236}">
                  <a16:creationId xmlns:a16="http://schemas.microsoft.com/office/drawing/2014/main" id="{55AE2BFC-B88F-7ECB-ADF9-4EA05B67B51C}"/>
                </a:ext>
              </a:extLst>
            </p:cNvPr>
            <p:cNvSpPr/>
            <p:nvPr/>
          </p:nvSpPr>
          <p:spPr>
            <a:xfrm>
              <a:off x="800615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1;p23">
              <a:extLst>
                <a:ext uri="{FF2B5EF4-FFF2-40B4-BE49-F238E27FC236}">
                  <a16:creationId xmlns:a16="http://schemas.microsoft.com/office/drawing/2014/main" id="{C7BB0744-F445-40FD-5887-37F9E75E6B5F}"/>
                </a:ext>
              </a:extLst>
            </p:cNvPr>
            <p:cNvSpPr/>
            <p:nvPr/>
          </p:nvSpPr>
          <p:spPr>
            <a:xfrm>
              <a:off x="822520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2;p23">
              <a:extLst>
                <a:ext uri="{FF2B5EF4-FFF2-40B4-BE49-F238E27FC236}">
                  <a16:creationId xmlns:a16="http://schemas.microsoft.com/office/drawing/2014/main" id="{1840F653-35A3-6B04-A1D7-A29306645D9E}"/>
                </a:ext>
              </a:extLst>
            </p:cNvPr>
            <p:cNvSpPr/>
            <p:nvPr/>
          </p:nvSpPr>
          <p:spPr>
            <a:xfrm>
              <a:off x="844425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3;p23">
              <a:extLst>
                <a:ext uri="{FF2B5EF4-FFF2-40B4-BE49-F238E27FC236}">
                  <a16:creationId xmlns:a16="http://schemas.microsoft.com/office/drawing/2014/main" id="{77858469-463E-C61F-B01C-163E4E8D8D42}"/>
                </a:ext>
              </a:extLst>
            </p:cNvPr>
            <p:cNvSpPr/>
            <p:nvPr/>
          </p:nvSpPr>
          <p:spPr>
            <a:xfrm>
              <a:off x="7891600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4;p23">
              <a:extLst>
                <a:ext uri="{FF2B5EF4-FFF2-40B4-BE49-F238E27FC236}">
                  <a16:creationId xmlns:a16="http://schemas.microsoft.com/office/drawing/2014/main" id="{FEEDEE3D-3858-06EB-9ECC-8D9A3FF4F57D}"/>
                </a:ext>
              </a:extLst>
            </p:cNvPr>
            <p:cNvSpPr/>
            <p:nvPr/>
          </p:nvSpPr>
          <p:spPr>
            <a:xfrm>
              <a:off x="8122175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5;p23">
              <a:extLst>
                <a:ext uri="{FF2B5EF4-FFF2-40B4-BE49-F238E27FC236}">
                  <a16:creationId xmlns:a16="http://schemas.microsoft.com/office/drawing/2014/main" id="{08EDDF3A-B05B-251E-4380-AD3548E9068F}"/>
                </a:ext>
              </a:extLst>
            </p:cNvPr>
            <p:cNvSpPr/>
            <p:nvPr/>
          </p:nvSpPr>
          <p:spPr>
            <a:xfrm>
              <a:off x="8352750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46;p23">
              <a:extLst>
                <a:ext uri="{FF2B5EF4-FFF2-40B4-BE49-F238E27FC236}">
                  <a16:creationId xmlns:a16="http://schemas.microsoft.com/office/drawing/2014/main" id="{34767928-9DA2-D75D-E8AB-8C1F37E9B265}"/>
                </a:ext>
              </a:extLst>
            </p:cNvPr>
            <p:cNvSpPr/>
            <p:nvPr/>
          </p:nvSpPr>
          <p:spPr>
            <a:xfrm>
              <a:off x="8122175" y="42207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75172524-2EBD-DC83-EFBF-D394760B1586}"/>
              </a:ext>
            </a:extLst>
          </p:cNvPr>
          <p:cNvSpPr/>
          <p:nvPr/>
        </p:nvSpPr>
        <p:spPr>
          <a:xfrm>
            <a:off x="9748700" y="-720000"/>
            <a:ext cx="1440000" cy="144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pic>
        <p:nvPicPr>
          <p:cNvPr id="35" name="Picture 34" descr="A red shield with black text and a letter t&#10;&#10;Description automatically generated">
            <a:extLst>
              <a:ext uri="{FF2B5EF4-FFF2-40B4-BE49-F238E27FC236}">
                <a16:creationId xmlns:a16="http://schemas.microsoft.com/office/drawing/2014/main" id="{B6E7E73A-504D-2ABE-7E1F-AA588B244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235" y="83345"/>
            <a:ext cx="930459" cy="93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1744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3">
                <a:lumMod val="5000"/>
                <a:lumOff val="95000"/>
              </a:schemeClr>
            </a:gs>
            <a:gs pos="59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B3562-81CB-E523-496B-741F2904D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1.5. Key benefits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236ABD-E309-C73D-0B44-285224CA2FE4}"/>
              </a:ext>
            </a:extLst>
          </p:cNvPr>
          <p:cNvSpPr/>
          <p:nvPr/>
        </p:nvSpPr>
        <p:spPr>
          <a:xfrm>
            <a:off x="1003300" y="1473200"/>
            <a:ext cx="3594100" cy="240030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CFD9F6-44A0-4DB7-6B75-DF4CCDA590BD}"/>
              </a:ext>
            </a:extLst>
          </p:cNvPr>
          <p:cNvSpPr/>
          <p:nvPr/>
        </p:nvSpPr>
        <p:spPr>
          <a:xfrm>
            <a:off x="4298950" y="4092574"/>
            <a:ext cx="3594100" cy="264205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7A4367A-2F25-742B-433B-7B5900F522D0}"/>
              </a:ext>
            </a:extLst>
          </p:cNvPr>
          <p:cNvSpPr/>
          <p:nvPr/>
        </p:nvSpPr>
        <p:spPr>
          <a:xfrm>
            <a:off x="7594600" y="1473200"/>
            <a:ext cx="3594100" cy="240030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6AB389-9322-0E4C-4ACF-677E34F0A002}"/>
              </a:ext>
            </a:extLst>
          </p:cNvPr>
          <p:cNvSpPr txBox="1"/>
          <p:nvPr/>
        </p:nvSpPr>
        <p:spPr>
          <a:xfrm>
            <a:off x="1003300" y="1473199"/>
            <a:ext cx="3594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Government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3F358-32C5-91EC-2EA8-7865272AC038}"/>
              </a:ext>
            </a:extLst>
          </p:cNvPr>
          <p:cNvSpPr txBox="1"/>
          <p:nvPr/>
        </p:nvSpPr>
        <p:spPr>
          <a:xfrm>
            <a:off x="1003300" y="2035336"/>
            <a:ext cx="3594100" cy="87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Cost Containment</a:t>
            </a: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for Policy Development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63AF5F-D8CD-97E1-9AA1-B9D5D2D7C9EF}"/>
              </a:ext>
            </a:extLst>
          </p:cNvPr>
          <p:cNvSpPr txBox="1"/>
          <p:nvPr/>
        </p:nvSpPr>
        <p:spPr>
          <a:xfrm>
            <a:off x="7677150" y="1488786"/>
            <a:ext cx="3594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Technology Providers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937AEF-9444-CA22-A2FA-3A324D990569}"/>
              </a:ext>
            </a:extLst>
          </p:cNvPr>
          <p:cNvSpPr txBox="1"/>
          <p:nvPr/>
        </p:nvSpPr>
        <p:spPr>
          <a:xfrm>
            <a:off x="7677150" y="2406277"/>
            <a:ext cx="3594100" cy="463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Market Opportunities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77EF90-E6F1-3FE5-031A-E95D260F9971}"/>
              </a:ext>
            </a:extLst>
          </p:cNvPr>
          <p:cNvSpPr txBox="1"/>
          <p:nvPr/>
        </p:nvSpPr>
        <p:spPr>
          <a:xfrm>
            <a:off x="4298950" y="4129183"/>
            <a:ext cx="359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Non-profit Organizations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3AF206-4078-B5FD-0590-2E40EFE8BE89}"/>
              </a:ext>
            </a:extLst>
          </p:cNvPr>
          <p:cNvSpPr txBox="1"/>
          <p:nvPr/>
        </p:nvSpPr>
        <p:spPr>
          <a:xfrm>
            <a:off x="4298950" y="4895782"/>
            <a:ext cx="35941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Enhanced Resource Allocation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Enhanced Grant and Funding Opportunities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Efficient Volunteer and Resource Management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E0F5A9-66F4-A33F-3D96-FDC1F7BE3490}"/>
              </a:ext>
            </a:extLst>
          </p:cNvPr>
          <p:cNvSpPr/>
          <p:nvPr/>
        </p:nvSpPr>
        <p:spPr>
          <a:xfrm>
            <a:off x="-683837" y="1063346"/>
            <a:ext cx="1281600" cy="1282869"/>
          </a:xfrm>
          <a:prstGeom prst="ellipse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A1DAE89-BA4D-AE09-4559-95E5332E0458}"/>
              </a:ext>
            </a:extLst>
          </p:cNvPr>
          <p:cNvSpPr/>
          <p:nvPr/>
        </p:nvSpPr>
        <p:spPr>
          <a:xfrm>
            <a:off x="1156729" y="5084634"/>
            <a:ext cx="584933" cy="2270658"/>
          </a:xfrm>
          <a:prstGeom prst="roundRect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1317E9F-A8A4-B116-0D8B-9F55A41BD6A3}"/>
              </a:ext>
            </a:extLst>
          </p:cNvPr>
          <p:cNvSpPr/>
          <p:nvPr/>
        </p:nvSpPr>
        <p:spPr>
          <a:xfrm>
            <a:off x="1450996" y="5393573"/>
            <a:ext cx="546062" cy="21858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19" name="Google Shape;284;p24">
            <a:extLst>
              <a:ext uri="{FF2B5EF4-FFF2-40B4-BE49-F238E27FC236}">
                <a16:creationId xmlns:a16="http://schemas.microsoft.com/office/drawing/2014/main" id="{FCEB99D6-3620-47B2-0E72-E633A1FBA795}"/>
              </a:ext>
            </a:extLst>
          </p:cNvPr>
          <p:cNvSpPr/>
          <p:nvPr/>
        </p:nvSpPr>
        <p:spPr>
          <a:xfrm>
            <a:off x="838200" y="5567475"/>
            <a:ext cx="474300" cy="1281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" name="Google Shape;238;p23">
            <a:extLst>
              <a:ext uri="{FF2B5EF4-FFF2-40B4-BE49-F238E27FC236}">
                <a16:creationId xmlns:a16="http://schemas.microsoft.com/office/drawing/2014/main" id="{44BDB9B6-F7AF-56C8-1E1E-4F17FBD40090}"/>
              </a:ext>
            </a:extLst>
          </p:cNvPr>
          <p:cNvGrpSpPr/>
          <p:nvPr/>
        </p:nvGrpSpPr>
        <p:grpSpPr>
          <a:xfrm rot="10800000">
            <a:off x="5622325" y="2318582"/>
            <a:ext cx="947349" cy="725918"/>
            <a:chOff x="7787100" y="4220750"/>
            <a:chExt cx="778050" cy="564500"/>
          </a:xfrm>
          <a:solidFill>
            <a:schemeClr val="tx1"/>
          </a:solidFill>
        </p:grpSpPr>
        <p:sp>
          <p:nvSpPr>
            <p:cNvPr id="30" name="Google Shape;239;p23">
              <a:extLst>
                <a:ext uri="{FF2B5EF4-FFF2-40B4-BE49-F238E27FC236}">
                  <a16:creationId xmlns:a16="http://schemas.microsoft.com/office/drawing/2014/main" id="{AF552E4A-8FB1-8977-8B84-88D5E9EFCC04}"/>
                </a:ext>
              </a:extLst>
            </p:cNvPr>
            <p:cNvSpPr/>
            <p:nvPr/>
          </p:nvSpPr>
          <p:spPr>
            <a:xfrm>
              <a:off x="778710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0;p23">
              <a:extLst>
                <a:ext uri="{FF2B5EF4-FFF2-40B4-BE49-F238E27FC236}">
                  <a16:creationId xmlns:a16="http://schemas.microsoft.com/office/drawing/2014/main" id="{47734F7A-B306-B3CC-6E31-0B8BC64FFD01}"/>
                </a:ext>
              </a:extLst>
            </p:cNvPr>
            <p:cNvSpPr/>
            <p:nvPr/>
          </p:nvSpPr>
          <p:spPr>
            <a:xfrm>
              <a:off x="800615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1;p23">
              <a:extLst>
                <a:ext uri="{FF2B5EF4-FFF2-40B4-BE49-F238E27FC236}">
                  <a16:creationId xmlns:a16="http://schemas.microsoft.com/office/drawing/2014/main" id="{7D7EA259-E50B-5408-E58E-89C956ADB2D6}"/>
                </a:ext>
              </a:extLst>
            </p:cNvPr>
            <p:cNvSpPr/>
            <p:nvPr/>
          </p:nvSpPr>
          <p:spPr>
            <a:xfrm>
              <a:off x="822520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42;p23">
              <a:extLst>
                <a:ext uri="{FF2B5EF4-FFF2-40B4-BE49-F238E27FC236}">
                  <a16:creationId xmlns:a16="http://schemas.microsoft.com/office/drawing/2014/main" id="{384EAFC0-B58C-D940-137E-E35721CA87E0}"/>
                </a:ext>
              </a:extLst>
            </p:cNvPr>
            <p:cNvSpPr/>
            <p:nvPr/>
          </p:nvSpPr>
          <p:spPr>
            <a:xfrm>
              <a:off x="8444250" y="46643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43;p23">
              <a:extLst>
                <a:ext uri="{FF2B5EF4-FFF2-40B4-BE49-F238E27FC236}">
                  <a16:creationId xmlns:a16="http://schemas.microsoft.com/office/drawing/2014/main" id="{FF75BF0E-287F-6C5E-FEEA-BC2C5808E889}"/>
                </a:ext>
              </a:extLst>
            </p:cNvPr>
            <p:cNvSpPr/>
            <p:nvPr/>
          </p:nvSpPr>
          <p:spPr>
            <a:xfrm>
              <a:off x="7891600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44;p23">
              <a:extLst>
                <a:ext uri="{FF2B5EF4-FFF2-40B4-BE49-F238E27FC236}">
                  <a16:creationId xmlns:a16="http://schemas.microsoft.com/office/drawing/2014/main" id="{B39D87CB-6B36-EE11-5C53-3C5D07EE339B}"/>
                </a:ext>
              </a:extLst>
            </p:cNvPr>
            <p:cNvSpPr/>
            <p:nvPr/>
          </p:nvSpPr>
          <p:spPr>
            <a:xfrm>
              <a:off x="8122175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45;p23">
              <a:extLst>
                <a:ext uri="{FF2B5EF4-FFF2-40B4-BE49-F238E27FC236}">
                  <a16:creationId xmlns:a16="http://schemas.microsoft.com/office/drawing/2014/main" id="{467BD607-7B5A-9DCC-F8D8-0FFB09EAE1B2}"/>
                </a:ext>
              </a:extLst>
            </p:cNvPr>
            <p:cNvSpPr/>
            <p:nvPr/>
          </p:nvSpPr>
          <p:spPr>
            <a:xfrm>
              <a:off x="8352750" y="44425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46;p23">
              <a:extLst>
                <a:ext uri="{FF2B5EF4-FFF2-40B4-BE49-F238E27FC236}">
                  <a16:creationId xmlns:a16="http://schemas.microsoft.com/office/drawing/2014/main" id="{20FE38A2-A80B-22B2-0187-D007C9A29885}"/>
                </a:ext>
              </a:extLst>
            </p:cNvPr>
            <p:cNvSpPr/>
            <p:nvPr/>
          </p:nvSpPr>
          <p:spPr>
            <a:xfrm>
              <a:off x="8122175" y="4220750"/>
              <a:ext cx="120900" cy="120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237;p23">
            <a:extLst>
              <a:ext uri="{FF2B5EF4-FFF2-40B4-BE49-F238E27FC236}">
                <a16:creationId xmlns:a16="http://schemas.microsoft.com/office/drawing/2014/main" id="{F5B8504E-A470-ED66-8310-8E13C5510C3A}"/>
              </a:ext>
            </a:extLst>
          </p:cNvPr>
          <p:cNvSpPr/>
          <p:nvPr/>
        </p:nvSpPr>
        <p:spPr>
          <a:xfrm>
            <a:off x="11360150" y="2610828"/>
            <a:ext cx="2391113" cy="2525344"/>
          </a:xfrm>
          <a:prstGeom prst="donut">
            <a:avLst>
              <a:gd name="adj" fmla="val 18433"/>
            </a:avLst>
          </a:prstGeom>
          <a:solidFill>
            <a:srgbClr val="58AF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CA738C-9617-C054-9BB0-EA38454296A4}"/>
              </a:ext>
            </a:extLst>
          </p:cNvPr>
          <p:cNvSpPr/>
          <p:nvPr/>
        </p:nvSpPr>
        <p:spPr>
          <a:xfrm>
            <a:off x="9748700" y="-720000"/>
            <a:ext cx="1440000" cy="144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pic>
        <p:nvPicPr>
          <p:cNvPr id="40" name="Picture 39" descr="A red shield with black text and a letter t&#10;&#10;Description automatically generated">
            <a:extLst>
              <a:ext uri="{FF2B5EF4-FFF2-40B4-BE49-F238E27FC236}">
                <a16:creationId xmlns:a16="http://schemas.microsoft.com/office/drawing/2014/main" id="{09A46CAC-8E9F-3E7F-EB44-E54EB489C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235" y="83345"/>
            <a:ext cx="930459" cy="93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18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3">
                <a:lumMod val="5000"/>
                <a:lumOff val="95000"/>
              </a:schemeClr>
            </a:gs>
            <a:gs pos="59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obot with blue eyes and a computer&#10;&#10;Description automatically generated">
            <a:extLst>
              <a:ext uri="{FF2B5EF4-FFF2-40B4-BE49-F238E27FC236}">
                <a16:creationId xmlns:a16="http://schemas.microsoft.com/office/drawing/2014/main" id="{F89F2106-86D1-C0D6-ACDD-33A350CE6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2777" y="1282699"/>
            <a:ext cx="6438900" cy="429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09D67E-F5B9-0897-5B15-D36DA1989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96774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1.6. 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431B1-BB5B-AF26-9D97-4E86A79B7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4700" y="1282699"/>
            <a:ext cx="5499100" cy="42926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Continuous Learning and Updates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Increased Accuracy of Prescriptions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Integration of Real-Time Health Data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Integration of Telemedicine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Multi-Language Support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478951F-3EFE-B227-6FE7-6E1A42236CA7}"/>
              </a:ext>
            </a:extLst>
          </p:cNvPr>
          <p:cNvSpPr/>
          <p:nvPr/>
        </p:nvSpPr>
        <p:spPr>
          <a:xfrm>
            <a:off x="7861294" y="-734295"/>
            <a:ext cx="1281600" cy="1282869"/>
          </a:xfrm>
          <a:prstGeom prst="ellipse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F0A174B-4F33-CB28-D585-7D202486E7EF}"/>
              </a:ext>
            </a:extLst>
          </p:cNvPr>
          <p:cNvSpPr/>
          <p:nvPr/>
        </p:nvSpPr>
        <p:spPr>
          <a:xfrm>
            <a:off x="-720000" y="4999214"/>
            <a:ext cx="1440000" cy="144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9" name="Google Shape;237;p23">
            <a:extLst>
              <a:ext uri="{FF2B5EF4-FFF2-40B4-BE49-F238E27FC236}">
                <a16:creationId xmlns:a16="http://schemas.microsoft.com/office/drawing/2014/main" id="{E91C4773-FEBF-318B-9AAE-67C816E6A14C}"/>
              </a:ext>
            </a:extLst>
          </p:cNvPr>
          <p:cNvSpPr/>
          <p:nvPr/>
        </p:nvSpPr>
        <p:spPr>
          <a:xfrm>
            <a:off x="4269898" y="4744585"/>
            <a:ext cx="2391113" cy="2525344"/>
          </a:xfrm>
          <a:prstGeom prst="donut">
            <a:avLst>
              <a:gd name="adj" fmla="val 18433"/>
            </a:avLst>
          </a:prstGeom>
          <a:solidFill>
            <a:srgbClr val="58AF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4A0E07-7EB6-426E-9038-74B109F460F1}"/>
              </a:ext>
            </a:extLst>
          </p:cNvPr>
          <p:cNvSpPr/>
          <p:nvPr/>
        </p:nvSpPr>
        <p:spPr>
          <a:xfrm rot="16200000">
            <a:off x="10910329" y="4752910"/>
            <a:ext cx="584933" cy="2270658"/>
          </a:xfrm>
          <a:prstGeom prst="roundRect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A317EE2-BFFA-35F3-7A6F-C8C3456396FA}"/>
              </a:ext>
            </a:extLst>
          </p:cNvPr>
          <p:cNvSpPr/>
          <p:nvPr/>
        </p:nvSpPr>
        <p:spPr>
          <a:xfrm rot="16200000">
            <a:off x="11204596" y="5061849"/>
            <a:ext cx="546062" cy="21858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13" name="Google Shape;284;p24">
            <a:extLst>
              <a:ext uri="{FF2B5EF4-FFF2-40B4-BE49-F238E27FC236}">
                <a16:creationId xmlns:a16="http://schemas.microsoft.com/office/drawing/2014/main" id="{190157E3-5A13-9122-5F9B-60A36BEC7EB1}"/>
              </a:ext>
            </a:extLst>
          </p:cNvPr>
          <p:cNvSpPr/>
          <p:nvPr/>
        </p:nvSpPr>
        <p:spPr>
          <a:xfrm rot="16200000">
            <a:off x="11314350" y="4891936"/>
            <a:ext cx="474300" cy="1281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Picture 13" descr="A red shield with black text and a letter t&#10;&#10;Description automatically generated">
            <a:extLst>
              <a:ext uri="{FF2B5EF4-FFF2-40B4-BE49-F238E27FC236}">
                <a16:creationId xmlns:a16="http://schemas.microsoft.com/office/drawing/2014/main" id="{687E95C1-2859-F636-49BB-2D2474457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235" y="83345"/>
            <a:ext cx="930459" cy="93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09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3">
                <a:lumMod val="5000"/>
                <a:lumOff val="95000"/>
              </a:schemeClr>
            </a:gs>
            <a:gs pos="59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478951F-3EFE-B227-6FE7-6E1A42236CA7}"/>
              </a:ext>
            </a:extLst>
          </p:cNvPr>
          <p:cNvSpPr/>
          <p:nvPr/>
        </p:nvSpPr>
        <p:spPr>
          <a:xfrm>
            <a:off x="9105900" y="-636383"/>
            <a:ext cx="1281600" cy="1282869"/>
          </a:xfrm>
          <a:prstGeom prst="ellipse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F0A174B-4F33-CB28-D585-7D202486E7EF}"/>
              </a:ext>
            </a:extLst>
          </p:cNvPr>
          <p:cNvSpPr/>
          <p:nvPr/>
        </p:nvSpPr>
        <p:spPr>
          <a:xfrm>
            <a:off x="597763" y="6138000"/>
            <a:ext cx="1440000" cy="144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6" name="Google Shape;284;p24">
            <a:extLst>
              <a:ext uri="{FF2B5EF4-FFF2-40B4-BE49-F238E27FC236}">
                <a16:creationId xmlns:a16="http://schemas.microsoft.com/office/drawing/2014/main" id="{7C43C9A3-B051-A491-5D21-93E2C601B0D4}"/>
              </a:ext>
            </a:extLst>
          </p:cNvPr>
          <p:cNvSpPr/>
          <p:nvPr/>
        </p:nvSpPr>
        <p:spPr>
          <a:xfrm>
            <a:off x="-237150" y="2788500"/>
            <a:ext cx="474300" cy="1281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" name="Picture 33" descr="A red shield with black text and a letter t&#10;&#10;Description automatically generated">
            <a:extLst>
              <a:ext uri="{FF2B5EF4-FFF2-40B4-BE49-F238E27FC236}">
                <a16:creationId xmlns:a16="http://schemas.microsoft.com/office/drawing/2014/main" id="{370180F5-1976-ACAD-4BF3-B4F7499FD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235" y="83345"/>
            <a:ext cx="930459" cy="930459"/>
          </a:xfrm>
          <a:prstGeom prst="rect">
            <a:avLst/>
          </a:prstGeom>
        </p:spPr>
      </p:pic>
      <p:sp>
        <p:nvSpPr>
          <p:cNvPr id="9" name="Google Shape;237;p23">
            <a:extLst>
              <a:ext uri="{FF2B5EF4-FFF2-40B4-BE49-F238E27FC236}">
                <a16:creationId xmlns:a16="http://schemas.microsoft.com/office/drawing/2014/main" id="{E91C4773-FEBF-318B-9AAE-67C816E6A14C}"/>
              </a:ext>
            </a:extLst>
          </p:cNvPr>
          <p:cNvSpPr/>
          <p:nvPr/>
        </p:nvSpPr>
        <p:spPr>
          <a:xfrm>
            <a:off x="10996443" y="3966609"/>
            <a:ext cx="2391113" cy="2525344"/>
          </a:xfrm>
          <a:prstGeom prst="donut">
            <a:avLst>
              <a:gd name="adj" fmla="val 18433"/>
            </a:avLst>
          </a:prstGeom>
          <a:solidFill>
            <a:srgbClr val="58AF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2" name="Picture 11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0287C51B-E659-0725-227E-8C49E4F83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46" y="-1561609"/>
            <a:ext cx="5917215" cy="59172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5F06B04-983A-E059-AE71-A72760174CDB}"/>
              </a:ext>
            </a:extLst>
          </p:cNvPr>
          <p:cNvSpPr txBox="1"/>
          <p:nvPr/>
        </p:nvSpPr>
        <p:spPr>
          <a:xfrm>
            <a:off x="6096001" y="3013501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063598-59DB-F4B7-02B8-DBB7673AEEF8}"/>
              </a:ext>
            </a:extLst>
          </p:cNvPr>
          <p:cNvSpPr/>
          <p:nvPr/>
        </p:nvSpPr>
        <p:spPr>
          <a:xfrm>
            <a:off x="6375028" y="5083242"/>
            <a:ext cx="584933" cy="2270658"/>
          </a:xfrm>
          <a:prstGeom prst="roundRect">
            <a:avLst/>
          </a:prstGeom>
          <a:solidFill>
            <a:srgbClr val="58AF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9B3F7D-174D-2178-2FBC-22E942DED8A0}"/>
              </a:ext>
            </a:extLst>
          </p:cNvPr>
          <p:cNvSpPr/>
          <p:nvPr/>
        </p:nvSpPr>
        <p:spPr>
          <a:xfrm>
            <a:off x="6669295" y="5392181"/>
            <a:ext cx="546062" cy="21858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7" name="Google Shape;284;p24">
            <a:extLst>
              <a:ext uri="{FF2B5EF4-FFF2-40B4-BE49-F238E27FC236}">
                <a16:creationId xmlns:a16="http://schemas.microsoft.com/office/drawing/2014/main" id="{3F9D6843-2CE2-7416-0EAC-9560F538DD30}"/>
              </a:ext>
            </a:extLst>
          </p:cNvPr>
          <p:cNvSpPr/>
          <p:nvPr/>
        </p:nvSpPr>
        <p:spPr>
          <a:xfrm>
            <a:off x="6056499" y="5566083"/>
            <a:ext cx="474300" cy="1281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C3EE9-D5ED-4E92-73A7-EC1FBACFB0BD}"/>
              </a:ext>
            </a:extLst>
          </p:cNvPr>
          <p:cNvSpPr txBox="1"/>
          <p:nvPr/>
        </p:nvSpPr>
        <p:spPr>
          <a:xfrm>
            <a:off x="0" y="3038901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“”</a:t>
            </a:r>
          </a:p>
        </p:txBody>
      </p:sp>
    </p:spTree>
    <p:extLst>
      <p:ext uri="{BB962C8B-B14F-4D97-AF65-F5344CB8AC3E}">
        <p14:creationId xmlns:p14="http://schemas.microsoft.com/office/powerpoint/2010/main" val="166568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211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TABLE OF CONTENTS</vt:lpstr>
      <vt:lpstr>PowerPoint Presentation</vt:lpstr>
      <vt:lpstr>PowerPoint Presentation</vt:lpstr>
      <vt:lpstr>PowerPoint Presentation</vt:lpstr>
      <vt:lpstr>PowerPoint Presentation</vt:lpstr>
      <vt:lpstr>1.5. Key benefits</vt:lpstr>
      <vt:lpstr>1.5. Key benefits</vt:lpstr>
      <vt:lpstr>1.6. Future enhancements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Aakash 20222330</dc:creator>
  <cp:lastModifiedBy>Aakash 20222330</cp:lastModifiedBy>
  <cp:revision>3</cp:revision>
  <dcterms:created xsi:type="dcterms:W3CDTF">2023-07-23T16:53:46Z</dcterms:created>
  <dcterms:modified xsi:type="dcterms:W3CDTF">2023-07-23T23:23:05Z</dcterms:modified>
</cp:coreProperties>
</file>