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0" r:id="rId5"/>
    <p:sldId id="257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7020-86BD-4346-974C-27EDE5FF3520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2CCDA-3E61-42B5-BB0B-CE05308D2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8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38B7-A020-4FE1-90D7-216285B9C2D7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0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14A8-8C01-46CB-B4EA-87892EE3CD28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3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4336-1770-42BD-A8B7-C0B87F664D5F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6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1B89-CAAC-435D-8C61-E214C8023157}" type="datetime1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2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45951-5360-469B-8483-FCF064E47B5E}" type="datetime1">
              <a:rPr lang="en-US" smtClean="0"/>
              <a:t>9/24/2023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9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61FA-E489-43CB-8955-14BC3A14AD22}" type="datetime1">
              <a:rPr lang="en-US" smtClean="0"/>
              <a:t>9/24/2023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7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8A1E-4753-4137-A37C-EBA969715AEA}" type="datetime1">
              <a:rPr lang="en-US" smtClean="0"/>
              <a:t>9/24/2023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7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452F-F766-4243-9956-90EC8EE8043E}" type="datetime1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22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ACA6-6997-4B58-B53F-E59141C82C3D}" type="datetime1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2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B8F0-292E-446E-AAD8-F71FC583C3BC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1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693B-F6EA-4D6B-A343-30CF5E09940F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7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60BCA-713B-468E-A89B-4AD2D8481D04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8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003" y="1542198"/>
            <a:ext cx="11313994" cy="1009934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PERSONAL DEVELOPMENT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860D7-FE6B-84ED-43B7-5A0D8FD20E2F}"/>
              </a:ext>
            </a:extLst>
          </p:cNvPr>
          <p:cNvSpPr txBox="1"/>
          <p:nvPr/>
        </p:nvSpPr>
        <p:spPr>
          <a:xfrm>
            <a:off x="2183643" y="3548418"/>
            <a:ext cx="62802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ASHE TUTORIAL DAY ONE SEPT / DEC 2023</a:t>
            </a:r>
          </a:p>
        </p:txBody>
      </p:sp>
    </p:spTree>
    <p:extLst>
      <p:ext uri="{BB962C8B-B14F-4D97-AF65-F5344CB8AC3E}">
        <p14:creationId xmlns:p14="http://schemas.microsoft.com/office/powerpoint/2010/main" val="409998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024" y="122831"/>
            <a:ext cx="10727140" cy="996286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What is Personal Development Planning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024" y="968991"/>
            <a:ext cx="10889776" cy="529533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PDP is a structured and supported process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undertaken by an individual to reflect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upon their own learning, performance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and / or achievement and to plan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for their personal, educational and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career development. (QAA 2001).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632" y="1119117"/>
            <a:ext cx="4067034" cy="514520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1B4-557D-032F-592B-FB093A9E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A04D-1DCF-4897-88F0-9123A44F3CD7}" type="datetime1">
              <a:rPr lang="en-US" smtClean="0"/>
              <a:t>9/24/2023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96ED1-3F4E-1C77-49F1-6D6FED94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9202C-CC8F-2643-6BF8-5C8F1670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2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14" y="232013"/>
            <a:ext cx="10515600" cy="80521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What is Personal Development Planning ?</a:t>
            </a:r>
          </a:p>
        </p:txBody>
      </p:sp>
      <p:pic>
        <p:nvPicPr>
          <p:cNvPr id="4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941" y="1037231"/>
            <a:ext cx="5513696" cy="509286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2DF45-173C-B2CA-AFAC-7A9EF52F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9EC67-E127-4F31-8C7A-D9043107EF24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769DA-45F9-DEE6-7121-DF5DDF3F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C25B3-EE25-5FB9-5E3E-C9C919D3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955" y="95535"/>
            <a:ext cx="11080845" cy="116006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Let’s watch a video on PDP…</a:t>
            </a:r>
          </a:p>
        </p:txBody>
      </p:sp>
      <p:pic>
        <p:nvPicPr>
          <p:cNvPr id="4" name="Personal Development Plan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5218" y="1583661"/>
            <a:ext cx="10548582" cy="4675188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8A048-1716-936E-26AC-798A6CCE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57EB-AE29-4A56-8E6B-614F37531C4D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32E2-C1E2-01C9-7106-F85C05F0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B463-E67F-E751-73CB-856CA6F6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8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376" y="365125"/>
            <a:ext cx="10903424" cy="106789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Baskerville Old Face" panose="02020602080505020303" pitchFamily="18" charset="0"/>
              </a:rPr>
              <a:t>We will look at 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75" y="1825625"/>
            <a:ext cx="11382233" cy="4351338"/>
          </a:xfrm>
        </p:spPr>
        <p:txBody>
          <a:bodyPr>
            <a:normAutofit/>
          </a:bodyPr>
          <a:lstStyle/>
          <a:p>
            <a:pPr lvl="1"/>
            <a:r>
              <a:rPr lang="en-US" sz="8000" dirty="0">
                <a:solidFill>
                  <a:srgbClr val="00B050"/>
                </a:solidFill>
                <a:latin typeface="Baskerville Old Face" panose="02020602080505020303" pitchFamily="18" charset="0"/>
              </a:rPr>
              <a:t>Self-awareness skills</a:t>
            </a:r>
          </a:p>
          <a:p>
            <a:pPr lvl="1"/>
            <a:r>
              <a:rPr lang="en-US" sz="80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Personality </a:t>
            </a:r>
            <a:r>
              <a:rPr lang="en-US" sz="44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(</a:t>
            </a:r>
            <a:r>
              <a:rPr lang="en-US" sz="32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research on your own)</a:t>
            </a:r>
            <a:r>
              <a:rPr lang="en-US" sz="44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 </a:t>
            </a:r>
          </a:p>
          <a:p>
            <a:pPr lvl="1"/>
            <a:r>
              <a:rPr lang="en-US" sz="8000" dirty="0">
                <a:solidFill>
                  <a:srgbClr val="7030A0"/>
                </a:solidFill>
                <a:latin typeface="Baskerville Old Face" panose="02020602080505020303" pitchFamily="18" charset="0"/>
              </a:rPr>
              <a:t>Motivation </a:t>
            </a:r>
            <a:r>
              <a:rPr lang="en-US" sz="3200" dirty="0">
                <a:solidFill>
                  <a:srgbClr val="7030A0"/>
                </a:solidFill>
                <a:latin typeface="Baskerville Old Face" panose="02020602080505020303" pitchFamily="18" charset="0"/>
              </a:rPr>
              <a:t>(research on your own)</a:t>
            </a:r>
            <a:endParaRPr lang="en-US" sz="8000" dirty="0">
              <a:solidFill>
                <a:srgbClr val="7030A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BD798-FEC2-2B08-D166-E458CAFE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426E-4D5A-4086-AE58-1E3E271E31A5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EA54C-3612-7007-7118-643ADCD2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0EC4-3A1A-6518-EC9D-37347B36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9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899" y="365126"/>
            <a:ext cx="10290411" cy="822230"/>
          </a:xfrm>
        </p:spPr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8000" dirty="0">
                <a:solidFill>
                  <a:srgbClr val="00B050"/>
                </a:solidFill>
                <a:latin typeface="Baskerville Old Face" panose="02020602080505020303" pitchFamily="18" charset="0"/>
              </a:rPr>
              <a:t>Self-awareness skills</a:t>
            </a:r>
            <a:br>
              <a:rPr lang="en-US" sz="8000" dirty="0">
                <a:solidFill>
                  <a:srgbClr val="00B050"/>
                </a:solidFill>
                <a:latin typeface="Baskerville Old Face" panose="02020602080505020303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79" y="1187356"/>
            <a:ext cx="10616821" cy="5227092"/>
          </a:xfrm>
        </p:spPr>
        <p:txBody>
          <a:bodyPr>
            <a:norm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Self-awareness means:</a:t>
            </a:r>
          </a:p>
          <a:p>
            <a:pPr marL="1377950" lvl="1" indent="-401638">
              <a:buFont typeface="+mj-lt"/>
              <a:buAutoNum type="arabicPeriod"/>
            </a:pPr>
            <a:r>
              <a:rPr lang="en-US" sz="2800" dirty="0">
                <a:latin typeface="Baskerville Old Face" panose="02020602080505020303" pitchFamily="18" charset="0"/>
              </a:rPr>
              <a:t>knowing your values, personality, needs, habits, emotions, strengths, weaknesses, etc. 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With a sense of who you are and a vision of the person you want to become, a plan for professional or personal development can be created. 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SA allows you to motivate yourself and manage your stress better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SA helps you with your intuitive decision making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SA helps you to lead and motivate others more effectively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In short Self-awareness is very useful.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E38D3-383E-135F-34BA-D94FA38E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8A72-BF78-4112-9D1B-1161CA559762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D01F-DA10-96BF-1BC1-15B7FFB6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D9677-CBFE-EB38-B150-8AC932B0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69" y="136478"/>
            <a:ext cx="11559653" cy="1064526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Baskerville Old Face" panose="02020602080505020303" pitchFamily="18" charset="0"/>
              </a:rPr>
              <a:t>More on self awareness</a:t>
            </a:r>
          </a:p>
        </p:txBody>
      </p:sp>
      <p:pic>
        <p:nvPicPr>
          <p:cNvPr id="4" name="Why is Self-Awareness Important_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70025" y="1201738"/>
            <a:ext cx="8851900" cy="497522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0E47E-21DA-C39B-3115-64E9EA1F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3B52-224B-4D5D-B046-7D5E75CAB202}" type="datetime1">
              <a:rPr lang="en-US" smtClean="0"/>
              <a:t>9/24/2023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16FF4-EDCC-105E-98BD-EFBCB4B6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5999A-2407-CD71-C27A-7E918341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4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When you are self-aware, you can see where your thoughts and emotions are guiding you. #awareness #psychology #mentalhealth #mindset #conciousness #spirituality #selfhelp #selflove #personaldevelopment #personalgrowth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667" y="0"/>
            <a:ext cx="5759354" cy="63189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4B3D6-58FF-9F2A-F38D-2725E051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58B5-4932-4C31-A4AA-E31AC7244D84}" type="datetime1">
              <a:rPr lang="en-US" smtClean="0"/>
              <a:t>9/24/2023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C1293-DB2F-378F-FFC6-18E5BF8A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33840-05A9-0BEC-F598-62DA28AF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274</Words>
  <Application>Microsoft Office PowerPoint</Application>
  <PresentationFormat>Widescreen</PresentationFormat>
  <Paragraphs>45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Baskerville Old Face</vt:lpstr>
      <vt:lpstr>Calibri</vt:lpstr>
      <vt:lpstr>Calibri Light</vt:lpstr>
      <vt:lpstr>Comic Sans MS</vt:lpstr>
      <vt:lpstr>Office Theme</vt:lpstr>
      <vt:lpstr>PERSONAL DEVELOPMENT PLANNING</vt:lpstr>
      <vt:lpstr>What is Personal Development Planning ?</vt:lpstr>
      <vt:lpstr>What is Personal Development Planning ?</vt:lpstr>
      <vt:lpstr>Let’s watch a video on PDP…</vt:lpstr>
      <vt:lpstr>We will look at ….</vt:lpstr>
      <vt:lpstr>Self-awareness skills </vt:lpstr>
      <vt:lpstr>More on self awareness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DEVELOPMENT PLANNING</dc:title>
  <dc:creator>Windows User</dc:creator>
  <cp:lastModifiedBy>Hettiaratchy, Antoinette</cp:lastModifiedBy>
  <cp:revision>17</cp:revision>
  <dcterms:created xsi:type="dcterms:W3CDTF">2018-07-21T19:06:27Z</dcterms:created>
  <dcterms:modified xsi:type="dcterms:W3CDTF">2023-09-24T05:23:48Z</dcterms:modified>
</cp:coreProperties>
</file>