
<file path=[Content_Types].xml><?xml version="1.0" encoding="utf-8"?>
<Types xmlns="http://schemas.openxmlformats.org/package/2006/content-types"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4"/>
  </p:notesMasterIdLst>
  <p:handoutMasterIdLst>
    <p:handoutMasterId r:id="rId15"/>
  </p:handoutMasterIdLst>
  <p:sldIdLst>
    <p:sldId id="305" r:id="rId5"/>
    <p:sldId id="296" r:id="rId6"/>
    <p:sldId id="306" r:id="rId7"/>
    <p:sldId id="320" r:id="rId8"/>
    <p:sldId id="321" r:id="rId9"/>
    <p:sldId id="317" r:id="rId10"/>
    <p:sldId id="318" r:id="rId11"/>
    <p:sldId id="319" r:id="rId12"/>
    <p:sldId id="259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9D7D9"/>
    <a:srgbClr val="93D3D9"/>
    <a:srgbClr val="AAD6FF"/>
    <a:srgbClr val="B2C8CD"/>
    <a:srgbClr val="CCD8D6"/>
    <a:srgbClr val="4F5945"/>
    <a:srgbClr val="73292A"/>
    <a:srgbClr val="7F867A"/>
    <a:srgbClr val="A65B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71" autoAdjust="0"/>
    <p:restoredTop sz="94879" autoAdjust="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howGuides="1">
      <p:cViewPr varScale="1">
        <p:scale>
          <a:sx n="82" d="100"/>
          <a:sy n="82" d="100"/>
        </p:scale>
        <p:origin x="2784" y="17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8/10/relationships/authors" Target="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49852A6-C536-198B-0B36-808C24FAAF6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F40B29C-E84A-E4D1-8998-1A961EC23BA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A5AE42-7DC1-8140-9B13-146984FDEF22}" type="datetimeFigureOut">
              <a:rPr lang="en-US" smtClean="0"/>
              <a:t>7/9/2023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CE4DE7-ED89-D264-F004-38F2DF4879D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7E8591-FF54-5A00-A703-95ABC16B78D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369B77-94AB-0344-9EBF-9DB9EE8D3AB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859742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F75F72-8950-AF4F-9381-1D26FB547EA1}" type="datetimeFigureOut">
              <a:rPr lang="en-US" smtClean="0"/>
              <a:t>7/9/2023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75476F-A808-1F46-A368-07984F6DA22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42527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75476F-A808-1F46-A368-07984F6DA22E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02328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75476F-A808-1F46-A368-07984F6DA22E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288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2.png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4.png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text, plant&#10;&#10;Description automatically generated">
            <a:extLst>
              <a:ext uri="{FF2B5EF4-FFF2-40B4-BE49-F238E27FC236}">
                <a16:creationId xmlns:a16="http://schemas.microsoft.com/office/drawing/2014/main" id="{A26D6E84-B5BE-5F3E-8B3F-1A46C7F307C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7210" y="0"/>
            <a:ext cx="8392026" cy="6858000"/>
          </a:xfrm>
          <a:prstGeom prst="rect">
            <a:avLst/>
          </a:prstGeom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F0A7E03F-5776-960D-3CA6-7CE62AC96693}"/>
              </a:ext>
            </a:extLst>
          </p:cNvPr>
          <p:cNvSpPr/>
          <p:nvPr userDrawn="1"/>
        </p:nvSpPr>
        <p:spPr>
          <a:xfrm>
            <a:off x="3300284" y="654912"/>
            <a:ext cx="5591432" cy="5591432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A7464AF-3FD6-6193-CC95-A941ECE17B9D}"/>
              </a:ext>
            </a:extLst>
          </p:cNvPr>
          <p:cNvCxnSpPr>
            <a:cxnSpLocks/>
          </p:cNvCxnSpPr>
          <p:nvPr userDrawn="1"/>
        </p:nvCxnSpPr>
        <p:spPr>
          <a:xfrm>
            <a:off x="4359876" y="4300155"/>
            <a:ext cx="3472249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1" name="Picture 10" descr="A picture containing text&#10;&#10;Description automatically generated">
            <a:extLst>
              <a:ext uri="{FF2B5EF4-FFF2-40B4-BE49-F238E27FC236}">
                <a16:creationId xmlns:a16="http://schemas.microsoft.com/office/drawing/2014/main" id="{E5214731-3110-8D76-56DF-63353710419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09961" y="4157464"/>
            <a:ext cx="972078" cy="285381"/>
          </a:xfrm>
          <a:prstGeom prst="rect">
            <a:avLst/>
          </a:prstGeom>
        </p:spPr>
      </p:pic>
      <p:sp>
        <p:nvSpPr>
          <p:cNvPr id="17" name="Oval 16">
            <a:extLst>
              <a:ext uri="{FF2B5EF4-FFF2-40B4-BE49-F238E27FC236}">
                <a16:creationId xmlns:a16="http://schemas.microsoft.com/office/drawing/2014/main" id="{516369FF-9501-1944-3E3F-46CBFD515D8D}"/>
              </a:ext>
            </a:extLst>
          </p:cNvPr>
          <p:cNvSpPr/>
          <p:nvPr userDrawn="1"/>
        </p:nvSpPr>
        <p:spPr>
          <a:xfrm>
            <a:off x="3447535" y="807312"/>
            <a:ext cx="5296930" cy="5296930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3" name="Picture 12" descr="A picture containing ceramic ware, porcelain&#10;&#10;Description automatically generated">
            <a:extLst>
              <a:ext uri="{FF2B5EF4-FFF2-40B4-BE49-F238E27FC236}">
                <a16:creationId xmlns:a16="http://schemas.microsoft.com/office/drawing/2014/main" id="{AB1576B0-66ED-3F92-2AF8-4EF965E4E3FC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9338" y="4814449"/>
            <a:ext cx="1668775" cy="162143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E576603-B88C-9F7F-98A5-E94BD2C23E63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0777" y="1164252"/>
            <a:ext cx="818801" cy="8455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49296" y="2660904"/>
            <a:ext cx="6693408" cy="1088136"/>
          </a:xfrm>
        </p:spPr>
        <p:txBody>
          <a:bodyPr anchor="b">
            <a:noAutofit/>
          </a:bodyPr>
          <a:lstStyle>
            <a:lvl1pPr algn="ctr">
              <a:defRPr sz="4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96384" y="2267712"/>
            <a:ext cx="2999232" cy="43891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64985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fabric&#10;&#10;Description automatically generated">
            <a:extLst>
              <a:ext uri="{FF2B5EF4-FFF2-40B4-BE49-F238E27FC236}">
                <a16:creationId xmlns:a16="http://schemas.microsoft.com/office/drawing/2014/main" id="{ABAD6905-AD97-1EAF-A4A3-D0BB13B1280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7013" y="1162701"/>
            <a:ext cx="1562100" cy="43942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3BCB4CA-03FB-81F4-F8A2-FA9C0DBDEB11}"/>
              </a:ext>
            </a:extLst>
          </p:cNvPr>
          <p:cNvSpPr/>
          <p:nvPr userDrawn="1"/>
        </p:nvSpPr>
        <p:spPr>
          <a:xfrm>
            <a:off x="0" y="0"/>
            <a:ext cx="6096000" cy="686957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3" name="Picture 12" descr="A group of flowers&#10;&#10;Description automatically generated with low confidence">
            <a:extLst>
              <a:ext uri="{FF2B5EF4-FFF2-40B4-BE49-F238E27FC236}">
                <a16:creationId xmlns:a16="http://schemas.microsoft.com/office/drawing/2014/main" id="{138EDBF7-FA56-2BF9-ECFA-6C39FEE8F88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59852" flipH="1">
            <a:off x="1760954" y="2048834"/>
            <a:ext cx="1230524" cy="228732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0D1FF5-7EF8-4250-A259-43050ABB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83880" y="978408"/>
            <a:ext cx="3749040" cy="132588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A51CCCC-1589-401D-AE98-FC2871630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Antoinette Vanlangenberg Hettiaratchy / IIT/ Foundation Jan 2023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85D9D7D-8D9A-473E-AF0D-EF1940D79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2" name="Content Placeholder 5">
            <a:extLst>
              <a:ext uri="{FF2B5EF4-FFF2-40B4-BE49-F238E27FC236}">
                <a16:creationId xmlns:a16="http://schemas.microsoft.com/office/drawing/2014/main" id="{9BEB2D80-6263-5794-6A1A-CFF345F7A9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8183880" y="2194560"/>
            <a:ext cx="3749040" cy="4306824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Clr>
                <a:srgbClr val="73292A"/>
              </a:buClr>
              <a:buNone/>
              <a:defRPr sz="2400"/>
            </a:lvl1pPr>
            <a:lvl2pPr marL="228600">
              <a:buClr>
                <a:srgbClr val="73292A"/>
              </a:buClr>
              <a:defRPr sz="2000"/>
            </a:lvl2pPr>
            <a:lvl3pPr marL="685800">
              <a:buClr>
                <a:srgbClr val="73292A"/>
              </a:buClr>
              <a:defRPr sz="1800"/>
            </a:lvl3pPr>
            <a:lvl4pPr marL="1143000">
              <a:buClr>
                <a:srgbClr val="73292A"/>
              </a:buClr>
              <a:defRPr sz="1600"/>
            </a:lvl4pPr>
            <a:lvl5pPr marL="1600200">
              <a:buClr>
                <a:srgbClr val="73292A"/>
              </a:buCl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6" name="Picture 5" descr="A picture containing flower, plant&#10;&#10;Description automatically generated">
            <a:extLst>
              <a:ext uri="{FF2B5EF4-FFF2-40B4-BE49-F238E27FC236}">
                <a16:creationId xmlns:a16="http://schemas.microsoft.com/office/drawing/2014/main" id="{0FE36A83-31CF-DF76-5708-55ED9FB707E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7235" y="2476883"/>
            <a:ext cx="749300" cy="2755900"/>
          </a:xfrm>
          <a:prstGeom prst="rect">
            <a:avLst/>
          </a:prstGeom>
        </p:spPr>
      </p:pic>
      <p:sp>
        <p:nvSpPr>
          <p:cNvPr id="11" name="Text Placeholder 33">
            <a:extLst>
              <a:ext uri="{FF2B5EF4-FFF2-40B4-BE49-F238E27FC236}">
                <a16:creationId xmlns:a16="http://schemas.microsoft.com/office/drawing/2014/main" id="{5BF6365E-74A9-6D7B-5F20-7C29F29017E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225296" y="1426464"/>
            <a:ext cx="3922776" cy="4242816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30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9539805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BB4DE27-1913-8274-9943-46641EA0DAB7}"/>
              </a:ext>
            </a:extLst>
          </p:cNvPr>
          <p:cNvSpPr/>
          <p:nvPr userDrawn="1"/>
        </p:nvSpPr>
        <p:spPr>
          <a:xfrm>
            <a:off x="1174276" y="-756"/>
            <a:ext cx="9843449" cy="56904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901AB4A-AE17-BFA4-697C-75EC6407E147}"/>
              </a:ext>
            </a:extLst>
          </p:cNvPr>
          <p:cNvSpPr/>
          <p:nvPr userDrawn="1"/>
        </p:nvSpPr>
        <p:spPr>
          <a:xfrm>
            <a:off x="1604189" y="-13446"/>
            <a:ext cx="8983623" cy="525779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1" name="Picture 10" descr="A picture containing mollusk, insect&#10;&#10;Description automatically generated">
            <a:extLst>
              <a:ext uri="{FF2B5EF4-FFF2-40B4-BE49-F238E27FC236}">
                <a16:creationId xmlns:a16="http://schemas.microsoft.com/office/drawing/2014/main" id="{1C7F01FE-99A8-35BD-05A1-6D93A2578EB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2833" y="5110810"/>
            <a:ext cx="1207554" cy="35451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66660DF-FD7A-4340-E854-B4680A6B88C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5202474" y="-1953000"/>
            <a:ext cx="1485900" cy="53721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48028" y="1389888"/>
            <a:ext cx="8695944" cy="1325880"/>
          </a:xfrm>
        </p:spPr>
        <p:txBody>
          <a:bodyPr/>
          <a:lstStyle>
            <a:lvl1pPr algn="ctr">
              <a:defRPr>
                <a:latin typeface="Baskerville" panose="02020502070401020303" pitchFamily="18" charset="0"/>
                <a:ea typeface="Baskerville" panose="02020502070401020303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23516" y="2651760"/>
            <a:ext cx="7744968" cy="2697480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>
                <a:latin typeface="Gill Sans Nova Light" panose="020F0302020204030204" pitchFamily="34" charset="0"/>
                <a:cs typeface="Gill Sans Nova Light" panose="020F0302020204030204" pitchFamily="34" charset="0"/>
              </a:defRPr>
            </a:lvl1pPr>
            <a:lvl2pPr algn="ctr">
              <a:lnSpc>
                <a:spcPct val="100000"/>
              </a:lnSpc>
              <a:defRPr sz="1800">
                <a:latin typeface="Gill Sans Nova Light" panose="020F0302020204030204" pitchFamily="34" charset="0"/>
                <a:cs typeface="Gill Sans Nova Light" panose="020F0302020204030204" pitchFamily="34" charset="0"/>
              </a:defRPr>
            </a:lvl2pPr>
            <a:lvl3pPr algn="ctr">
              <a:defRPr sz="1600">
                <a:latin typeface="Gill Sans Nova Light" panose="020F0302020204030204" pitchFamily="34" charset="0"/>
                <a:cs typeface="Gill Sans Nova Light" panose="020F0302020204030204" pitchFamily="34" charset="0"/>
              </a:defRPr>
            </a:lvl3pPr>
            <a:lvl4pPr algn="ctr">
              <a:defRPr sz="1400">
                <a:latin typeface="Gill Sans Nova Light" panose="020F0302020204030204" pitchFamily="34" charset="0"/>
                <a:cs typeface="Gill Sans Nova Light" panose="020F0302020204030204" pitchFamily="34" charset="0"/>
              </a:defRPr>
            </a:lvl4pPr>
            <a:lvl5pPr algn="ctr">
              <a:defRPr sz="1400">
                <a:latin typeface="Gill Sans Nova Light" panose="020F0302020204030204" pitchFamily="34" charset="0"/>
                <a:cs typeface="Gill Sans Nova Light" panose="020F0302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2F05D25C-B703-1868-603E-D468EF44D79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Antoinette Vanlangenberg Hettiaratchy / IIT/ Foundation Jan 2023</a:t>
            </a:r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D8FDB2CC-A975-BC07-042A-228D387E516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02685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8ADFA29-47E3-2E16-12B7-D8031DC04C0D}"/>
              </a:ext>
            </a:extLst>
          </p:cNvPr>
          <p:cNvSpPr/>
          <p:nvPr userDrawn="1"/>
        </p:nvSpPr>
        <p:spPr>
          <a:xfrm>
            <a:off x="0" y="3377183"/>
            <a:ext cx="12192000" cy="232657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1" name="Picture 10" descr="A close up of a plant&#10;&#10;Description automatically generated with low confidence">
            <a:extLst>
              <a:ext uri="{FF2B5EF4-FFF2-40B4-BE49-F238E27FC236}">
                <a16:creationId xmlns:a16="http://schemas.microsoft.com/office/drawing/2014/main" id="{D373DB44-C887-96AC-D32D-B7656F28FB9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5387322" y="3187511"/>
            <a:ext cx="1422400" cy="5283200"/>
          </a:xfrm>
          <a:prstGeom prst="rect">
            <a:avLst/>
          </a:prstGeom>
        </p:spPr>
      </p:pic>
      <p:pic>
        <p:nvPicPr>
          <p:cNvPr id="9" name="Picture 8" descr="A picture containing bedclothes, fabric&#10;&#10;Description automatically generated">
            <a:extLst>
              <a:ext uri="{FF2B5EF4-FFF2-40B4-BE49-F238E27FC236}">
                <a16:creationId xmlns:a16="http://schemas.microsoft.com/office/drawing/2014/main" id="{6A080FF9-A96B-AA38-428D-5F2CF533D06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5400022" y="287485"/>
            <a:ext cx="1485900" cy="537210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25150280-02E2-686D-A130-65EBDA15EF13}"/>
              </a:ext>
            </a:extLst>
          </p:cNvPr>
          <p:cNvSpPr/>
          <p:nvPr userDrawn="1"/>
        </p:nvSpPr>
        <p:spPr>
          <a:xfrm>
            <a:off x="232651" y="3633264"/>
            <a:ext cx="11740896" cy="1789752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Light" panose="020B0302020104020203" pitchFamily="34" charset="-79"/>
              <a:cs typeface="Gill Sans Light" panose="020B0302020104020203" pitchFamily="34" charset="-79"/>
            </a:endParaRPr>
          </a:p>
        </p:txBody>
      </p:sp>
      <p:pic>
        <p:nvPicPr>
          <p:cNvPr id="15" name="Picture 14" descr="A picture containing ceramic ware, porcelain&#10;&#10;Description automatically generated">
            <a:extLst>
              <a:ext uri="{FF2B5EF4-FFF2-40B4-BE49-F238E27FC236}">
                <a16:creationId xmlns:a16="http://schemas.microsoft.com/office/drawing/2014/main" id="{3DD4D68C-6665-333E-98E8-785116A05A7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590193">
            <a:off x="6957396" y="5090392"/>
            <a:ext cx="856832" cy="832525"/>
          </a:xfrm>
          <a:prstGeom prst="rect">
            <a:avLst/>
          </a:prstGeom>
        </p:spPr>
      </p:pic>
      <p:pic>
        <p:nvPicPr>
          <p:cNvPr id="17" name="Picture 16" descr="A picture containing text&#10;&#10;Description automatically generated">
            <a:extLst>
              <a:ext uri="{FF2B5EF4-FFF2-40B4-BE49-F238E27FC236}">
                <a16:creationId xmlns:a16="http://schemas.microsoft.com/office/drawing/2014/main" id="{27E0939A-D971-0D79-9B6D-834913C959B2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2979" y="3252854"/>
            <a:ext cx="1206427" cy="62135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2DFA2E8-50A1-4465-AC33-6FAC0E7736E9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1153668" y="3977640"/>
            <a:ext cx="9884664" cy="731520"/>
          </a:xfrm>
        </p:spPr>
        <p:txBody>
          <a:bodyPr anchor="b">
            <a:normAutofit/>
          </a:bodyPr>
          <a:lstStyle>
            <a:lvl1pPr algn="ctr"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65DE34-CDB7-41F7-A95A-592B99558C69}"/>
              </a:ext>
            </a:extLst>
          </p:cNvPr>
          <p:cNvSpPr>
            <a:spLocks noGrp="1"/>
          </p:cNvSpPr>
          <p:nvPr userDrawn="1">
            <p:ph type="body" idx="1"/>
          </p:nvPr>
        </p:nvSpPr>
        <p:spPr>
          <a:xfrm>
            <a:off x="1153668" y="4700016"/>
            <a:ext cx="9884664" cy="457200"/>
          </a:xfr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026350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0999"/>
            <a:ext cx="10515600" cy="1325880"/>
          </a:xfrm>
        </p:spPr>
        <p:txBody>
          <a:bodyPr/>
          <a:lstStyle>
            <a:lvl1pPr algn="ctr">
              <a:defRPr>
                <a:latin typeface="Baskerville" panose="02020502070401020303" pitchFamily="18" charset="0"/>
                <a:ea typeface="Baskerville" panose="02020502070401020303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70832"/>
          </a:xfrm>
        </p:spPr>
        <p:txBody>
          <a:bodyPr/>
          <a:lstStyle>
            <a:lvl1pPr>
              <a:defRPr>
                <a:latin typeface="Gill Sans Nova Light" panose="020F0302020204030204" pitchFamily="34" charset="0"/>
                <a:cs typeface="Gill Sans Nova Light" panose="020F0302020204030204" pitchFamily="34" charset="0"/>
              </a:defRPr>
            </a:lvl1pPr>
            <a:lvl2pPr>
              <a:defRPr>
                <a:latin typeface="Gill Sans Nova Light" panose="020F0302020204030204" pitchFamily="34" charset="0"/>
                <a:cs typeface="Gill Sans Nova Light" panose="020F0302020204030204" pitchFamily="34" charset="0"/>
              </a:defRPr>
            </a:lvl2pPr>
            <a:lvl3pPr>
              <a:defRPr>
                <a:latin typeface="Gill Sans Nova Light" panose="020F0302020204030204" pitchFamily="34" charset="0"/>
                <a:cs typeface="Gill Sans Nova Light" panose="020F0302020204030204" pitchFamily="34" charset="0"/>
              </a:defRPr>
            </a:lvl3pPr>
            <a:lvl4pPr>
              <a:defRPr>
                <a:latin typeface="Gill Sans Nova Light" panose="020F0302020204030204" pitchFamily="34" charset="0"/>
                <a:cs typeface="Gill Sans Nova Light" panose="020F0302020204030204" pitchFamily="34" charset="0"/>
              </a:defRPr>
            </a:lvl4pPr>
            <a:lvl5pPr>
              <a:defRPr>
                <a:latin typeface="Gill Sans Nova Light" panose="020F0302020204030204" pitchFamily="34" charset="0"/>
                <a:cs typeface="Gill Sans Nova Light" panose="020F0302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170EA9-DC14-D6B7-054C-51C9E1FE932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Antoinette Vanlangenberg Hettiaratchy / IIT/ Foundation Jan 2023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65A817-7911-6CCE-C2C4-2C8568F7F35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22712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green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0999"/>
            <a:ext cx="10515600" cy="1325880"/>
          </a:xfrm>
        </p:spPr>
        <p:txBody>
          <a:bodyPr/>
          <a:lstStyle>
            <a:lvl1pPr algn="ctr">
              <a:defRPr>
                <a:latin typeface="Baskerville" panose="02020502070401020303" pitchFamily="18" charset="0"/>
                <a:ea typeface="Baskerville" panose="02020502070401020303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00200"/>
            <a:ext cx="10972800" cy="4572000"/>
          </a:xfrm>
        </p:spPr>
        <p:txBody>
          <a:bodyPr/>
          <a:lstStyle>
            <a:lvl1pPr>
              <a:defRPr>
                <a:latin typeface="Gill Sans Nova Light" panose="020F0302020204030204" pitchFamily="34" charset="0"/>
                <a:cs typeface="Gill Sans Nova Light" panose="020F0302020204030204" pitchFamily="34" charset="0"/>
              </a:defRPr>
            </a:lvl1pPr>
            <a:lvl2pPr>
              <a:defRPr>
                <a:latin typeface="Gill Sans Nova Light" panose="020F0302020204030204" pitchFamily="34" charset="0"/>
                <a:cs typeface="Gill Sans Nova Light" panose="020F0302020204030204" pitchFamily="34" charset="0"/>
              </a:defRPr>
            </a:lvl2pPr>
            <a:lvl3pPr>
              <a:defRPr>
                <a:latin typeface="Gill Sans Nova Light" panose="020F0302020204030204" pitchFamily="34" charset="0"/>
                <a:cs typeface="Gill Sans Nova Light" panose="020F0302020204030204" pitchFamily="34" charset="0"/>
              </a:defRPr>
            </a:lvl3pPr>
            <a:lvl4pPr>
              <a:defRPr>
                <a:latin typeface="Gill Sans Nova Light" panose="020F0302020204030204" pitchFamily="34" charset="0"/>
                <a:cs typeface="Gill Sans Nova Light" panose="020F0302020204030204" pitchFamily="34" charset="0"/>
              </a:defRPr>
            </a:lvl4pPr>
            <a:lvl5pPr>
              <a:defRPr>
                <a:latin typeface="Gill Sans Nova Light" panose="020F0302020204030204" pitchFamily="34" charset="0"/>
                <a:cs typeface="Gill Sans Nova Light" panose="020F0302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170EA9-DC14-D6B7-054C-51C9E1FE932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Antoinette Vanlangenberg Hettiaratchy / IIT/ Foundation Jan 2023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65A817-7911-6CCE-C2C4-2C8568F7F35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51094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Header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F2F45E1C-47F6-0AF9-7468-BA613D681E1D}"/>
              </a:ext>
            </a:extLst>
          </p:cNvPr>
          <p:cNvSpPr/>
          <p:nvPr userDrawn="1"/>
        </p:nvSpPr>
        <p:spPr>
          <a:xfrm>
            <a:off x="0" y="1533950"/>
            <a:ext cx="12192000" cy="37901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Picture 7" descr="A picture containing fabric&#10;&#10;Description automatically generated">
            <a:extLst>
              <a:ext uri="{FF2B5EF4-FFF2-40B4-BE49-F238E27FC236}">
                <a16:creationId xmlns:a16="http://schemas.microsoft.com/office/drawing/2014/main" id="{AB9E0D8B-7031-366D-884B-EB3FABD78CA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5056236" y="-1772981"/>
            <a:ext cx="2147050" cy="6039669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1859314F-DCEF-A5A7-C5D9-F0D39AAC9FFA}"/>
              </a:ext>
            </a:extLst>
          </p:cNvPr>
          <p:cNvSpPr/>
          <p:nvPr userDrawn="1"/>
        </p:nvSpPr>
        <p:spPr>
          <a:xfrm>
            <a:off x="225552" y="1796143"/>
            <a:ext cx="11740896" cy="3265714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6" name="Picture 15" descr="A picture containing flower, plant&#10;&#10;Description automatically generated">
            <a:extLst>
              <a:ext uri="{FF2B5EF4-FFF2-40B4-BE49-F238E27FC236}">
                <a16:creationId xmlns:a16="http://schemas.microsoft.com/office/drawing/2014/main" id="{DAAE5EB8-5B6B-6FA6-E6E7-D2F58FDFB4A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6307543" y="-287017"/>
            <a:ext cx="1051334" cy="3866771"/>
          </a:xfrm>
          <a:prstGeom prst="rect">
            <a:avLst/>
          </a:prstGeom>
        </p:spPr>
      </p:pic>
      <p:pic>
        <p:nvPicPr>
          <p:cNvPr id="19" name="Picture 18" descr="A picture containing mollusk, insect&#10;&#10;Description automatically generated">
            <a:extLst>
              <a:ext uri="{FF2B5EF4-FFF2-40B4-BE49-F238E27FC236}">
                <a16:creationId xmlns:a16="http://schemas.microsoft.com/office/drawing/2014/main" id="{BB1368FF-AA1B-4423-30B1-BE082E6F1913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2222" y="4923380"/>
            <a:ext cx="1207554" cy="35451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2DFA2E8-50A1-4465-AC33-6FAC0E7736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43456" y="2404872"/>
            <a:ext cx="8705088" cy="2002536"/>
          </a:xfrm>
        </p:spPr>
        <p:txBody>
          <a:bodyPr anchor="t">
            <a:normAutofit/>
          </a:bodyPr>
          <a:lstStyle>
            <a:lvl1pPr algn="ctr"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65DE34-CDB7-41F7-A95A-592B99558C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743454" y="3964517"/>
            <a:ext cx="8705089" cy="457200"/>
          </a:xfr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accent3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4">
            <a:extLst>
              <a:ext uri="{FF2B5EF4-FFF2-40B4-BE49-F238E27FC236}">
                <a16:creationId xmlns:a16="http://schemas.microsoft.com/office/drawing/2014/main" id="{F5E2B84E-B4F2-ED93-8084-ECFC3B9C38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149667" y="3189069"/>
            <a:ext cx="945473" cy="1936750"/>
          </a:xfrm>
        </p:spPr>
        <p:txBody>
          <a:bodyPr>
            <a:noAutofit/>
          </a:bodyPr>
          <a:lstStyle>
            <a:lvl1pPr marL="0" indent="0">
              <a:buNone/>
              <a:defRPr sz="14000" b="1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  <p:sp>
        <p:nvSpPr>
          <p:cNvPr id="28" name="Text Placeholder 24">
            <a:extLst>
              <a:ext uri="{FF2B5EF4-FFF2-40B4-BE49-F238E27FC236}">
                <a16:creationId xmlns:a16="http://schemas.microsoft.com/office/drawing/2014/main" id="{FDD82133-EB75-7E07-A9CE-730CB7F6CD3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33184" y="2136567"/>
            <a:ext cx="941832" cy="1936750"/>
          </a:xfrm>
        </p:spPr>
        <p:txBody>
          <a:bodyPr>
            <a:noAutofit/>
          </a:bodyPr>
          <a:lstStyle>
            <a:lvl1pPr marL="0" indent="0">
              <a:buNone/>
              <a:defRPr sz="14000" b="1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</p:spTree>
    <p:extLst>
      <p:ext uri="{BB962C8B-B14F-4D97-AF65-F5344CB8AC3E}">
        <p14:creationId xmlns:p14="http://schemas.microsoft.com/office/powerpoint/2010/main" val="31787032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41740FC-E682-E87B-87BB-213396FD2DF6}"/>
              </a:ext>
            </a:extLst>
          </p:cNvPr>
          <p:cNvSpPr/>
          <p:nvPr userDrawn="1"/>
        </p:nvSpPr>
        <p:spPr>
          <a:xfrm>
            <a:off x="553443" y="0"/>
            <a:ext cx="11105522" cy="624461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AC6E25B-7977-E725-B84F-07CA54BB4973}"/>
              </a:ext>
            </a:extLst>
          </p:cNvPr>
          <p:cNvSpPr/>
          <p:nvPr userDrawn="1"/>
        </p:nvSpPr>
        <p:spPr>
          <a:xfrm>
            <a:off x="877579" y="0"/>
            <a:ext cx="10460969" cy="587278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 descr="A picture containing mollusk, insect&#10;&#10;Description automatically generated">
            <a:extLst>
              <a:ext uri="{FF2B5EF4-FFF2-40B4-BE49-F238E27FC236}">
                <a16:creationId xmlns:a16="http://schemas.microsoft.com/office/drawing/2014/main" id="{0EE757CA-B891-A6E4-F7DB-FFB1DBFDA0C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1275" y="5738220"/>
            <a:ext cx="1207554" cy="35451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15CA519-6BA6-FAC8-3545-2E7E3CBDE2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2" name="Picture Placeholder 17">
            <a:extLst>
              <a:ext uri="{FF2B5EF4-FFF2-40B4-BE49-F238E27FC236}">
                <a16:creationId xmlns:a16="http://schemas.microsoft.com/office/drawing/2014/main" id="{6A1AC1B6-9CB9-19D8-8BDC-EDC0B6C19DBE}"/>
              </a:ext>
            </a:extLst>
          </p:cNvPr>
          <p:cNvSpPr>
            <a:spLocks noGrp="1" noChangeAspect="1"/>
          </p:cNvSpPr>
          <p:nvPr>
            <p:ph type="pic" sz="quarter" idx="12"/>
          </p:nvPr>
        </p:nvSpPr>
        <p:spPr>
          <a:xfrm>
            <a:off x="1375868" y="1797050"/>
            <a:ext cx="2057400" cy="2058988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AB2A93C-DB99-8217-D74F-D08E610FA75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326173" y="3946525"/>
            <a:ext cx="2194560" cy="3556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>
                <a:latin typeface="Gill Sans Nova" panose="020B06020201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61950EAA-EB4E-8768-AFC9-A0356AECFE1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328309" y="4306415"/>
            <a:ext cx="2194560" cy="27432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17">
            <a:extLst>
              <a:ext uri="{FF2B5EF4-FFF2-40B4-BE49-F238E27FC236}">
                <a16:creationId xmlns:a16="http://schemas.microsoft.com/office/drawing/2014/main" id="{E3B18CDB-3FF1-EC8E-EA8A-31E9BF81747A}"/>
              </a:ext>
            </a:extLst>
          </p:cNvPr>
          <p:cNvSpPr>
            <a:spLocks noGrp="1" noChangeAspect="1"/>
          </p:cNvSpPr>
          <p:nvPr>
            <p:ph type="pic" sz="quarter" idx="17"/>
          </p:nvPr>
        </p:nvSpPr>
        <p:spPr>
          <a:xfrm>
            <a:off x="3828270" y="1797050"/>
            <a:ext cx="2057400" cy="2058988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3" name="Text Placeholder 19">
            <a:extLst>
              <a:ext uri="{FF2B5EF4-FFF2-40B4-BE49-F238E27FC236}">
                <a16:creationId xmlns:a16="http://schemas.microsoft.com/office/drawing/2014/main" id="{EAB1EC17-F1C7-0781-4F52-DEE9122BBC9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763663" y="3926721"/>
            <a:ext cx="2194560" cy="3556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>
                <a:latin typeface="Gill Sans Nova" panose="020B06020201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19">
            <a:extLst>
              <a:ext uri="{FF2B5EF4-FFF2-40B4-BE49-F238E27FC236}">
                <a16:creationId xmlns:a16="http://schemas.microsoft.com/office/drawing/2014/main" id="{9E2E4E06-43E3-5309-A921-59117EDFEA1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765799" y="4286611"/>
            <a:ext cx="2194560" cy="27432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17">
            <a:extLst>
              <a:ext uri="{FF2B5EF4-FFF2-40B4-BE49-F238E27FC236}">
                <a16:creationId xmlns:a16="http://schemas.microsoft.com/office/drawing/2014/main" id="{2EB018F6-8206-135F-BF16-29E6E63FD099}"/>
              </a:ext>
            </a:extLst>
          </p:cNvPr>
          <p:cNvSpPr>
            <a:spLocks noGrp="1" noChangeAspect="1"/>
          </p:cNvSpPr>
          <p:nvPr>
            <p:ph type="pic" sz="quarter" idx="16"/>
          </p:nvPr>
        </p:nvSpPr>
        <p:spPr>
          <a:xfrm>
            <a:off x="6280672" y="1797050"/>
            <a:ext cx="2057400" cy="2058988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5" name="Text Placeholder 19">
            <a:extLst>
              <a:ext uri="{FF2B5EF4-FFF2-40B4-BE49-F238E27FC236}">
                <a16:creationId xmlns:a16="http://schemas.microsoft.com/office/drawing/2014/main" id="{13D50A41-E904-8A4E-6F0A-F980F8D6471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216065" y="3946525"/>
            <a:ext cx="2194560" cy="3556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>
                <a:latin typeface="Gill Sans Nova" panose="020B06020201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19">
            <a:extLst>
              <a:ext uri="{FF2B5EF4-FFF2-40B4-BE49-F238E27FC236}">
                <a16:creationId xmlns:a16="http://schemas.microsoft.com/office/drawing/2014/main" id="{D6CE30A5-8B65-384B-A8B9-6F711A52194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18201" y="4306415"/>
            <a:ext cx="2194560" cy="27432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17">
            <a:extLst>
              <a:ext uri="{FF2B5EF4-FFF2-40B4-BE49-F238E27FC236}">
                <a16:creationId xmlns:a16="http://schemas.microsoft.com/office/drawing/2014/main" id="{D1C71745-769D-8F16-2B61-EF5D4012F1E3}"/>
              </a:ext>
            </a:extLst>
          </p:cNvPr>
          <p:cNvSpPr>
            <a:spLocks noGrp="1" noChangeAspect="1"/>
          </p:cNvSpPr>
          <p:nvPr>
            <p:ph type="pic" sz="quarter" idx="15"/>
          </p:nvPr>
        </p:nvSpPr>
        <p:spPr>
          <a:xfrm>
            <a:off x="8733074" y="1797050"/>
            <a:ext cx="2057400" cy="2058988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7" name="Text Placeholder 19">
            <a:extLst>
              <a:ext uri="{FF2B5EF4-FFF2-40B4-BE49-F238E27FC236}">
                <a16:creationId xmlns:a16="http://schemas.microsoft.com/office/drawing/2014/main" id="{D6D40AAC-2768-6F48-97AE-FD958D89FD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66331" y="3946525"/>
            <a:ext cx="2194560" cy="3556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>
                <a:latin typeface="Gill Sans Nova" panose="020B06020201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19">
            <a:extLst>
              <a:ext uri="{FF2B5EF4-FFF2-40B4-BE49-F238E27FC236}">
                <a16:creationId xmlns:a16="http://schemas.microsoft.com/office/drawing/2014/main" id="{85652007-C32E-173C-2A5F-B1C08D6140D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668467" y="4306415"/>
            <a:ext cx="2194560" cy="27432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AD4DF5-3AA4-926D-00B1-1C24F968F4A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Antoinette Vanlangenberg Hettiaratchy / IIT/ Foundation Jan 2023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3EC206-AFEC-E74D-0522-B0D47B2E7A6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96871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41740FC-E682-E87B-87BB-213396FD2DF6}"/>
              </a:ext>
            </a:extLst>
          </p:cNvPr>
          <p:cNvSpPr/>
          <p:nvPr userDrawn="1"/>
        </p:nvSpPr>
        <p:spPr>
          <a:xfrm>
            <a:off x="553443" y="0"/>
            <a:ext cx="11105522" cy="624461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AC6E25B-7977-E725-B84F-07CA54BB4973}"/>
              </a:ext>
            </a:extLst>
          </p:cNvPr>
          <p:cNvSpPr/>
          <p:nvPr userDrawn="1"/>
        </p:nvSpPr>
        <p:spPr>
          <a:xfrm>
            <a:off x="877579" y="0"/>
            <a:ext cx="10460969" cy="587278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 descr="A picture containing mollusk, insect&#10;&#10;Description automatically generated">
            <a:extLst>
              <a:ext uri="{FF2B5EF4-FFF2-40B4-BE49-F238E27FC236}">
                <a16:creationId xmlns:a16="http://schemas.microsoft.com/office/drawing/2014/main" id="{0EE757CA-B891-A6E4-F7DB-FFB1DBFDA0C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1275" y="5738220"/>
            <a:ext cx="1207554" cy="35451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15CA519-6BA6-FAC8-3545-2E7E3CBDE2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2" name="Picture Placeholder 17">
            <a:extLst>
              <a:ext uri="{FF2B5EF4-FFF2-40B4-BE49-F238E27FC236}">
                <a16:creationId xmlns:a16="http://schemas.microsoft.com/office/drawing/2014/main" id="{6A1AC1B6-9CB9-19D8-8BDC-EDC0B6C19DBE}"/>
              </a:ext>
            </a:extLst>
          </p:cNvPr>
          <p:cNvSpPr>
            <a:spLocks noGrp="1" noChangeAspect="1"/>
          </p:cNvSpPr>
          <p:nvPr>
            <p:ph type="pic" sz="quarter" idx="12"/>
          </p:nvPr>
        </p:nvSpPr>
        <p:spPr>
          <a:xfrm>
            <a:off x="1681364" y="1658061"/>
            <a:ext cx="1160392" cy="1161288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AB2A93C-DB99-8217-D74F-D08E610FA75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06424" y="2926080"/>
            <a:ext cx="2322576" cy="182880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spc="20" baseline="0">
                <a:latin typeface="Gill Sans Nova" panose="020B06020201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61950EAA-EB4E-8768-AFC9-A0356AECFE1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106424" y="3145536"/>
            <a:ext cx="2322576" cy="265176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Picture Placeholder 17">
            <a:extLst>
              <a:ext uri="{FF2B5EF4-FFF2-40B4-BE49-F238E27FC236}">
                <a16:creationId xmlns:a16="http://schemas.microsoft.com/office/drawing/2014/main" id="{B23EF08B-7D0C-7D96-413D-71C22E3F74D0}"/>
              </a:ext>
            </a:extLst>
          </p:cNvPr>
          <p:cNvSpPr>
            <a:spLocks noGrp="1" noChangeAspect="1"/>
          </p:cNvSpPr>
          <p:nvPr>
            <p:ph type="pic" sz="quarter" idx="26"/>
          </p:nvPr>
        </p:nvSpPr>
        <p:spPr>
          <a:xfrm>
            <a:off x="1681364" y="3818492"/>
            <a:ext cx="1160392" cy="1161288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5" name="Text Placeholder 19">
            <a:extLst>
              <a:ext uri="{FF2B5EF4-FFF2-40B4-BE49-F238E27FC236}">
                <a16:creationId xmlns:a16="http://schemas.microsoft.com/office/drawing/2014/main" id="{A6866782-6675-4F37-E5D2-68CB0191C1A7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1106424" y="5086511"/>
            <a:ext cx="2322576" cy="182880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spc="20" baseline="0">
                <a:latin typeface="Gill Sans Nova" panose="020B06020201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19">
            <a:extLst>
              <a:ext uri="{FF2B5EF4-FFF2-40B4-BE49-F238E27FC236}">
                <a16:creationId xmlns:a16="http://schemas.microsoft.com/office/drawing/2014/main" id="{9F53AB27-DDFA-AA5D-8253-546C9BBA9CE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106424" y="5305967"/>
            <a:ext cx="2322576" cy="265176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17">
            <a:extLst>
              <a:ext uri="{FF2B5EF4-FFF2-40B4-BE49-F238E27FC236}">
                <a16:creationId xmlns:a16="http://schemas.microsoft.com/office/drawing/2014/main" id="{E3B18CDB-3FF1-EC8E-EA8A-31E9BF81747A}"/>
              </a:ext>
            </a:extLst>
          </p:cNvPr>
          <p:cNvSpPr>
            <a:spLocks noGrp="1" noChangeAspect="1"/>
          </p:cNvSpPr>
          <p:nvPr>
            <p:ph type="pic" sz="quarter" idx="17"/>
          </p:nvPr>
        </p:nvSpPr>
        <p:spPr>
          <a:xfrm>
            <a:off x="4226754" y="1658061"/>
            <a:ext cx="1160392" cy="1161288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3" name="Text Placeholder 19">
            <a:extLst>
              <a:ext uri="{FF2B5EF4-FFF2-40B4-BE49-F238E27FC236}">
                <a16:creationId xmlns:a16="http://schemas.microsoft.com/office/drawing/2014/main" id="{EAB1EC17-F1C7-0781-4F52-DEE9122BBC9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639312" y="2926080"/>
            <a:ext cx="2322576" cy="182880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spc="20" baseline="0">
                <a:latin typeface="Gill Sans Nova" panose="020B06020201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19">
            <a:extLst>
              <a:ext uri="{FF2B5EF4-FFF2-40B4-BE49-F238E27FC236}">
                <a16:creationId xmlns:a16="http://schemas.microsoft.com/office/drawing/2014/main" id="{9E2E4E06-43E3-5309-A921-59117EDFEA1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639312" y="3145536"/>
            <a:ext cx="2322576" cy="265176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Picture Placeholder 17">
            <a:extLst>
              <a:ext uri="{FF2B5EF4-FFF2-40B4-BE49-F238E27FC236}">
                <a16:creationId xmlns:a16="http://schemas.microsoft.com/office/drawing/2014/main" id="{DD9CE7E9-3BC2-0321-457B-61D363708B38}"/>
              </a:ext>
            </a:extLst>
          </p:cNvPr>
          <p:cNvSpPr>
            <a:spLocks noGrp="1" noChangeAspect="1"/>
          </p:cNvSpPr>
          <p:nvPr>
            <p:ph type="pic" sz="quarter" idx="29"/>
          </p:nvPr>
        </p:nvSpPr>
        <p:spPr>
          <a:xfrm>
            <a:off x="4226754" y="3818492"/>
            <a:ext cx="1160392" cy="1161288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19">
            <a:extLst>
              <a:ext uri="{FF2B5EF4-FFF2-40B4-BE49-F238E27FC236}">
                <a16:creationId xmlns:a16="http://schemas.microsoft.com/office/drawing/2014/main" id="{70DD1941-A469-A457-B987-E0E2C300A8AE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639312" y="5086511"/>
            <a:ext cx="2322576" cy="182880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spc="20" baseline="0">
                <a:latin typeface="Gill Sans Nova" panose="020B06020201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9">
            <a:extLst>
              <a:ext uri="{FF2B5EF4-FFF2-40B4-BE49-F238E27FC236}">
                <a16:creationId xmlns:a16="http://schemas.microsoft.com/office/drawing/2014/main" id="{D6B84B7D-A7EC-6FE1-9925-F78AF0DE230F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3639312" y="5305967"/>
            <a:ext cx="2322576" cy="265176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17">
            <a:extLst>
              <a:ext uri="{FF2B5EF4-FFF2-40B4-BE49-F238E27FC236}">
                <a16:creationId xmlns:a16="http://schemas.microsoft.com/office/drawing/2014/main" id="{2EB018F6-8206-135F-BF16-29E6E63FD099}"/>
              </a:ext>
            </a:extLst>
          </p:cNvPr>
          <p:cNvSpPr>
            <a:spLocks noGrp="1" noChangeAspect="1"/>
          </p:cNvSpPr>
          <p:nvPr>
            <p:ph type="pic" sz="quarter" idx="16"/>
          </p:nvPr>
        </p:nvSpPr>
        <p:spPr>
          <a:xfrm>
            <a:off x="6772144" y="1658061"/>
            <a:ext cx="1160392" cy="1161288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5" name="Text Placeholder 19">
            <a:extLst>
              <a:ext uri="{FF2B5EF4-FFF2-40B4-BE49-F238E27FC236}">
                <a16:creationId xmlns:a16="http://schemas.microsoft.com/office/drawing/2014/main" id="{13D50A41-E904-8A4E-6F0A-F980F8D6471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172200" y="2926080"/>
            <a:ext cx="2322576" cy="182880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spc="20" baseline="0">
                <a:latin typeface="Gill Sans Nova" panose="020B06020201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19">
            <a:extLst>
              <a:ext uri="{FF2B5EF4-FFF2-40B4-BE49-F238E27FC236}">
                <a16:creationId xmlns:a16="http://schemas.microsoft.com/office/drawing/2014/main" id="{D6CE30A5-8B65-384B-A8B9-6F711A52194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172200" y="3145536"/>
            <a:ext cx="2322576" cy="265176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Picture Placeholder 17">
            <a:extLst>
              <a:ext uri="{FF2B5EF4-FFF2-40B4-BE49-F238E27FC236}">
                <a16:creationId xmlns:a16="http://schemas.microsoft.com/office/drawing/2014/main" id="{AA1AC2FE-336D-4E7F-2C86-6A8C29BA8F90}"/>
              </a:ext>
            </a:extLst>
          </p:cNvPr>
          <p:cNvSpPr>
            <a:spLocks noGrp="1" noChangeAspect="1"/>
          </p:cNvSpPr>
          <p:nvPr>
            <p:ph type="pic" sz="quarter" idx="28"/>
          </p:nvPr>
        </p:nvSpPr>
        <p:spPr>
          <a:xfrm>
            <a:off x="6772144" y="3818492"/>
            <a:ext cx="1160392" cy="1161288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19">
            <a:extLst>
              <a:ext uri="{FF2B5EF4-FFF2-40B4-BE49-F238E27FC236}">
                <a16:creationId xmlns:a16="http://schemas.microsoft.com/office/drawing/2014/main" id="{FA370BF1-09EC-DBE1-5118-8A92A0F90BC4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172200" y="5086511"/>
            <a:ext cx="2322576" cy="182880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spc="20" baseline="0">
                <a:latin typeface="Gill Sans Nova" panose="020B06020201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19">
            <a:extLst>
              <a:ext uri="{FF2B5EF4-FFF2-40B4-BE49-F238E27FC236}">
                <a16:creationId xmlns:a16="http://schemas.microsoft.com/office/drawing/2014/main" id="{5089D72C-E865-F5D3-CB1E-050AEF684453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172200" y="5305967"/>
            <a:ext cx="2322576" cy="265176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17">
            <a:extLst>
              <a:ext uri="{FF2B5EF4-FFF2-40B4-BE49-F238E27FC236}">
                <a16:creationId xmlns:a16="http://schemas.microsoft.com/office/drawing/2014/main" id="{D1C71745-769D-8F16-2B61-EF5D4012F1E3}"/>
              </a:ext>
            </a:extLst>
          </p:cNvPr>
          <p:cNvSpPr>
            <a:spLocks noGrp="1" noChangeAspect="1"/>
          </p:cNvSpPr>
          <p:nvPr>
            <p:ph type="pic" sz="quarter" idx="15"/>
          </p:nvPr>
        </p:nvSpPr>
        <p:spPr>
          <a:xfrm>
            <a:off x="9317533" y="1658061"/>
            <a:ext cx="1160392" cy="1161288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7" name="Text Placeholder 19">
            <a:extLst>
              <a:ext uri="{FF2B5EF4-FFF2-40B4-BE49-F238E27FC236}">
                <a16:creationId xmlns:a16="http://schemas.microsoft.com/office/drawing/2014/main" id="{D6D40AAC-2768-6F48-97AE-FD958D89FD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705088" y="2926080"/>
            <a:ext cx="2322576" cy="182880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spc="20" baseline="0">
                <a:latin typeface="Gill Sans Nova" panose="020B06020201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19">
            <a:extLst>
              <a:ext uri="{FF2B5EF4-FFF2-40B4-BE49-F238E27FC236}">
                <a16:creationId xmlns:a16="http://schemas.microsoft.com/office/drawing/2014/main" id="{85652007-C32E-173C-2A5F-B1C08D6140D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705088" y="3145536"/>
            <a:ext cx="2322576" cy="265176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Picture Placeholder 17">
            <a:extLst>
              <a:ext uri="{FF2B5EF4-FFF2-40B4-BE49-F238E27FC236}">
                <a16:creationId xmlns:a16="http://schemas.microsoft.com/office/drawing/2014/main" id="{4F7ECA98-24CD-8CC5-A3EC-BFF5E9B11748}"/>
              </a:ext>
            </a:extLst>
          </p:cNvPr>
          <p:cNvSpPr>
            <a:spLocks noGrp="1" noChangeAspect="1"/>
          </p:cNvSpPr>
          <p:nvPr>
            <p:ph type="pic" sz="quarter" idx="27"/>
          </p:nvPr>
        </p:nvSpPr>
        <p:spPr>
          <a:xfrm>
            <a:off x="9317533" y="3818492"/>
            <a:ext cx="1160392" cy="1161288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2" name="Text Placeholder 19">
            <a:extLst>
              <a:ext uri="{FF2B5EF4-FFF2-40B4-BE49-F238E27FC236}">
                <a16:creationId xmlns:a16="http://schemas.microsoft.com/office/drawing/2014/main" id="{46CBECF2-D93E-3DF9-064C-CB4A3262B691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5088" y="5086511"/>
            <a:ext cx="2322576" cy="182880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spc="20" baseline="0">
                <a:latin typeface="Gill Sans Nova" panose="020B06020201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19">
            <a:extLst>
              <a:ext uri="{FF2B5EF4-FFF2-40B4-BE49-F238E27FC236}">
                <a16:creationId xmlns:a16="http://schemas.microsoft.com/office/drawing/2014/main" id="{71E06E16-A083-B853-8155-7FF97AD1DE8F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705088" y="5305967"/>
            <a:ext cx="2322576" cy="265176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AD4DF5-3AA4-926D-00B1-1C24F968F4A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Antoinette Vanlangenberg Hettiaratchy / IIT/ Foundation Jan 2023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3EC206-AFEC-E74D-0522-B0D47B2E7A6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2323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Title and Conten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EB05881-FB11-43E8-CCDD-8C12CDB4FE47}"/>
              </a:ext>
            </a:extLst>
          </p:cNvPr>
          <p:cNvSpPr/>
          <p:nvPr userDrawn="1"/>
        </p:nvSpPr>
        <p:spPr>
          <a:xfrm>
            <a:off x="838199" y="196052"/>
            <a:ext cx="10515601" cy="16867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9" name="Picture 8" descr="A picture containing fabric&#10;&#10;Description automatically generated">
            <a:extLst>
              <a:ext uri="{FF2B5EF4-FFF2-40B4-BE49-F238E27FC236}">
                <a16:creationId xmlns:a16="http://schemas.microsoft.com/office/drawing/2014/main" id="{A4941BBB-13FC-2ACE-1A50-C0F465531BD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5314950" y="-64113"/>
            <a:ext cx="1562100" cy="439420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D8BE9E36-E9D5-3FA6-EE22-A6E5CE13C462}"/>
              </a:ext>
            </a:extLst>
          </p:cNvPr>
          <p:cNvSpPr/>
          <p:nvPr userDrawn="1"/>
        </p:nvSpPr>
        <p:spPr>
          <a:xfrm>
            <a:off x="995423" y="319215"/>
            <a:ext cx="10185721" cy="1444625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3" name="Picture 12" descr="A picture containing flower, plant&#10;&#10;Description automatically generated">
            <a:extLst>
              <a:ext uri="{FF2B5EF4-FFF2-40B4-BE49-F238E27FC236}">
                <a16:creationId xmlns:a16="http://schemas.microsoft.com/office/drawing/2014/main" id="{479E4054-0885-457B-35B3-A9B26ED9360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4869421" y="459092"/>
            <a:ext cx="749300" cy="27559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84632"/>
            <a:ext cx="10515600" cy="1133856"/>
          </a:xfrm>
        </p:spPr>
        <p:txBody>
          <a:bodyPr/>
          <a:lstStyle>
            <a:lvl1pPr algn="ctr">
              <a:defRPr>
                <a:latin typeface="Baskerville" panose="02020502070401020303" pitchFamily="18" charset="0"/>
                <a:ea typeface="Baskerville" panose="02020502070401020303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990088"/>
            <a:ext cx="10515600" cy="3474720"/>
          </a:xfrm>
        </p:spPr>
        <p:txBody>
          <a:bodyPr/>
          <a:lstStyle>
            <a:lvl1pPr>
              <a:defRPr>
                <a:latin typeface="Gill Sans Nova Light" panose="020F0302020204030204" pitchFamily="34" charset="0"/>
                <a:cs typeface="Gill Sans Nova Light" panose="020F0302020204030204" pitchFamily="34" charset="0"/>
              </a:defRPr>
            </a:lvl1pPr>
            <a:lvl2pPr>
              <a:defRPr>
                <a:latin typeface="Gill Sans Nova Light" panose="020F0302020204030204" pitchFamily="34" charset="0"/>
                <a:cs typeface="Gill Sans Nova Light" panose="020F0302020204030204" pitchFamily="34" charset="0"/>
              </a:defRPr>
            </a:lvl2pPr>
            <a:lvl3pPr>
              <a:defRPr>
                <a:latin typeface="Gill Sans Nova Light" panose="020F0302020204030204" pitchFamily="34" charset="0"/>
                <a:cs typeface="Gill Sans Nova Light" panose="020F0302020204030204" pitchFamily="34" charset="0"/>
              </a:defRPr>
            </a:lvl3pPr>
            <a:lvl4pPr>
              <a:defRPr>
                <a:latin typeface="Gill Sans Nova Light" panose="020F0302020204030204" pitchFamily="34" charset="0"/>
                <a:cs typeface="Gill Sans Nova Light" panose="020F0302020204030204" pitchFamily="34" charset="0"/>
              </a:defRPr>
            </a:lvl4pPr>
            <a:lvl5pPr>
              <a:defRPr>
                <a:latin typeface="Gill Sans Nova Light" panose="020F0302020204030204" pitchFamily="34" charset="0"/>
                <a:cs typeface="Gill Sans Nova Light" panose="020F0302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C6C79F3B-6B68-BA3C-6CBE-C26E339E450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Antoinette Vanlangenberg Hettiaratchy / IIT/ Foundation Jan 2023</a:t>
            </a:r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9D503431-982D-5D35-88BF-09474F76D65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10447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068407D-A1C4-B842-0C34-B2DE8AD312D3}"/>
              </a:ext>
            </a:extLst>
          </p:cNvPr>
          <p:cNvSpPr/>
          <p:nvPr userDrawn="1"/>
        </p:nvSpPr>
        <p:spPr>
          <a:xfrm>
            <a:off x="4680" y="0"/>
            <a:ext cx="12191999" cy="230924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A1AE7FB-DFC0-DCDA-47AD-6ED81A6427FA}"/>
              </a:ext>
            </a:extLst>
          </p:cNvPr>
          <p:cNvSpPr/>
          <p:nvPr userDrawn="1"/>
        </p:nvSpPr>
        <p:spPr>
          <a:xfrm>
            <a:off x="1007819" y="319215"/>
            <a:ext cx="10185721" cy="1444625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 descr="A picture containing mollusk, insect&#10;&#10;Description automatically generated">
            <a:extLst>
              <a:ext uri="{FF2B5EF4-FFF2-40B4-BE49-F238E27FC236}">
                <a16:creationId xmlns:a16="http://schemas.microsoft.com/office/drawing/2014/main" id="{7A4DFCBA-879E-D6C9-9F81-B4F92254235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6902" y="1631192"/>
            <a:ext cx="1207554" cy="35451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8562BF3-1BFC-6948-02E0-8A1C121C38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1000"/>
            <a:ext cx="11430000" cy="1325563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158D7F8-0920-52BA-580D-07249122876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Antoinette Vanlangenberg Hettiaratchy / IIT/ Foundation Jan 2023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6611EB-89A4-4C55-4032-4D0C418398D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6963F99-41C3-5ED4-AAD8-B904145CC7EA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75360" y="2615184"/>
            <a:ext cx="10241280" cy="33192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180349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B2F7EB7A-F5B6-E308-68EE-3065E2B039A6}"/>
              </a:ext>
            </a:extLst>
          </p:cNvPr>
          <p:cNvSpPr/>
          <p:nvPr userDrawn="1"/>
        </p:nvSpPr>
        <p:spPr>
          <a:xfrm>
            <a:off x="0" y="0"/>
            <a:ext cx="4873752" cy="686957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6" name="Picture 35" descr="A close-up of a tree&#10;&#10;Description automatically generated with medium confidence">
            <a:extLst>
              <a:ext uri="{FF2B5EF4-FFF2-40B4-BE49-F238E27FC236}">
                <a16:creationId xmlns:a16="http://schemas.microsoft.com/office/drawing/2014/main" id="{FED57607-56F6-9FD5-F0A8-DE0BCFE896B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866459" flipH="1">
            <a:off x="2282032" y="1589693"/>
            <a:ext cx="970220" cy="223612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0D1FF5-7EF8-4250-A259-43050ABB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1072" y="978408"/>
            <a:ext cx="4974336" cy="132588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A51CCCC-1589-401D-AE98-FC2871630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Antoinette Vanlangenberg Hettiaratchy / IIT/ Foundation Jan 2023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85D9D7D-8D9A-473E-AF0D-EF1940D79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DEF26CDF-94D4-BA22-7D14-8D3289040C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1072" y="2322576"/>
            <a:ext cx="5065776" cy="448056"/>
          </a:xfrm>
        </p:spPr>
        <p:txBody>
          <a:bodyPr anchor="b">
            <a:normAutofit/>
          </a:bodyPr>
          <a:lstStyle>
            <a:lvl1pPr marL="0" indent="0">
              <a:buFont typeface="Arial" panose="020B0604020202020204" pitchFamily="34" charset="0"/>
              <a:buNone/>
              <a:defRPr sz="2000" b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Content Placeholder 3">
            <a:extLst>
              <a:ext uri="{FF2B5EF4-FFF2-40B4-BE49-F238E27FC236}">
                <a16:creationId xmlns:a16="http://schemas.microsoft.com/office/drawing/2014/main" id="{0017BF0C-B2B7-932F-A9AE-5BFAE4AB5C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89612" y="2770632"/>
            <a:ext cx="5065776" cy="1554480"/>
          </a:xfrm>
        </p:spPr>
        <p:txBody>
          <a:bodyPr>
            <a:normAutofit/>
          </a:bodyPr>
          <a:lstStyle>
            <a:lvl1pPr marL="228600" indent="-228600">
              <a:buClr>
                <a:srgbClr val="73292A"/>
              </a:buClr>
              <a:buFont typeface="Arial" panose="020B0604020202020204" pitchFamily="34" charset="0"/>
              <a:buChar char="•"/>
              <a:defRPr sz="1600"/>
            </a:lvl1pPr>
            <a:lvl2pPr marL="685800" indent="-228600">
              <a:buClr>
                <a:srgbClr val="73292A"/>
              </a:buClr>
              <a:buFont typeface="Arial" panose="020B0604020202020204" pitchFamily="34" charset="0"/>
              <a:buChar char="•"/>
              <a:defRPr sz="1400"/>
            </a:lvl2pPr>
            <a:lvl3pPr marL="1143000" indent="-228600">
              <a:buClr>
                <a:srgbClr val="73292A"/>
              </a:buClr>
              <a:buFont typeface="Arial" panose="020B0604020202020204" pitchFamily="34" charset="0"/>
              <a:buChar char="•"/>
              <a:defRPr sz="1200"/>
            </a:lvl3pPr>
            <a:lvl4pPr marL="1600200" indent="-228600">
              <a:buClr>
                <a:srgbClr val="73292A"/>
              </a:buClr>
              <a:buFont typeface="Arial" panose="020B0604020202020204" pitchFamily="34" charset="0"/>
              <a:buChar char="•"/>
              <a:defRPr sz="1100"/>
            </a:lvl4pPr>
            <a:lvl5pPr marL="2057400" indent="-228600">
              <a:buClr>
                <a:srgbClr val="73292A"/>
              </a:buClr>
              <a:buFont typeface="Arial" panose="020B0604020202020204" pitchFamily="34" charset="0"/>
              <a:buChar char="•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DEAB8B47-DF86-7C9F-F027-2D4D22B2EA5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89612" y="4361688"/>
            <a:ext cx="5065776" cy="448056"/>
          </a:xfrm>
        </p:spPr>
        <p:txBody>
          <a:bodyPr anchor="b">
            <a:normAutofit/>
          </a:bodyPr>
          <a:lstStyle>
            <a:lvl1pPr marL="0" indent="0">
              <a:buFont typeface="Arial" panose="020B0604020202020204" pitchFamily="34" charset="0"/>
              <a:buNone/>
              <a:defRPr sz="2000" b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Content Placeholder 5">
            <a:extLst>
              <a:ext uri="{FF2B5EF4-FFF2-40B4-BE49-F238E27FC236}">
                <a16:creationId xmlns:a16="http://schemas.microsoft.com/office/drawing/2014/main" id="{9BEB2D80-6263-5794-6A1A-CFF345F7A9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89612" y="4791456"/>
            <a:ext cx="5065776" cy="1408176"/>
          </a:xfrm>
        </p:spPr>
        <p:txBody>
          <a:bodyPr>
            <a:normAutofit/>
          </a:bodyPr>
          <a:lstStyle>
            <a:lvl1pPr>
              <a:buClr>
                <a:srgbClr val="73292A"/>
              </a:buClr>
              <a:defRPr sz="1600"/>
            </a:lvl1pPr>
            <a:lvl2pPr>
              <a:buClr>
                <a:srgbClr val="73292A"/>
              </a:buClr>
              <a:defRPr sz="1400"/>
            </a:lvl2pPr>
            <a:lvl3pPr>
              <a:buClr>
                <a:srgbClr val="73292A"/>
              </a:buClr>
              <a:defRPr sz="1200"/>
            </a:lvl3pPr>
            <a:lvl4pPr>
              <a:buClr>
                <a:srgbClr val="73292A"/>
              </a:buClr>
              <a:defRPr sz="1100"/>
            </a:lvl4pPr>
            <a:lvl5pPr>
              <a:buClr>
                <a:srgbClr val="73292A"/>
              </a:buClr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38" name="Picture 37" descr="A group of flowers&#10;&#10;Description automatically generated with low confidence">
            <a:extLst>
              <a:ext uri="{FF2B5EF4-FFF2-40B4-BE49-F238E27FC236}">
                <a16:creationId xmlns:a16="http://schemas.microsoft.com/office/drawing/2014/main" id="{5B08C513-7071-2499-7E9D-CFD5A027C09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019083" y="2260473"/>
            <a:ext cx="1245309" cy="2314810"/>
          </a:xfrm>
          <a:prstGeom prst="rect">
            <a:avLst/>
          </a:prstGeom>
        </p:spPr>
      </p:pic>
      <p:sp>
        <p:nvSpPr>
          <p:cNvPr id="34" name="Text Placeholder 33">
            <a:extLst>
              <a:ext uri="{FF2B5EF4-FFF2-40B4-BE49-F238E27FC236}">
                <a16:creationId xmlns:a16="http://schemas.microsoft.com/office/drawing/2014/main" id="{BD46E6E9-39FE-B605-0786-F7F7E656F9B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6344" y="1426464"/>
            <a:ext cx="3922776" cy="4242816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30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406246003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_Comparison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588546F5-5752-9595-980A-9978EC65B179}"/>
              </a:ext>
            </a:extLst>
          </p:cNvPr>
          <p:cNvSpPr/>
          <p:nvPr userDrawn="1"/>
        </p:nvSpPr>
        <p:spPr>
          <a:xfrm>
            <a:off x="491679" y="319214"/>
            <a:ext cx="11208641" cy="58577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88B1DFD-B7E9-D65B-0A47-8D442617B0D0}"/>
              </a:ext>
            </a:extLst>
          </p:cNvPr>
          <p:cNvCxnSpPr>
            <a:cxnSpLocks/>
          </p:cNvCxnSpPr>
          <p:nvPr userDrawn="1"/>
        </p:nvCxnSpPr>
        <p:spPr>
          <a:xfrm>
            <a:off x="837235" y="1767119"/>
            <a:ext cx="10516564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 descr="A picture containing mollusk, insect&#10;&#10;Description automatically generated">
            <a:extLst>
              <a:ext uri="{FF2B5EF4-FFF2-40B4-BE49-F238E27FC236}">
                <a16:creationId xmlns:a16="http://schemas.microsoft.com/office/drawing/2014/main" id="{4190CCC3-E5E8-9E96-318B-F3F62E2328D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658" y="1631192"/>
            <a:ext cx="1207554" cy="35451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0D1FF5-7EF8-4250-A259-43050ABB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3DC3A9-D4E6-42CF-91A8-F267C7C66C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24712" y="2161563"/>
            <a:ext cx="3200400" cy="427797"/>
          </a:xfrm>
        </p:spPr>
        <p:txBody>
          <a:bodyPr anchor="b">
            <a:normAutofit/>
          </a:bodyPr>
          <a:lstStyle>
            <a:lvl1pPr marL="0" indent="0">
              <a:buNone/>
              <a:defRPr sz="2000" b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52CCA9-53A3-4DA5-AD45-C2A2C12A3A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24712" y="2629116"/>
            <a:ext cx="3200400" cy="3320861"/>
          </a:xfrm>
        </p:spPr>
        <p:txBody>
          <a:bodyPr>
            <a:normAutofit/>
          </a:bodyPr>
          <a:lstStyle>
            <a:lvl1pPr marL="228600" indent="-228600">
              <a:buClr>
                <a:srgbClr val="73292A"/>
              </a:buClr>
              <a:buFont typeface="Arial" panose="020B0604020202020204" pitchFamily="34" charset="0"/>
              <a:buChar char="•"/>
              <a:defRPr sz="1600"/>
            </a:lvl1pPr>
            <a:lvl2pPr marL="685800" indent="-228600">
              <a:buClr>
                <a:srgbClr val="73292A"/>
              </a:buClr>
              <a:buFont typeface="Arial" panose="020B0604020202020204" pitchFamily="34" charset="0"/>
              <a:buChar char="•"/>
              <a:defRPr sz="1400"/>
            </a:lvl2pPr>
            <a:lvl3pPr marL="1143000" indent="-228600">
              <a:buClr>
                <a:srgbClr val="73292A"/>
              </a:buClr>
              <a:buFont typeface="Arial" panose="020B0604020202020204" pitchFamily="34" charset="0"/>
              <a:buChar char="•"/>
              <a:defRPr sz="1200"/>
            </a:lvl3pPr>
            <a:lvl4pPr marL="1600200" indent="-228600">
              <a:buClr>
                <a:srgbClr val="73292A"/>
              </a:buClr>
              <a:buFont typeface="Arial" panose="020B0604020202020204" pitchFamily="34" charset="0"/>
              <a:buChar char="•"/>
              <a:defRPr sz="1100"/>
            </a:lvl4pPr>
            <a:lvl5pPr marL="2057400" indent="-228600">
              <a:buClr>
                <a:srgbClr val="73292A"/>
              </a:buClr>
              <a:buFont typeface="Arial" panose="020B0604020202020204" pitchFamily="34" charset="0"/>
              <a:buChar char="•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100C9C6-BD61-4D2C-9146-FB785BAE4F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498848" y="2161563"/>
            <a:ext cx="3200400" cy="427797"/>
          </a:xfrm>
        </p:spPr>
        <p:txBody>
          <a:bodyPr anchor="b">
            <a:normAutofit/>
          </a:bodyPr>
          <a:lstStyle>
            <a:lvl1pPr marL="0" indent="0">
              <a:buNone/>
              <a:defRPr sz="2000" b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E342EE-68BB-484D-98C3-48A7847549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498848" y="2629116"/>
            <a:ext cx="3200400" cy="3320861"/>
          </a:xfrm>
        </p:spPr>
        <p:txBody>
          <a:bodyPr>
            <a:normAutofit/>
          </a:bodyPr>
          <a:lstStyle>
            <a:lvl1pPr>
              <a:buClr>
                <a:srgbClr val="73292A"/>
              </a:buClr>
              <a:defRPr sz="1600"/>
            </a:lvl1pPr>
            <a:lvl2pPr>
              <a:buClr>
                <a:srgbClr val="73292A"/>
              </a:buClr>
              <a:defRPr sz="1400"/>
            </a:lvl2pPr>
            <a:lvl3pPr>
              <a:buClr>
                <a:srgbClr val="73292A"/>
              </a:buClr>
              <a:defRPr sz="1200"/>
            </a:lvl3pPr>
            <a:lvl4pPr>
              <a:buClr>
                <a:srgbClr val="73292A"/>
              </a:buClr>
              <a:defRPr sz="1100"/>
            </a:lvl4pPr>
            <a:lvl5pPr>
              <a:buClr>
                <a:srgbClr val="73292A"/>
              </a:buClr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A51CCCC-1589-401D-AE98-FC2871630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Antoinette Vanlangenberg Hettiaratchy / IIT/ Foundation Jan 2023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85D9D7D-8D9A-473E-AF0D-EF1940D79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F270D939-D128-D431-82CE-9C15D5A7AA9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909560" y="2161563"/>
            <a:ext cx="3200400" cy="427797"/>
          </a:xfrm>
        </p:spPr>
        <p:txBody>
          <a:bodyPr anchor="b">
            <a:normAutofit/>
          </a:bodyPr>
          <a:lstStyle>
            <a:lvl1pPr marL="0" indent="0">
              <a:buNone/>
              <a:defRPr sz="2000" b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Content Placeholder 5">
            <a:extLst>
              <a:ext uri="{FF2B5EF4-FFF2-40B4-BE49-F238E27FC236}">
                <a16:creationId xmlns:a16="http://schemas.microsoft.com/office/drawing/2014/main" id="{4AAE69C6-BB37-BC70-8424-BC928D19C91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909560" y="2629116"/>
            <a:ext cx="3200400" cy="3320861"/>
          </a:xfrm>
        </p:spPr>
        <p:txBody>
          <a:bodyPr>
            <a:normAutofit/>
          </a:bodyPr>
          <a:lstStyle>
            <a:lvl1pPr>
              <a:buClr>
                <a:srgbClr val="73292A"/>
              </a:buClr>
              <a:defRPr sz="1600"/>
            </a:lvl1pPr>
            <a:lvl2pPr>
              <a:buClr>
                <a:srgbClr val="73292A"/>
              </a:buClr>
              <a:defRPr sz="1400"/>
            </a:lvl2pPr>
            <a:lvl3pPr>
              <a:buClr>
                <a:srgbClr val="73292A"/>
              </a:buClr>
              <a:defRPr sz="1200"/>
            </a:lvl3pPr>
            <a:lvl4pPr>
              <a:buClr>
                <a:srgbClr val="73292A"/>
              </a:buClr>
              <a:defRPr sz="1100"/>
            </a:lvl4pPr>
            <a:lvl5pPr>
              <a:buClr>
                <a:srgbClr val="73292A"/>
              </a:buClr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990830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picture containing fabric&#10;&#10;Description automatically generated">
            <a:extLst>
              <a:ext uri="{FF2B5EF4-FFF2-40B4-BE49-F238E27FC236}">
                <a16:creationId xmlns:a16="http://schemas.microsoft.com/office/drawing/2014/main" id="{E0606CB6-3E28-F128-51B5-3786D740489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7013" y="1162701"/>
            <a:ext cx="1562100" cy="439420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E64BBC1B-7DD9-DA00-15CC-B446DA472005}"/>
              </a:ext>
            </a:extLst>
          </p:cNvPr>
          <p:cNvSpPr/>
          <p:nvPr userDrawn="1"/>
        </p:nvSpPr>
        <p:spPr>
          <a:xfrm>
            <a:off x="0" y="0"/>
            <a:ext cx="6096000" cy="686957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Picture 7" descr="A picture containing flower, plant&#10;&#10;Description automatically generated">
            <a:extLst>
              <a:ext uri="{FF2B5EF4-FFF2-40B4-BE49-F238E27FC236}">
                <a16:creationId xmlns:a16="http://schemas.microsoft.com/office/drawing/2014/main" id="{C88A03B2-8C41-A023-CB90-5F79A1F01AF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7235" y="2476883"/>
            <a:ext cx="749300" cy="2755900"/>
          </a:xfrm>
          <a:prstGeom prst="rect">
            <a:avLst/>
          </a:prstGeom>
        </p:spPr>
      </p:pic>
      <p:pic>
        <p:nvPicPr>
          <p:cNvPr id="10" name="Picture 9" descr="A close-up of a flower&#10;&#10;Description automatically generated with low confidence">
            <a:extLst>
              <a:ext uri="{FF2B5EF4-FFF2-40B4-BE49-F238E27FC236}">
                <a16:creationId xmlns:a16="http://schemas.microsoft.com/office/drawing/2014/main" id="{9EA6110C-517A-C447-DB03-9A264F112FB0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9809" y="1695833"/>
            <a:ext cx="1155700" cy="4318000"/>
          </a:xfrm>
          <a:prstGeom prst="rect">
            <a:avLst/>
          </a:prstGeom>
        </p:spPr>
      </p:pic>
      <p:pic>
        <p:nvPicPr>
          <p:cNvPr id="12" name="Picture 11" descr="A close-up of a flower&#10;&#10;Description automatically generated with low confidence">
            <a:extLst>
              <a:ext uri="{FF2B5EF4-FFF2-40B4-BE49-F238E27FC236}">
                <a16:creationId xmlns:a16="http://schemas.microsoft.com/office/drawing/2014/main" id="{DC4249CD-2B45-A435-5B21-CFA70421386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6749" y="381916"/>
            <a:ext cx="1155700" cy="431800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7A7568A0-F819-551E-4780-20A651246990}"/>
              </a:ext>
            </a:extLst>
          </p:cNvPr>
          <p:cNvSpPr/>
          <p:nvPr userDrawn="1"/>
        </p:nvSpPr>
        <p:spPr>
          <a:xfrm>
            <a:off x="1024128" y="2162946"/>
            <a:ext cx="3794760" cy="25369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711D903-56F9-B09B-0443-A76786804823}"/>
              </a:ext>
            </a:extLst>
          </p:cNvPr>
          <p:cNvSpPr/>
          <p:nvPr userDrawn="1"/>
        </p:nvSpPr>
        <p:spPr>
          <a:xfrm>
            <a:off x="1131655" y="2264499"/>
            <a:ext cx="3585549" cy="233542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9D91551-9B41-0ACF-0BE6-9D174E6957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2184" y="2889504"/>
            <a:ext cx="2852928" cy="1088136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545D3FB1-678F-0A9A-CCB6-435CE57DA0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11312" y="2011680"/>
            <a:ext cx="2999232" cy="2843784"/>
          </a:xfrm>
        </p:spPr>
        <p:txBody>
          <a:bodyPr anchor="ctr">
            <a:normAutofit/>
          </a:bodyPr>
          <a:lstStyle>
            <a:lvl1pPr marL="0" indent="0" algn="l">
              <a:lnSpc>
                <a:spcPct val="150000"/>
              </a:lnSpc>
              <a:buNone/>
              <a:defRPr sz="2400">
                <a:latin typeface="Gill Sans Nova Light" panose="020F0302020204030204" pitchFamily="34" charset="0"/>
                <a:cs typeface="Gill Sans Nova Light" panose="020F0302020204030204" pitchFamily="34" charset="0"/>
              </a:defRPr>
            </a:lvl1pPr>
            <a:lvl2pPr algn="l">
              <a:lnSpc>
                <a:spcPct val="150000"/>
              </a:lnSpc>
              <a:defRPr sz="2000">
                <a:latin typeface="Gill Sans Nova Light" panose="020F0302020204030204" pitchFamily="34" charset="0"/>
                <a:cs typeface="Gill Sans Nova Light" panose="020F0302020204030204" pitchFamily="34" charset="0"/>
              </a:defRPr>
            </a:lvl2pPr>
            <a:lvl3pPr algn="ctr">
              <a:defRPr sz="1600">
                <a:latin typeface="Gill Sans Nova Light" panose="020F0302020204030204" pitchFamily="34" charset="0"/>
                <a:cs typeface="Gill Sans Nova Light" panose="020F0302020204030204" pitchFamily="34" charset="0"/>
              </a:defRPr>
            </a:lvl3pPr>
            <a:lvl4pPr algn="ctr">
              <a:defRPr sz="1400">
                <a:latin typeface="Gill Sans Nova Light" panose="020F0302020204030204" pitchFamily="34" charset="0"/>
                <a:cs typeface="Gill Sans Nova Light" panose="020F0302020204030204" pitchFamily="34" charset="0"/>
              </a:defRPr>
            </a:lvl4pPr>
            <a:lvl5pPr algn="ctr">
              <a:defRPr sz="1400">
                <a:latin typeface="Gill Sans Nova Light" panose="020F0302020204030204" pitchFamily="34" charset="0"/>
                <a:cs typeface="Gill Sans Nova Light" panose="020F0302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348246698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D362110-9E75-C1E6-F3D3-769A27CB658B}"/>
              </a:ext>
            </a:extLst>
          </p:cNvPr>
          <p:cNvSpPr/>
          <p:nvPr userDrawn="1"/>
        </p:nvSpPr>
        <p:spPr>
          <a:xfrm>
            <a:off x="4680" y="0"/>
            <a:ext cx="12191999" cy="230924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0E61109-4A99-6337-9E7D-6AE0370E2A33}"/>
              </a:ext>
            </a:extLst>
          </p:cNvPr>
          <p:cNvSpPr/>
          <p:nvPr userDrawn="1"/>
        </p:nvSpPr>
        <p:spPr>
          <a:xfrm>
            <a:off x="1007819" y="319215"/>
            <a:ext cx="10185721" cy="1444625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1" name="Picture 10" descr="A picture containing mollusk, insect&#10;&#10;Description automatically generated">
            <a:extLst>
              <a:ext uri="{FF2B5EF4-FFF2-40B4-BE49-F238E27FC236}">
                <a16:creationId xmlns:a16="http://schemas.microsoft.com/office/drawing/2014/main" id="{13B4663F-72DF-CD37-DE9D-C35DFB37E8B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6902" y="1631192"/>
            <a:ext cx="1207554" cy="354511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C48BE494-2D3C-A618-4422-6EA9496986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1000"/>
            <a:ext cx="11430000" cy="1325563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069ADF-8CD9-4E77-BB8D-70D8824C5A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628461"/>
            <a:ext cx="5181600" cy="35485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5F077D-E901-4AA9-B062-1C37FF407B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628461"/>
            <a:ext cx="5181600" cy="35485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19B248-9F11-0A11-E6AF-776D371E14A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Antoinette Vanlangenberg Hettiaratchy / IIT/ Foundation Jan 2023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5EFD48A-F270-E4EE-7C35-F4304F3DDF3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069436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A7DEB86-4C56-EB31-FEEE-EC8AA99FB456}"/>
              </a:ext>
            </a:extLst>
          </p:cNvPr>
          <p:cNvSpPr/>
          <p:nvPr userDrawn="1"/>
        </p:nvSpPr>
        <p:spPr>
          <a:xfrm>
            <a:off x="4680" y="0"/>
            <a:ext cx="12191999" cy="230924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3C19EDA-96E7-C255-DFF9-F36A187EBACD}"/>
              </a:ext>
            </a:extLst>
          </p:cNvPr>
          <p:cNvSpPr/>
          <p:nvPr userDrawn="1"/>
        </p:nvSpPr>
        <p:spPr>
          <a:xfrm>
            <a:off x="1007819" y="319215"/>
            <a:ext cx="10185721" cy="1444625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" name="Picture 6" descr="A picture containing mollusk, insect&#10;&#10;Description automatically generated">
            <a:extLst>
              <a:ext uri="{FF2B5EF4-FFF2-40B4-BE49-F238E27FC236}">
                <a16:creationId xmlns:a16="http://schemas.microsoft.com/office/drawing/2014/main" id="{FAD938FE-3B63-4832-B610-64346C069FA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6902" y="1631192"/>
            <a:ext cx="1207554" cy="354511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5B38128B-385C-B928-A4A8-BD98929D3D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1000"/>
            <a:ext cx="11430000" cy="1325563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356206-85FD-45F5-A1F7-128DB34C8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Antoinette Vanlangenberg Hettiaratchy / IIT/ Foundation Jan 2023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03763F-C8CD-4BCB-9A0A-B10F000BC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694759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AC6CA6E-C1AB-4B24-80C7-A4B12640B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Antoinette Vanlangenberg Hettiaratchy / IIT/ Foundation Jan 2023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5EFB41-7AD3-4519-95E7-416BFA1AE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510722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5BD6A3-F987-4FCC-A6EF-2EF0D33C08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3F06A0-63CE-4272-B90E-4F20296BFB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467220-06E3-427A-B4D3-9B0030E09D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AEF53B-C85C-47DB-ADE4-C1D9FA6829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Antoinette Vanlangenberg Hettiaratchy / IIT/ Foundation Jan 2023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D4FD38-14E5-4C36-B948-8BF3F794ED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920054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308F2A-1C19-4116-80DF-E24EDDF283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8A489A7-7CA6-4CC9-B634-FCB2E102C6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F5F80D-1DB9-4E0A-8F68-924FC1C9C3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DA4DA3-10C7-48A6-9B15-38222B8CAD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Antoinette Vanlangenberg Hettiaratchy / IIT/ Foundation Jan 2023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84E7EE-5B3B-427E-9807-020AEF8C7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51659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98F9AA-2C87-421D-97C1-B4248DFDC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1000"/>
            <a:ext cx="11430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98FC63-C8D2-4CE6-A3F1-EE8ED2459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825625"/>
            <a:ext cx="114300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567522-C3B6-46EB-A361-BEC2510B00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  <a:latin typeface="Gill Sans Nova Light" panose="020F0302020204030204" pitchFamily="34" charset="0"/>
                <a:cs typeface="Gill Sans Nova Light" panose="020F0302020204030204" pitchFamily="34" charset="0"/>
              </a:defRPr>
            </a:lvl1pPr>
          </a:lstStyle>
          <a:p>
            <a:r>
              <a:rPr lang="en-US"/>
              <a:t>Antoinette Vanlangenberg Hettiaratchy / IIT/ Foundation Jan 2023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C57CF0-034F-450D-937C-718D5AF1A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08008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  <a:latin typeface="Gill Sans Nova Light" panose="020F0302020204030204" pitchFamily="34" charset="0"/>
                <a:cs typeface="Gill Sans Nova Light" panose="020F0302020204030204" pitchFamily="34" charset="0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8353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8" r:id="rId2"/>
    <p:sldLayoutId id="2147483659" r:id="rId3"/>
    <p:sldLayoutId id="2147483651" r:id="rId4"/>
    <p:sldLayoutId id="2147483650" r:id="rId5"/>
    <p:sldLayoutId id="2147483663" r:id="rId6"/>
    <p:sldLayoutId id="2147483665" r:id="rId7"/>
    <p:sldLayoutId id="2147483660" r:id="rId8"/>
    <p:sldLayoutId id="2147483661" r:id="rId9"/>
    <p:sldLayoutId id="2147483662" r:id="rId10"/>
    <p:sldLayoutId id="2147483666" r:id="rId11"/>
    <p:sldLayoutId id="2147483653" r:id="rId12"/>
    <p:sldLayoutId id="2147483664" r:id="rId13"/>
    <p:sldLayoutId id="2147483667" r:id="rId14"/>
    <p:sldLayoutId id="2147483652" r:id="rId15"/>
    <p:sldLayoutId id="2147483654" r:id="rId16"/>
    <p:sldLayoutId id="2147483655" r:id="rId17"/>
    <p:sldLayoutId id="2147483656" r:id="rId18"/>
    <p:sldLayoutId id="2147483657" r:id="rId19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3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73292A"/>
        </a:buClr>
        <a:buFont typeface="Arial" panose="020B0604020202020204" pitchFamily="34" charset="0"/>
        <a:buChar char="•"/>
        <a:defRPr sz="2800" kern="1200">
          <a:solidFill>
            <a:schemeClr val="accent3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73292A"/>
        </a:buClr>
        <a:buFont typeface="Arial" panose="020B0604020202020204" pitchFamily="34" charset="0"/>
        <a:buChar char="•"/>
        <a:defRPr sz="2400" kern="1200">
          <a:solidFill>
            <a:schemeClr val="accent3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73292A"/>
        </a:buClr>
        <a:buFont typeface="Arial" panose="020B0604020202020204" pitchFamily="34" charset="0"/>
        <a:buChar char="•"/>
        <a:defRPr sz="2000" kern="1200">
          <a:solidFill>
            <a:schemeClr val="accent3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73292A"/>
        </a:buClr>
        <a:buFont typeface="Arial" panose="020B0604020202020204" pitchFamily="34" charset="0"/>
        <a:buChar char="•"/>
        <a:defRPr sz="1800" kern="1200">
          <a:solidFill>
            <a:schemeClr val="accent3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73292A"/>
        </a:buClr>
        <a:buFont typeface="Arial" panose="020B0604020202020204" pitchFamily="34" charset="0"/>
        <a:buChar char="•"/>
        <a:defRPr sz="1800" kern="1200">
          <a:solidFill>
            <a:schemeClr val="accent3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240" userDrawn="1">
          <p15:clr>
            <a:srgbClr val="547EBF"/>
          </p15:clr>
        </p15:guide>
        <p15:guide id="4" orient="horz" pos="240" userDrawn="1">
          <p15:clr>
            <a:srgbClr val="547EBF"/>
          </p15:clr>
        </p15:guide>
        <p15:guide id="5" pos="7440" userDrawn="1">
          <p15:clr>
            <a:srgbClr val="547EBF"/>
          </p15:clr>
        </p15:guide>
        <p15:guide id="6" orient="horz" pos="4080" userDrawn="1">
          <p15:clr>
            <a:srgbClr val="547EBF"/>
          </p15:clr>
        </p15:guide>
        <p15:guide id="7" pos="3960" userDrawn="1">
          <p15:clr>
            <a:srgbClr val="547EBF"/>
          </p15:clr>
        </p15:guide>
        <p15:guide id="8" pos="3720" userDrawn="1">
          <p15:clr>
            <a:srgbClr val="547EBF"/>
          </p15:clr>
        </p15:guide>
        <p15:guide id="9" pos="2112" userDrawn="1">
          <p15:clr>
            <a:srgbClr val="547EBF"/>
          </p15:clr>
        </p15:guide>
        <p15:guide id="10" pos="1848" userDrawn="1">
          <p15:clr>
            <a:srgbClr val="547EBF"/>
          </p15:clr>
        </p15:guide>
        <p15:guide id="11" pos="5568" userDrawn="1">
          <p15:clr>
            <a:srgbClr val="547EBF"/>
          </p15:clr>
        </p15:guide>
        <p15:guide id="12" pos="5832" userDrawn="1">
          <p15:clr>
            <a:srgbClr val="547EBF"/>
          </p15:clr>
        </p15:guide>
        <p15:guide id="13" pos="4968" userDrawn="1">
          <p15:clr>
            <a:srgbClr val="9FCC3B"/>
          </p15:clr>
        </p15:guide>
        <p15:guide id="14" pos="5208" userDrawn="1">
          <p15:clr>
            <a:srgbClr val="9FCC3B"/>
          </p15:clr>
        </p15:guide>
        <p15:guide id="15" pos="2712" userDrawn="1">
          <p15:clr>
            <a:srgbClr val="9FCC3B"/>
          </p15:clr>
        </p15:guide>
        <p15:guide id="16" pos="2472" userDrawn="1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24180B-35BA-C28E-820F-59C84FBDD9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06436" y="2706624"/>
            <a:ext cx="6436268" cy="1408176"/>
          </a:xfrm>
        </p:spPr>
        <p:txBody>
          <a:bodyPr/>
          <a:lstStyle/>
          <a:p>
            <a:br>
              <a:rPr lang="en-US" sz="2800" b="1" dirty="0">
                <a:solidFill>
                  <a:srgbClr val="7030A0"/>
                </a:solidFill>
              </a:rPr>
            </a:br>
            <a:br>
              <a:rPr lang="en-US" sz="2800" b="1" dirty="0">
                <a:solidFill>
                  <a:srgbClr val="7030A0"/>
                </a:solidFill>
              </a:rPr>
            </a:br>
            <a:r>
              <a:rPr lang="en-US" sz="2800" b="1" dirty="0">
                <a:solidFill>
                  <a:srgbClr val="7030A0"/>
                </a:solidFill>
              </a:rPr>
              <a:t>VOCABULARY BUILDING</a:t>
            </a:r>
            <a:br>
              <a:rPr lang="en-US" sz="2800" b="1" dirty="0">
                <a:solidFill>
                  <a:srgbClr val="7030A0"/>
                </a:solidFill>
              </a:rPr>
            </a:br>
            <a:br>
              <a:rPr lang="en-US" sz="2800" b="1" dirty="0">
                <a:solidFill>
                  <a:srgbClr val="7030A0"/>
                </a:solidFill>
              </a:rPr>
            </a:br>
            <a:r>
              <a:rPr lang="en-US" sz="2800" b="1" dirty="0">
                <a:solidFill>
                  <a:srgbClr val="7030A0"/>
                </a:solidFill>
              </a:rPr>
              <a:t>10 JULY 2023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6260E8-21BF-1371-4767-5E86248A7A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33455" y="2018329"/>
            <a:ext cx="3505199" cy="572471"/>
          </a:xfrm>
        </p:spPr>
        <p:txBody>
          <a:bodyPr>
            <a:normAutofit/>
          </a:bodyPr>
          <a:lstStyle/>
          <a:p>
            <a:r>
              <a:rPr lang="en-US" sz="2800" b="1" dirty="0">
                <a:solidFill>
                  <a:srgbClr val="FF0000"/>
                </a:solidFill>
                <a:latin typeface="+mj-lt"/>
              </a:rPr>
              <a:t>ACADEMIC SKILLS</a:t>
            </a:r>
            <a:r>
              <a:rPr lang="en-US" dirty="0">
                <a:solidFill>
                  <a:srgbClr val="FF0000"/>
                </a:solidFill>
              </a:rPr>
              <a:t>​</a:t>
            </a:r>
          </a:p>
        </p:txBody>
      </p:sp>
    </p:spTree>
    <p:extLst>
      <p:ext uri="{BB962C8B-B14F-4D97-AF65-F5344CB8AC3E}">
        <p14:creationId xmlns:p14="http://schemas.microsoft.com/office/powerpoint/2010/main" val="3177180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2DF434-28DB-4621-A497-D62C41CE04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12182" y="356616"/>
            <a:ext cx="4520738" cy="724039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7030A0"/>
                </a:solidFill>
                <a:latin typeface="Baskerville Old Face" panose="02020602080505020303" pitchFamily="18" charset="77"/>
              </a:rPr>
              <a:t>We will do…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90AC0D-F624-B281-1AB5-687E5F6B329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A</a:t>
            </a:r>
          </a:p>
        </p:txBody>
      </p:sp>
      <p:pic>
        <p:nvPicPr>
          <p:cNvPr id="10" name="Picture 9" descr="Floral leaf accent">
            <a:extLst>
              <a:ext uri="{FF2B5EF4-FFF2-40B4-BE49-F238E27FC236}">
                <a16:creationId xmlns:a16="http://schemas.microsoft.com/office/drawing/2014/main" id="{08A3395B-5659-47E4-8F54-71340961FF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41633" flipH="1">
            <a:off x="1654192" y="3058939"/>
            <a:ext cx="1243661" cy="790090"/>
          </a:xfrm>
          <a:prstGeom prst="rect">
            <a:avLst/>
          </a:prstGeom>
        </p:spPr>
      </p:pic>
      <p:pic>
        <p:nvPicPr>
          <p:cNvPr id="1929" name="Picture 1928" descr="Floral leaf accent">
            <a:extLst>
              <a:ext uri="{FF2B5EF4-FFF2-40B4-BE49-F238E27FC236}">
                <a16:creationId xmlns:a16="http://schemas.microsoft.com/office/drawing/2014/main" id="{CF8E7A1B-4724-55CB-6FAD-D8E7562935E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7260" y="2342954"/>
            <a:ext cx="1791038" cy="2033695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788C46-D0BC-4307-AE55-7601A139E7C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259782" y="1080655"/>
            <a:ext cx="4932218" cy="542072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800" dirty="0">
                <a:solidFill>
                  <a:schemeClr val="accent3"/>
                </a:solidFill>
                <a:latin typeface="Baskerville Old Face" panose="02020602080505020303" pitchFamily="18" charset="0"/>
                <a:cs typeface="Gill Sans Light" panose="020B0302020104020203" pitchFamily="34" charset="-79"/>
              </a:rPr>
              <a:t>Activity 1 – General English vs Business English. Watch Video.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1800" dirty="0">
                <a:solidFill>
                  <a:schemeClr val="accent3"/>
                </a:solidFill>
                <a:latin typeface="Baskerville Old Face" panose="02020602080505020303" pitchFamily="18" charset="0"/>
                <a:cs typeface="Gill Sans Light" panose="020B0302020104020203" pitchFamily="34" charset="-79"/>
              </a:rPr>
              <a:t>Activity 2 - Passage – to complete – vocabulary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1800" dirty="0">
                <a:latin typeface="Baskerville Old Face" panose="02020602080505020303" pitchFamily="18" charset="0"/>
                <a:cs typeface="Gill Sans Light" panose="020B0302020104020203" pitchFamily="34" charset="-79"/>
              </a:rPr>
              <a:t>PP slides – Writing in academic style 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1800" dirty="0">
                <a:solidFill>
                  <a:schemeClr val="accent3"/>
                </a:solidFill>
                <a:latin typeface="Baskerville Old Face" panose="02020602080505020303" pitchFamily="18" charset="0"/>
                <a:cs typeface="Gill Sans Light" panose="020B0302020104020203" pitchFamily="34" charset="-79"/>
              </a:rPr>
              <a:t>Features of Academic Style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1800" dirty="0">
                <a:latin typeface="Baskerville Old Face" panose="02020602080505020303" pitchFamily="18" charset="0"/>
                <a:cs typeface="Gill Sans Light" panose="020B0302020104020203" pitchFamily="34" charset="-79"/>
              </a:rPr>
              <a:t>Activity 3 – Common rules of academic style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1800" dirty="0">
                <a:solidFill>
                  <a:schemeClr val="accent3"/>
                </a:solidFill>
                <a:latin typeface="Baskerville Old Face" panose="02020602080505020303" pitchFamily="18" charset="0"/>
                <a:cs typeface="Gill Sans Light" panose="020B0302020104020203" pitchFamily="34" charset="-79"/>
              </a:rPr>
              <a:t>Activity 4 – Academic style errors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1800" dirty="0">
                <a:solidFill>
                  <a:schemeClr val="accent3"/>
                </a:solidFill>
                <a:latin typeface="Baskerville Old Face" panose="02020602080505020303" pitchFamily="18" charset="0"/>
                <a:cs typeface="Gill Sans Light" panose="020B0302020104020203" pitchFamily="34" charset="-79"/>
              </a:rPr>
              <a:t>Activity 5 – Essay - errors</a:t>
            </a:r>
          </a:p>
          <a:p>
            <a:pPr marL="0" indent="0">
              <a:lnSpc>
                <a:spcPct val="150000"/>
              </a:lnSpc>
              <a:buNone/>
            </a:pPr>
            <a:endParaRPr lang="en-US" sz="1800" dirty="0">
              <a:solidFill>
                <a:schemeClr val="accent3"/>
              </a:solidFill>
              <a:latin typeface="Baskerville Old Face" panose="02020602080505020303" pitchFamily="18" charset="0"/>
              <a:cs typeface="Gill Sans Light" panose="020B0302020104020203" pitchFamily="34" charset="-79"/>
            </a:endParaRPr>
          </a:p>
          <a:p>
            <a:endParaRPr lang="en-US" dirty="0">
              <a:solidFill>
                <a:schemeClr val="accent3"/>
              </a:solidFill>
              <a:latin typeface="Gill Sans Nova Light" panose="020B0302020104020203" pitchFamily="34" charset="0"/>
              <a:cs typeface="Calibri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947406-5839-A735-732D-5690E6315B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Antoinette Vanlangenberg Hettiaratchy / IIT/ Foundation Jan 2023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2884A3-BD82-0FC6-A582-54DD17DBCB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95278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002655-34DF-25F9-4640-B2CE5329AD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48028" y="1383060"/>
            <a:ext cx="8695944" cy="651164"/>
          </a:xfrm>
        </p:spPr>
        <p:txBody>
          <a:bodyPr>
            <a:normAutofit/>
          </a:bodyPr>
          <a:lstStyle/>
          <a:p>
            <a:pPr algn="l"/>
            <a:r>
              <a:rPr lang="en-US" sz="2800" b="1" dirty="0">
                <a:solidFill>
                  <a:srgbClr val="7030A0"/>
                </a:solidFill>
              </a:rPr>
              <a:t>Moving on 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585715-2793-160B-269E-D9516C84D7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0" y="2348348"/>
            <a:ext cx="7744968" cy="2819398"/>
          </a:xfrm>
        </p:spPr>
        <p:txBody>
          <a:bodyPr>
            <a:normAutofit/>
          </a:bodyPr>
          <a:lstStyle/>
          <a:p>
            <a:pPr marL="457200" indent="-457200" algn="l">
              <a:buFont typeface="+mj-lt"/>
              <a:buAutoNum type="arabicPeriod"/>
            </a:pPr>
            <a:r>
              <a:rPr lang="en-US" sz="2400" dirty="0">
                <a:latin typeface="Baskerville Old Face" panose="02020602080505020303" pitchFamily="18" charset="0"/>
              </a:rPr>
              <a:t>Complete </a:t>
            </a:r>
            <a:r>
              <a:rPr lang="en-US" sz="2400" dirty="0">
                <a:solidFill>
                  <a:srgbClr val="FF0000"/>
                </a:solidFill>
                <a:latin typeface="Baskerville Old Face" panose="02020602080505020303" pitchFamily="18" charset="0"/>
              </a:rPr>
              <a:t>Activity One </a:t>
            </a:r>
            <a:r>
              <a:rPr lang="en-US" sz="2400" dirty="0">
                <a:latin typeface="Baskerville Old Face" panose="02020602080505020303" pitchFamily="18" charset="0"/>
              </a:rPr>
              <a:t>in the worksheet</a:t>
            </a:r>
          </a:p>
          <a:p>
            <a:pPr marL="457200" indent="-457200" algn="l">
              <a:buFont typeface="+mj-lt"/>
              <a:buAutoNum type="arabicPeriod"/>
            </a:pPr>
            <a:endParaRPr lang="en-US" sz="2400" dirty="0">
              <a:latin typeface="Baskerville Old Face" panose="02020602080505020303" pitchFamily="18" charset="0"/>
            </a:endParaRPr>
          </a:p>
          <a:p>
            <a:pPr marL="457200" indent="-457200" algn="l">
              <a:buFont typeface="+mj-lt"/>
              <a:buAutoNum type="arabicPeriod"/>
            </a:pPr>
            <a:r>
              <a:rPr lang="en-US" sz="2400" dirty="0">
                <a:latin typeface="Baskerville Old Face" panose="02020602080505020303" pitchFamily="18" charset="0"/>
              </a:rPr>
              <a:t>Watch the video and check your answers</a:t>
            </a:r>
          </a:p>
          <a:p>
            <a:pPr marL="457200" indent="-457200" algn="l">
              <a:buFont typeface="+mj-lt"/>
              <a:buAutoNum type="arabicPeriod"/>
            </a:pPr>
            <a:endParaRPr lang="en-US" dirty="0">
              <a:latin typeface="Baskerville Old Face" panose="02020602080505020303" pitchFamily="18" charset="0"/>
            </a:endParaRPr>
          </a:p>
          <a:p>
            <a:pPr marL="457200" indent="-457200" algn="l">
              <a:buFont typeface="+mj-lt"/>
              <a:buAutoNum type="arabicPeriod"/>
            </a:pPr>
            <a:endParaRPr lang="en-US" dirty="0">
              <a:latin typeface="Baskerville Old Face" panose="02020602080505020303" pitchFamily="18" charset="0"/>
            </a:endParaRPr>
          </a:p>
          <a:p>
            <a:pPr marL="457200" indent="-457200" algn="l">
              <a:buFont typeface="+mj-lt"/>
              <a:buAutoNum type="arabicPeriod"/>
            </a:pPr>
            <a:endParaRPr lang="en-US" dirty="0">
              <a:latin typeface="Baskerville Old Face" panose="02020602080505020303" pitchFamily="18" charset="0"/>
            </a:endParaRPr>
          </a:p>
          <a:p>
            <a:pPr marL="457200" indent="-457200" algn="l">
              <a:buFont typeface="+mj-lt"/>
              <a:buAutoNum type="arabicPeriod"/>
            </a:pPr>
            <a:endParaRPr lang="en-US" dirty="0">
              <a:latin typeface="Baskerville Old Face" panose="02020602080505020303" pitchFamily="18" charset="0"/>
            </a:endParaRPr>
          </a:p>
          <a:p>
            <a:pPr marL="457200" indent="-457200" algn="l">
              <a:buFont typeface="+mj-lt"/>
              <a:buAutoNum type="arabicPeriod"/>
            </a:pPr>
            <a:endParaRPr lang="en-US" dirty="0">
              <a:latin typeface="Baskerville Old Face" panose="02020602080505020303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3609A75-5E9A-C165-5A1D-764F9E96B72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Antoinette Vanlangenberg Hettiaratchy / IIT/ Foundation Jan 2023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08060B-6C9E-CFFF-55DE-F0D645C094D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29994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How to change Basic English into Business English Tute 3">
            <a:hlinkClick r:id="" action="ppaction://media"/>
            <a:extLst>
              <a:ext uri="{FF2B5EF4-FFF2-40B4-BE49-F238E27FC236}">
                <a16:creationId xmlns:a16="http://schemas.microsoft.com/office/drawing/2014/main" id="{A328E1F8-8783-7188-9808-5DD5DAEB7FC7}"/>
              </a:ext>
            </a:extLst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205345" y="1385455"/>
            <a:ext cx="9822873" cy="4322618"/>
          </a:xfr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A05392-6C4B-B031-64E1-1CABE1606CE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Antoinette Vanlangenberg Hettiaratchy / IIT/ Foundation Jan 2023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6F1FA8-59EF-9866-689B-7934B6BC462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9473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46047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44F0A-F96C-57EE-F9BD-1E408C9DD6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48028" y="1389888"/>
            <a:ext cx="8695944" cy="508185"/>
          </a:xfrm>
        </p:spPr>
        <p:txBody>
          <a:bodyPr>
            <a:normAutofit/>
          </a:bodyPr>
          <a:lstStyle/>
          <a:p>
            <a:pPr algn="l"/>
            <a:r>
              <a:rPr lang="en-US" sz="2800" dirty="0">
                <a:solidFill>
                  <a:srgbClr val="7030A0"/>
                </a:solidFill>
              </a:rPr>
              <a:t>Moving on 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E2FFDA-2B3F-48BB-D73F-3A4A11271F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20982" y="2466108"/>
            <a:ext cx="8963892" cy="2883131"/>
          </a:xfrm>
        </p:spPr>
        <p:txBody>
          <a:bodyPr/>
          <a:lstStyle/>
          <a:p>
            <a:pPr marL="457200" indent="-457200" algn="l">
              <a:buFont typeface="+mj-lt"/>
              <a:buAutoNum type="arabicPeriod"/>
            </a:pPr>
            <a:r>
              <a:rPr lang="en-US" sz="2400" dirty="0">
                <a:latin typeface="+mj-lt"/>
              </a:rPr>
              <a:t>Now complete </a:t>
            </a:r>
            <a:r>
              <a:rPr lang="en-US" sz="2400" dirty="0">
                <a:solidFill>
                  <a:srgbClr val="FF0000"/>
                </a:solidFill>
                <a:latin typeface="+mj-lt"/>
              </a:rPr>
              <a:t>Activity Two</a:t>
            </a:r>
            <a:r>
              <a:rPr lang="en-US" sz="2400" dirty="0">
                <a:latin typeface="+mj-lt"/>
              </a:rPr>
              <a:t>. Then let’s check the answers.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sz="2400" dirty="0">
                <a:latin typeface="+mj-lt"/>
              </a:rPr>
              <a:t>Do a self-study “Writing in Academic Style”. </a:t>
            </a:r>
          </a:p>
          <a:p>
            <a:pPr algn="l"/>
            <a:r>
              <a:rPr lang="en-US" sz="2400" dirty="0">
                <a:latin typeface="+mj-lt"/>
              </a:rPr>
              <a:t>      Find some free time and go through these pp slides.</a:t>
            </a:r>
          </a:p>
          <a:p>
            <a:pPr algn="l"/>
            <a:r>
              <a:rPr lang="en-US" sz="2400" dirty="0">
                <a:latin typeface="+mj-lt"/>
              </a:rPr>
              <a:t>3.    Let’s look at some Features of Academic Writing in brief</a:t>
            </a:r>
          </a:p>
          <a:p>
            <a:pPr marL="457200" indent="-457200" algn="l">
              <a:buFont typeface="+mj-lt"/>
              <a:buAutoNum type="arabicPeriod"/>
            </a:pPr>
            <a:endParaRPr lang="en-US" dirty="0">
              <a:latin typeface="+mj-lt"/>
            </a:endParaRPr>
          </a:p>
          <a:p>
            <a:pPr marL="457200" indent="-457200" algn="l">
              <a:buFont typeface="+mj-lt"/>
              <a:buAutoNum type="arabicPeriod"/>
            </a:pPr>
            <a:endParaRPr lang="en-US" dirty="0">
              <a:latin typeface="+mj-lt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9247286-482D-2E4B-556A-50197662304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Antoinette Vanlangenberg Hettiaratchy / IIT/ Foundation Jan 2023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7BD9BB-9C78-1761-B19A-B8F37E43F9A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3336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D06F6F-C2F2-C475-C65F-4E0A427F07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48028" y="1389888"/>
            <a:ext cx="8695944" cy="660585"/>
          </a:xfrm>
        </p:spPr>
        <p:txBody>
          <a:bodyPr>
            <a:noAutofit/>
          </a:bodyPr>
          <a:lstStyle/>
          <a:p>
            <a:pPr algn="l"/>
            <a:br>
              <a:rPr lang="en-US" sz="1800" dirty="0">
                <a:latin typeface="Baskerville Old Face" panose="02020602080505020303" pitchFamily="18" charset="0"/>
              </a:rPr>
            </a:br>
            <a:br>
              <a:rPr lang="en-US" sz="1800" dirty="0">
                <a:latin typeface="Baskerville Old Face" panose="02020602080505020303" pitchFamily="18" charset="0"/>
              </a:rPr>
            </a:br>
            <a:r>
              <a:rPr lang="en-US" sz="2400" dirty="0">
                <a:solidFill>
                  <a:srgbClr val="7030A0"/>
                </a:solidFill>
                <a:latin typeface="Baskerville Old Face" panose="02020602080505020303" pitchFamily="18" charset="0"/>
              </a:rPr>
              <a:t>Features of Academic Writing (in brief)</a:t>
            </a:r>
            <a:br>
              <a:rPr lang="en-US" sz="2400" dirty="0">
                <a:solidFill>
                  <a:srgbClr val="7030A0"/>
                </a:solidFill>
                <a:latin typeface="Baskerville Old Face" panose="02020602080505020303" pitchFamily="18" charset="0"/>
              </a:rPr>
            </a:br>
            <a:endParaRPr lang="en-US" sz="4000" dirty="0">
              <a:solidFill>
                <a:srgbClr val="7030A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07FEFC-4B8F-AAE1-B694-C31BB3CA2A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48028" y="2050473"/>
            <a:ext cx="8695944" cy="2992582"/>
          </a:xfrm>
        </p:spPr>
        <p:txBody>
          <a:bodyPr>
            <a:norm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</a:rPr>
              <a:t>It has few personal pronouns, such as ‘I’, ‘we’ or ‘they’.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</a:rPr>
              <a:t>It is highly structured &amp; has a very formal style.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</a:rPr>
              <a:t>It is impersonal and non-emotional -usually fact based.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</a:rPr>
              <a:t>Its grammar makes greater use of the passive tense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</a:rPr>
              <a:t>It is often research based and not opinion-based writing. It uses references and quotes to show this</a:t>
            </a:r>
            <a:endParaRPr lang="en-US" sz="2800" dirty="0">
              <a:latin typeface="+mj-lt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A7A3ED-2CD9-EC28-CF03-6C08058E5C3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Antoinette Vanlangenberg Hettiaratchy / IIT/ Foundation Jan 2023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9C792D-11CB-907D-63F1-35882AE5E68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09105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AAEDF6-5D48-A83E-61E8-6DC13D5AC5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48028" y="1260765"/>
            <a:ext cx="8695944" cy="526472"/>
          </a:xfrm>
        </p:spPr>
        <p:txBody>
          <a:bodyPr>
            <a:normAutofit/>
          </a:bodyPr>
          <a:lstStyle/>
          <a:p>
            <a:pPr algn="l"/>
            <a:r>
              <a:rPr lang="en-US" sz="2800" dirty="0">
                <a:solidFill>
                  <a:srgbClr val="7030A0"/>
                </a:solidFill>
                <a:latin typeface="Baskerville Old Face" panose="02020602080505020303" pitchFamily="18" charset="0"/>
              </a:rPr>
              <a:t>Features of Academic Writing – Cont’d …</a:t>
            </a:r>
            <a:endParaRPr lang="en-US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576AB5-BD7F-C838-4524-4602FD293B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70364" y="1787238"/>
            <a:ext cx="8573608" cy="3172690"/>
          </a:xfrm>
        </p:spPr>
        <p:txBody>
          <a:bodyPr>
            <a:norm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</a:rPr>
              <a:t>It features no jargon or slang words.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</a:rPr>
              <a:t>It has no colloquialisms. e.g. The kids in school nowadays.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</a:rPr>
              <a:t>No grammatical contractions e.g. ‘can’t, won’t, doesn’t etc.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</a:rPr>
              <a:t>Demonstrates high levels of critical thinking and critical analysis.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A63450-D4AB-6EAD-C019-02CCA497F0F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Antoinette Vanlangenberg Hettiaratchy / IIT/ Foundation Jan 2023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4C3C4A-75E0-3702-D7EA-3080FC171C3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6187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607D49-627A-D677-FFA6-589CF481D1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48028" y="1399309"/>
            <a:ext cx="8695944" cy="706582"/>
          </a:xfrm>
        </p:spPr>
        <p:txBody>
          <a:bodyPr>
            <a:normAutofit/>
          </a:bodyPr>
          <a:lstStyle/>
          <a:p>
            <a:pPr algn="l"/>
            <a:r>
              <a:rPr lang="en-US" sz="2400" b="1" dirty="0">
                <a:solidFill>
                  <a:srgbClr val="7030A0"/>
                </a:solidFill>
              </a:rPr>
              <a:t>Moving on … do the following activities</a:t>
            </a:r>
            <a:endParaRPr lang="en-US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953128-FF88-E4B1-78BC-0CD51C03FD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48028" y="2105892"/>
            <a:ext cx="8220456" cy="2854036"/>
          </a:xfrm>
        </p:spPr>
        <p:txBody>
          <a:bodyPr>
            <a:normAutofit/>
          </a:bodyPr>
          <a:lstStyle/>
          <a:p>
            <a:pPr marL="457200" indent="-457200" algn="l">
              <a:buFont typeface="+mj-lt"/>
              <a:buAutoNum type="arabicPeriod"/>
            </a:pPr>
            <a:r>
              <a:rPr lang="en-US" sz="2400" dirty="0">
                <a:solidFill>
                  <a:srgbClr val="FF0000"/>
                </a:solidFill>
                <a:latin typeface="+mj-lt"/>
              </a:rPr>
              <a:t>Activity Three </a:t>
            </a:r>
            <a:r>
              <a:rPr lang="en-US" sz="2400" dirty="0">
                <a:latin typeface="+mj-lt"/>
              </a:rPr>
              <a:t>– common rules of academic style.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sz="2400" dirty="0">
                <a:solidFill>
                  <a:srgbClr val="FF0000"/>
                </a:solidFill>
                <a:latin typeface="+mj-lt"/>
              </a:rPr>
              <a:t>Activity Four </a:t>
            </a:r>
            <a:r>
              <a:rPr lang="en-US" sz="2400" dirty="0">
                <a:latin typeface="+mj-lt"/>
              </a:rPr>
              <a:t>– Your lecturer will share a chart on the screen.</a:t>
            </a:r>
          </a:p>
          <a:p>
            <a:pPr algn="l"/>
            <a:r>
              <a:rPr lang="en-US" sz="2400" dirty="0">
                <a:latin typeface="+mj-lt"/>
              </a:rPr>
              <a:t>      (Types of Academic style errors)</a:t>
            </a:r>
          </a:p>
          <a:p>
            <a:pPr algn="l"/>
            <a:r>
              <a:rPr lang="en-US" sz="2400" dirty="0">
                <a:latin typeface="+mj-lt"/>
              </a:rPr>
              <a:t>3.    </a:t>
            </a:r>
            <a:r>
              <a:rPr lang="en-US" sz="2400" dirty="0">
                <a:solidFill>
                  <a:srgbClr val="FF0000"/>
                </a:solidFill>
                <a:latin typeface="+mj-lt"/>
              </a:rPr>
              <a:t>Activity Five </a:t>
            </a:r>
            <a:r>
              <a:rPr lang="en-US" sz="2400" dirty="0">
                <a:latin typeface="+mj-lt"/>
              </a:rPr>
              <a:t>– Identifying errors in Academic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A71257-3AEC-4601-3597-5E7A209FF26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Antoinette Vanlangenberg Hettiaratchy / IIT/ Foundation Jan 2023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80C381-60B5-3668-8293-B3A73ABF538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98756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60295B-54B9-4937-90E3-BAB9CE69E3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3668" y="3977639"/>
            <a:ext cx="9884664" cy="885305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rgbClr val="7030A0"/>
                </a:solidFill>
              </a:rPr>
              <a:t>Summary and Winding up</a:t>
            </a:r>
          </a:p>
        </p:txBody>
      </p:sp>
    </p:spTree>
    <p:extLst>
      <p:ext uri="{BB962C8B-B14F-4D97-AF65-F5344CB8AC3E}">
        <p14:creationId xmlns:p14="http://schemas.microsoft.com/office/powerpoint/2010/main" val="34467973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20">
      <a:dk1>
        <a:srgbClr val="000000"/>
      </a:dk1>
      <a:lt1>
        <a:srgbClr val="FFFFFF"/>
      </a:lt1>
      <a:dk2>
        <a:srgbClr val="CAD8D6"/>
      </a:dk2>
      <a:lt2>
        <a:srgbClr val="E7E6E6"/>
      </a:lt2>
      <a:accent1>
        <a:srgbClr val="7E8679"/>
      </a:accent1>
      <a:accent2>
        <a:srgbClr val="72292A"/>
      </a:accent2>
      <a:accent3>
        <a:srgbClr val="4A3A1C"/>
      </a:accent3>
      <a:accent4>
        <a:srgbClr val="E47D60"/>
      </a:accent4>
      <a:accent5>
        <a:srgbClr val="CEBBAF"/>
      </a:accent5>
      <a:accent6>
        <a:srgbClr val="E8DAC4"/>
      </a:accent6>
      <a:hlink>
        <a:srgbClr val="3968F6"/>
      </a:hlink>
      <a:folHlink>
        <a:srgbClr val="954F72"/>
      </a:folHlink>
    </a:clrScheme>
    <a:fontScheme name="Custom 23">
      <a:majorFont>
        <a:latin typeface="Baskerville Old Face"/>
        <a:ea typeface=""/>
        <a:cs typeface=""/>
      </a:majorFont>
      <a:minorFont>
        <a:latin typeface="Gill Sans 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loral-Flourish_Win32_CP_v8" id="{BCFB3359-BC8B-4F4E-99DD-822A55018E7C}" vid="{7DF7CEC2-9D9A-40F6-95E4-E2F6E93D642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4" ma:contentTypeDescription="Create a new document." ma:contentTypeScope="" ma:versionID="2d714a3296df14eba7a100bb665443ca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49549bf45bfbbfb6cffed527380e77e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ACE2AAA-C718-435C-B4E6-95A08ACAC44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FBB2F3B-6257-41BB-8B64-5AC7494F274B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614EFF02-EA18-493C-972D-813DB244CB6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{5BB2CAD2-A881-455A-9725-A342287EE907}tf56410444_win32</Template>
  <TotalTime>147</TotalTime>
  <Words>387</Words>
  <Application>Microsoft Office PowerPoint</Application>
  <PresentationFormat>Widescreen</PresentationFormat>
  <Paragraphs>56</Paragraphs>
  <Slides>9</Slides>
  <Notes>2</Notes>
  <HiddenSlides>0</HiddenSlides>
  <MMClips>1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Arial</vt:lpstr>
      <vt:lpstr>Baskerville</vt:lpstr>
      <vt:lpstr>Baskerville Old Face</vt:lpstr>
      <vt:lpstr>Calibri</vt:lpstr>
      <vt:lpstr>Gill Sans Light</vt:lpstr>
      <vt:lpstr>Gill Sans Nova</vt:lpstr>
      <vt:lpstr>Gill Sans Nova Light</vt:lpstr>
      <vt:lpstr>Office Theme</vt:lpstr>
      <vt:lpstr>  VOCABULARY BUILDING  10 JULY 2023</vt:lpstr>
      <vt:lpstr>We will do…</vt:lpstr>
      <vt:lpstr>Moving on …</vt:lpstr>
      <vt:lpstr>PowerPoint Presentation</vt:lpstr>
      <vt:lpstr>Moving on …</vt:lpstr>
      <vt:lpstr>  Features of Academic Writing (in brief) </vt:lpstr>
      <vt:lpstr>Features of Academic Writing – Cont’d …</vt:lpstr>
      <vt:lpstr>Moving on … do the following activities</vt:lpstr>
      <vt:lpstr>Summary and Winding up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VOCABULARY BUILDING 29 MARCH 2023</dc:title>
  <dc:creator>Hettiaratchy, Antoinette</dc:creator>
  <cp:lastModifiedBy>Hettiaratchy, Antoinette</cp:lastModifiedBy>
  <cp:revision>7</cp:revision>
  <dcterms:created xsi:type="dcterms:W3CDTF">2023-03-26T09:07:33Z</dcterms:created>
  <dcterms:modified xsi:type="dcterms:W3CDTF">2023-07-09T07:37:21Z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