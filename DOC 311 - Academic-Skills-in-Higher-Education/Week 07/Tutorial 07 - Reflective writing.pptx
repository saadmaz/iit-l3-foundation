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9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FF99FF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1E7A4-5A2C-43D7-A254-8F52733051C2}" type="datetimeFigureOut">
              <a:rPr lang="en-US" smtClean="0"/>
              <a:t>3/12/2023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72231-7308-4461-8CCA-1BAF59364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96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A8B1-4FCE-BE61-6460-C23F7A78E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82093D-EF6C-E0F6-490F-01C2C07FD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3BCB2-784C-B354-2131-AC82CFC04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00FBA-8DC0-46EF-A9B1-B84FEAE0A28A}" type="datetime1">
              <a:rPr lang="en-US" smtClean="0"/>
              <a:t>3/12/2023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E538E-7B05-B003-1E62-DEF922A53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Skills for Higher Education                                    Antoinette Vanlangenberg Hettiaratchy / IIT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12F01-31CC-2C01-F7F6-97FFF293B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C5C9F-4394-46FC-98D3-D4507A3D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51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B088C-7DAB-DDAB-9593-BB999EEC2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1E49D-7ACE-8B5E-6993-C542F4AC9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2CA30-1306-2453-6392-AE4DA0546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45EB7-F79F-4DA8-BF83-B0D83A2C43EB}" type="datetime1">
              <a:rPr lang="en-US" smtClean="0"/>
              <a:t>3/12/2023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1A941-A250-CCD5-6B1C-6AB4F5C7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Skills for Higher Education                                    Antoinette Vanlangenberg Hettiaratchy / IIT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073D3-7E9E-15AA-9CE0-C254D33FD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C5C9F-4394-46FC-98D3-D4507A3D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0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90B55-1601-D088-DCC7-23F041183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60557-99DE-DC9B-1FEB-187E3363C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F6398-8929-0E61-8D03-9A5926818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6B03-BCB7-4515-A8F9-E834C257C8BC}" type="datetime1">
              <a:rPr lang="en-US" smtClean="0"/>
              <a:t>3/12/2023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BF8A4-C56A-6D6A-EEF9-18954E3B8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Skills for Higher Education                                    Antoinette Vanlangenberg Hettiaratchy / IIT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36083-65E4-64A0-A312-C7B133ED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C5C9F-4394-46FC-98D3-D4507A3D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98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846ED-F9E0-07C9-6121-AF18237F0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19ED0-17AF-F1DA-6901-F46199EBC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327FA-B353-3A5F-6466-131A59172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02E70-12B2-D820-0CB4-934AC5695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466B2-DBA4-445A-B162-8B1D2FB1535C}" type="datetime1">
              <a:rPr lang="en-US" smtClean="0"/>
              <a:t>3/12/2023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16BE5-5D89-0C47-84FA-4950D29F5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Skills for Higher Education                                    Antoinette Vanlangenberg Hettiaratchy / IIT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C806D-E02A-B0B9-5138-4C3AC9E8C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C5C9F-4394-46FC-98D3-D4507A3D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78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EAB72-703A-F4A4-2519-9EC0946C7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AFB34-33B1-2B4B-EA58-7BD5F1057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B925A-EE55-90AE-3B66-0988A4FD3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F9469A-EE37-1D64-80F8-1B96F4979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FC27C1-75EE-E4A7-D43F-CFD7C6695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952F52-57BD-A70B-4BFA-EF65515ED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7706F-7541-4877-B176-DA038DF83879}" type="datetime1">
              <a:rPr lang="en-US" smtClean="0"/>
              <a:t>3/12/2023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5C9A8E-6019-D5F7-15B7-608C665AA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Skills for Higher Education                                    Antoinette Vanlangenberg Hettiaratchy / IIT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57B041-42F4-8C6F-9B0D-004F35A8F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C5C9F-4394-46FC-98D3-D4507A3D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7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1A535-812D-8301-A657-9FA772A51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DEF210-B17C-8F05-DBD1-377D4DE4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B2F2-1D20-42DD-97E0-3EB5D912DA67}" type="datetime1">
              <a:rPr lang="en-US" smtClean="0"/>
              <a:t>3/12/2023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70D3F-08F0-C901-2DED-18DBBFD1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Skills for Higher Education                                    Antoinette Vanlangenberg Hettiaratchy / IIT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4174A-4521-15F8-F747-1C72F2AAE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C5C9F-4394-46FC-98D3-D4507A3D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95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B2BDFA-9129-066A-C0B6-ACE78E04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1187-5358-4EC7-88F9-B6229EABB17F}" type="datetime1">
              <a:rPr lang="en-US" smtClean="0"/>
              <a:t>3/12/2023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95B5AE-22FF-BAB5-CD64-E63FAB28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Skills for Higher Education                                    Antoinette Vanlangenberg Hettiaratchy / IIT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C2955-FD17-C606-E019-CD39BEC77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C5C9F-4394-46FC-98D3-D4507A3D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94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D692D-77AC-DFB7-6C53-84D67B88B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9AAF6-9FBA-17CF-0C3A-FBB10E99E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C1034-FD2C-4C9F-19F3-425A983BB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2B819-0AC7-77C2-64EC-D14F3F46F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527B-0B29-447D-81C5-E3BD50507AFD}" type="datetime1">
              <a:rPr lang="en-US" smtClean="0"/>
              <a:t>3/12/2023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DEBA7-DBAB-A05A-AEFB-195E689C2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Skills for Higher Education                                    Antoinette Vanlangenberg Hettiaratchy / IIT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76081-5A49-B80E-9459-45C3DE32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C5C9F-4394-46FC-98D3-D4507A3D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56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BA70-FBD4-8189-0061-FB6108616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F9AE96-CEDF-828D-7CD5-DA6668F0A8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16F48-C13A-D786-45D4-240757604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6F169-B1F1-CBB6-E751-C4429A19A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02B3-11F5-4FCC-816F-82082C2CEF86}" type="datetime1">
              <a:rPr lang="en-US" smtClean="0"/>
              <a:t>3/12/2023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3D868-29BA-8A8B-4E29-BC5033BD9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Skills for Higher Education                                    Antoinette Vanlangenberg Hettiaratchy / IIT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15F1F-E877-5EAD-3696-79133A19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C5C9F-4394-46FC-98D3-D4507A3D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564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A5DA-12F0-40E0-6C68-2B3218B4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6F4F2-8DD6-F837-AC1A-CA5DE4B71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3037F-E04C-7E80-B3B2-3C41BD688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75542-3C9D-40BF-8050-10E900A049F5}" type="datetime1">
              <a:rPr lang="en-US" smtClean="0"/>
              <a:t>3/12/2023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EB607-6E5B-E6D7-5935-8A709331E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Skills for Higher Education                                    Antoinette Vanlangenberg Hettiaratchy / IIT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47B24-B772-BB38-E2F7-A08EAC273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C5C9F-4394-46FC-98D3-D4507A3D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979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EBC6B8-1208-121B-F972-2647732200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B21F6-A475-771E-E061-0E43892B1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56FCB-EE71-8B19-193A-2A11CAD65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8737F-F115-4A51-B194-22903E55E48B}" type="datetime1">
              <a:rPr lang="en-US" smtClean="0"/>
              <a:t>3/12/2023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6BC9-FD63-03EA-818F-79B98840D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Skills for Higher Education                                    Antoinette Vanlangenberg Hettiaratchy / IIT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56042-2EFD-9128-E7C1-24F730658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C5C9F-4394-46FC-98D3-D4507A3D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3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FB600F-FB92-3FBE-FFDC-F87A6EB80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59F59-C8F9-A43F-30F0-8EE8D87F6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0C4EE-BB89-F4BB-E40E-B19535456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1432A-25E0-4513-8BA7-8EACC2DF5F5E}" type="datetime1">
              <a:rPr lang="en-US" smtClean="0"/>
              <a:t>3/12/2023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21627-F2E8-9992-8269-A27CB1612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Academic Skills for Higher Education                                    Antoinette Vanlangenberg Hettiaratchy / IIT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701D5-CF6B-5FD4-063F-68195FB64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C5C9F-4394-46FC-98D3-D4507A3D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0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6E45A-1746-BD7F-4956-D3370AC6A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251" y="204717"/>
            <a:ext cx="11013743" cy="106452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entaur" panose="02030504050205020304" pitchFamily="18" charset="0"/>
              </a:rPr>
              <a:t>ASHE – WEEK 7 </a:t>
            </a:r>
            <a:r>
              <a:rPr lang="en-US" sz="4000" b="1">
                <a:latin typeface="Centaur" panose="02030504050205020304" pitchFamily="18" charset="0"/>
              </a:rPr>
              <a:t>– JAN 2023</a:t>
            </a:r>
            <a:endParaRPr lang="en-US" sz="4000" b="1" dirty="0">
              <a:latin typeface="Centaur" panose="020305040502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68B92-3316-4FAE-8BC3-4419E2067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70746"/>
            <a:ext cx="9144000" cy="723332"/>
          </a:xfrm>
        </p:spPr>
        <p:txBody>
          <a:bodyPr>
            <a:normAutofit fontScale="92500" lnSpcReduction="10000"/>
          </a:bodyPr>
          <a:lstStyle/>
          <a:p>
            <a:r>
              <a:rPr lang="en-US" sz="5400" b="1" dirty="0">
                <a:latin typeface="Centaur" panose="02030504050205020304" pitchFamily="18" charset="0"/>
              </a:rPr>
              <a:t>REFLECTIVE WRITING</a:t>
            </a:r>
          </a:p>
          <a:p>
            <a:endParaRPr lang="en-US" sz="4800" dirty="0">
              <a:latin typeface="Centaur" panose="020305040502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DEA1C-A65E-366A-4A33-1967CE482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96EF8-684A-48CF-B1C1-BA2651B1014D}" type="datetime1">
              <a:rPr lang="en-US" smtClean="0"/>
              <a:t>3/12/2023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1EA59-59E5-6AAA-7F6D-E3349899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Skills for Higher Education                                    Antoinette Vanlangenberg Hettiaratchy / IIT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8944C-B2E7-2B16-F987-94F8C68CE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C5C9F-4394-46FC-98D3-D4507A3D18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44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A9691-2760-470F-B2BF-3ABA29F1C943}" type="datetime1">
              <a:rPr lang="en-US" smtClean="0"/>
              <a:t>3/12/2023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Academic Skills for Higher Education                                    Antoinette </a:t>
            </a:r>
            <a:r>
              <a:rPr lang="en-US" dirty="0" err="1"/>
              <a:t>Vanlangenberg</a:t>
            </a:r>
            <a:r>
              <a:rPr lang="en-US" dirty="0"/>
              <a:t> Hettiaratchy / IIT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57175"/>
            <a:ext cx="10515600" cy="87947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aur" panose="02030504050205020304" pitchFamily="18" charset="0"/>
              </a:rPr>
              <a:t>Let’s watch a vide on Reflective writing </a:t>
            </a:r>
          </a:p>
        </p:txBody>
      </p:sp>
      <p:pic>
        <p:nvPicPr>
          <p:cNvPr id="7" name="Study Help- Reflective Writing">
            <a:hlinkClick r:id="" action="ppaction://media"/>
          </p:cNvPr>
          <p:cNvPicPr>
            <a:picLocks noGrp="1" noChangeAspect="1"/>
          </p:cNvPicPr>
          <p:nvPr>
            <p:ph idx="4294967295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10652" y="1136650"/>
            <a:ext cx="10515600" cy="5040313"/>
          </a:xfrm>
        </p:spPr>
      </p:pic>
    </p:spTree>
    <p:extLst>
      <p:ext uri="{BB962C8B-B14F-4D97-AF65-F5344CB8AC3E}">
        <p14:creationId xmlns:p14="http://schemas.microsoft.com/office/powerpoint/2010/main" val="1893660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</Words>
  <Application>Microsoft Office PowerPoint</Application>
  <PresentationFormat>Widescreen</PresentationFormat>
  <Paragraphs>9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Centaur</vt:lpstr>
      <vt:lpstr>Office Theme</vt:lpstr>
      <vt:lpstr>ASHE – WEEK 7 – JAN 2023</vt:lpstr>
      <vt:lpstr>Let’s watch a vide on Reflective writing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ASHE – WEEK 7 – SEPT 2022</dc:title>
  <dc:creator>Hettiaratchy, Antoinette</dc:creator>
  <cp:lastModifiedBy>Hettiaratchy, Antoinette</cp:lastModifiedBy>
  <cp:revision>2</cp:revision>
  <dcterms:created xsi:type="dcterms:W3CDTF">2022-11-07T12:24:32Z</dcterms:created>
  <dcterms:modified xsi:type="dcterms:W3CDTF">2023-03-12T07:06:55Z</dcterms:modified>
</cp:coreProperties>
</file>