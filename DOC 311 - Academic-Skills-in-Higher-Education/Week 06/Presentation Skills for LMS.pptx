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30"/>
  </p:notesMasterIdLst>
  <p:handoutMasterIdLst>
    <p:handoutMasterId r:id="rId31"/>
  </p:handoutMasterIdLst>
  <p:sldIdLst>
    <p:sldId id="354" r:id="rId2"/>
    <p:sldId id="355" r:id="rId3"/>
    <p:sldId id="380" r:id="rId4"/>
    <p:sldId id="356" r:id="rId5"/>
    <p:sldId id="357" r:id="rId6"/>
    <p:sldId id="382" r:id="rId7"/>
    <p:sldId id="358" r:id="rId8"/>
    <p:sldId id="360" r:id="rId9"/>
    <p:sldId id="361" r:id="rId10"/>
    <p:sldId id="362" r:id="rId11"/>
    <p:sldId id="363" r:id="rId12"/>
    <p:sldId id="364" r:id="rId13"/>
    <p:sldId id="365" r:id="rId14"/>
    <p:sldId id="366" r:id="rId15"/>
    <p:sldId id="367" r:id="rId16"/>
    <p:sldId id="368" r:id="rId17"/>
    <p:sldId id="369" r:id="rId18"/>
    <p:sldId id="370" r:id="rId19"/>
    <p:sldId id="371" r:id="rId20"/>
    <p:sldId id="372" r:id="rId21"/>
    <p:sldId id="373" r:id="rId22"/>
    <p:sldId id="374" r:id="rId23"/>
    <p:sldId id="375" r:id="rId24"/>
    <p:sldId id="376" r:id="rId25"/>
    <p:sldId id="377" r:id="rId26"/>
    <p:sldId id="378" r:id="rId27"/>
    <p:sldId id="381" r:id="rId28"/>
    <p:sldId id="379" r:id="rId29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00"/>
    <a:srgbClr val="FFCC00"/>
    <a:srgbClr val="FF9900"/>
    <a:srgbClr val="FF6600"/>
    <a:srgbClr val="008000"/>
    <a:srgbClr val="FFFF99"/>
    <a:srgbClr val="FF3300"/>
    <a:srgbClr val="0033CC"/>
    <a:srgbClr val="F4BAAA"/>
    <a:srgbClr val="FEE3C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9136" autoAdjust="0"/>
    <p:restoredTop sz="99035" autoAdjust="0"/>
  </p:normalViewPr>
  <p:slideViewPr>
    <p:cSldViewPr>
      <p:cViewPr varScale="1">
        <p:scale>
          <a:sx n="66" d="100"/>
          <a:sy n="66" d="100"/>
        </p:scale>
        <p:origin x="1686" y="5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53" d="100"/>
          <a:sy n="53" d="100"/>
        </p:scale>
        <p:origin x="-1842" y="-90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#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4D79CE9-1A79-4BF1-B3CC-7748B6A64E16}" type="doc">
      <dgm:prSet loTypeId="urn:microsoft.com/office/officeart/2005/8/layout/arrow2" loCatId="process" qsTypeId="urn:microsoft.com/office/officeart/2005/8/quickstyle/simple1" qsCatId="simple" csTypeId="urn:microsoft.com/office/officeart/2005/8/colors/colorful1#1" csCatId="colorful" phldr="1"/>
      <dgm:spPr/>
    </dgm:pt>
    <dgm:pt modelId="{98E8D4FA-684C-4018-BD8D-24449DD7F908}">
      <dgm:prSet phldrT="[Text]" custT="1"/>
      <dgm:spPr/>
      <dgm:t>
        <a:bodyPr/>
        <a:lstStyle/>
        <a:p>
          <a:r>
            <a:rPr lang="en-US" sz="2400" b="1" dirty="0">
              <a:solidFill>
                <a:schemeClr val="bg1"/>
              </a:solidFill>
              <a:latin typeface="Bell MT" pitchFamily="18" charset="0"/>
            </a:rPr>
            <a:t>Preparation</a:t>
          </a:r>
          <a:endParaRPr lang="en-GB" sz="2400" b="1" dirty="0">
            <a:solidFill>
              <a:schemeClr val="bg1"/>
            </a:solidFill>
            <a:latin typeface="Bell MT" pitchFamily="18" charset="0"/>
          </a:endParaRPr>
        </a:p>
      </dgm:t>
    </dgm:pt>
    <dgm:pt modelId="{D2AD2C8F-D9DB-4839-8BF5-BB4183910AB2}" type="parTrans" cxnId="{91BFE419-77AF-43F2-8A2E-54BF8FB22DA9}">
      <dgm:prSet/>
      <dgm:spPr/>
      <dgm:t>
        <a:bodyPr/>
        <a:lstStyle/>
        <a:p>
          <a:endParaRPr lang="en-GB"/>
        </a:p>
      </dgm:t>
    </dgm:pt>
    <dgm:pt modelId="{3BFFC9C8-FC99-40B4-81DB-555222E9DA1F}" type="sibTrans" cxnId="{91BFE419-77AF-43F2-8A2E-54BF8FB22DA9}">
      <dgm:prSet/>
      <dgm:spPr/>
      <dgm:t>
        <a:bodyPr/>
        <a:lstStyle/>
        <a:p>
          <a:endParaRPr lang="en-GB"/>
        </a:p>
      </dgm:t>
    </dgm:pt>
    <dgm:pt modelId="{F8B634EC-2AB0-4E8A-A225-4B255C43C390}">
      <dgm:prSet phldrT="[Text]" custT="1"/>
      <dgm:spPr/>
      <dgm:t>
        <a:bodyPr/>
        <a:lstStyle/>
        <a:p>
          <a:r>
            <a:rPr lang="en-US" sz="2400" b="1" dirty="0">
              <a:solidFill>
                <a:schemeClr val="bg1"/>
              </a:solidFill>
              <a:latin typeface="Bell MT" pitchFamily="18" charset="0"/>
            </a:rPr>
            <a:t>Delivery</a:t>
          </a:r>
          <a:endParaRPr lang="en-GB" sz="2400" b="1" dirty="0">
            <a:solidFill>
              <a:schemeClr val="bg1"/>
            </a:solidFill>
            <a:latin typeface="Bell MT" pitchFamily="18" charset="0"/>
          </a:endParaRPr>
        </a:p>
      </dgm:t>
    </dgm:pt>
    <dgm:pt modelId="{D17E049B-1CCA-45EE-982C-4673B07AF531}" type="parTrans" cxnId="{F8B14190-4A67-48AA-ACE7-25F759C33FAB}">
      <dgm:prSet/>
      <dgm:spPr/>
      <dgm:t>
        <a:bodyPr/>
        <a:lstStyle/>
        <a:p>
          <a:endParaRPr lang="en-GB"/>
        </a:p>
      </dgm:t>
    </dgm:pt>
    <dgm:pt modelId="{66986BE4-ADDE-49B4-9C78-A2305C81A111}" type="sibTrans" cxnId="{F8B14190-4A67-48AA-ACE7-25F759C33FAB}">
      <dgm:prSet/>
      <dgm:spPr/>
      <dgm:t>
        <a:bodyPr/>
        <a:lstStyle/>
        <a:p>
          <a:endParaRPr lang="en-GB"/>
        </a:p>
      </dgm:t>
    </dgm:pt>
    <dgm:pt modelId="{AD401626-D7DF-412A-A012-C4BF88164E37}">
      <dgm:prSet phldrT="[Text]" custT="1"/>
      <dgm:spPr/>
      <dgm:t>
        <a:bodyPr/>
        <a:lstStyle/>
        <a:p>
          <a:r>
            <a:rPr lang="en-US" sz="2400" b="1" dirty="0">
              <a:solidFill>
                <a:schemeClr val="bg1"/>
              </a:solidFill>
              <a:latin typeface="Bell MT" pitchFamily="18" charset="0"/>
            </a:rPr>
            <a:t>Planning</a:t>
          </a:r>
          <a:endParaRPr lang="en-GB" sz="2400" b="1" dirty="0">
            <a:solidFill>
              <a:schemeClr val="bg1"/>
            </a:solidFill>
            <a:latin typeface="Bell MT" pitchFamily="18" charset="0"/>
          </a:endParaRPr>
        </a:p>
      </dgm:t>
    </dgm:pt>
    <dgm:pt modelId="{578C0D61-CC43-447B-809F-13944C6D5898}" type="parTrans" cxnId="{CE676705-4F86-441B-9C1B-EE52EAB4E728}">
      <dgm:prSet/>
      <dgm:spPr/>
      <dgm:t>
        <a:bodyPr/>
        <a:lstStyle/>
        <a:p>
          <a:endParaRPr lang="en-GB"/>
        </a:p>
      </dgm:t>
    </dgm:pt>
    <dgm:pt modelId="{D0F103E0-0283-47A0-8327-8E0B2306613A}" type="sibTrans" cxnId="{CE676705-4F86-441B-9C1B-EE52EAB4E728}">
      <dgm:prSet/>
      <dgm:spPr/>
      <dgm:t>
        <a:bodyPr/>
        <a:lstStyle/>
        <a:p>
          <a:endParaRPr lang="en-GB"/>
        </a:p>
      </dgm:t>
    </dgm:pt>
    <dgm:pt modelId="{231448AB-1CFA-4652-A214-3DED15ABB62B}" type="pres">
      <dgm:prSet presAssocID="{84D79CE9-1A79-4BF1-B3CC-7748B6A64E16}" presName="arrowDiagram" presStyleCnt="0">
        <dgm:presLayoutVars>
          <dgm:chMax val="5"/>
          <dgm:dir/>
          <dgm:resizeHandles val="exact"/>
        </dgm:presLayoutVars>
      </dgm:prSet>
      <dgm:spPr/>
    </dgm:pt>
    <dgm:pt modelId="{57E1FEC9-A66F-457F-8695-C81DB429A100}" type="pres">
      <dgm:prSet presAssocID="{84D79CE9-1A79-4BF1-B3CC-7748B6A64E16}" presName="arrow" presStyleLbl="bgShp" presStyleIdx="0" presStyleCnt="1" custScaleY="106667" custLinFactNeighborY="1333"/>
      <dgm:spPr>
        <a:solidFill>
          <a:srgbClr val="008000"/>
        </a:solidFill>
      </dgm:spPr>
    </dgm:pt>
    <dgm:pt modelId="{FB12FC19-5489-4E16-97BC-580D836D622D}" type="pres">
      <dgm:prSet presAssocID="{84D79CE9-1A79-4BF1-B3CC-7748B6A64E16}" presName="arrowDiagram3" presStyleCnt="0"/>
      <dgm:spPr/>
    </dgm:pt>
    <dgm:pt modelId="{03CD5282-0DD0-4173-945D-6717F7AE79BD}" type="pres">
      <dgm:prSet presAssocID="{98E8D4FA-684C-4018-BD8D-24449DD7F908}" presName="bullet3a" presStyleLbl="node1" presStyleIdx="0" presStyleCnt="3"/>
      <dgm:spPr/>
    </dgm:pt>
    <dgm:pt modelId="{E05D9135-E871-4EB1-B87D-67FA28EAFF1D}" type="pres">
      <dgm:prSet presAssocID="{98E8D4FA-684C-4018-BD8D-24449DD7F908}" presName="textBox3a" presStyleLbl="revTx" presStyleIdx="0" presStyleCnt="3" custScaleX="155365" custScaleY="76932" custLinFactNeighborX="26824" custLinFactNeighborY="7728">
        <dgm:presLayoutVars>
          <dgm:bulletEnabled val="1"/>
        </dgm:presLayoutVars>
      </dgm:prSet>
      <dgm:spPr/>
    </dgm:pt>
    <dgm:pt modelId="{55B7FB92-833A-4E8D-B8CC-B708CF0363BC}" type="pres">
      <dgm:prSet presAssocID="{AD401626-D7DF-412A-A012-C4BF88164E37}" presName="bullet3b" presStyleLbl="node1" presStyleIdx="1" presStyleCnt="3"/>
      <dgm:spPr/>
    </dgm:pt>
    <dgm:pt modelId="{3643FED2-CE2D-4E5B-92E1-943ECCA8ACB4}" type="pres">
      <dgm:prSet presAssocID="{AD401626-D7DF-412A-A012-C4BF88164E37}" presName="textBox3b" presStyleLbl="revTx" presStyleIdx="1" presStyleCnt="3" custScaleX="135417" custScaleY="28922" custLinFactNeighborX="10417" custLinFactNeighborY="-18382">
        <dgm:presLayoutVars>
          <dgm:bulletEnabled val="1"/>
        </dgm:presLayoutVars>
      </dgm:prSet>
      <dgm:spPr/>
    </dgm:pt>
    <dgm:pt modelId="{5E358D47-67CF-4F56-8C27-F8B7A7E1F667}" type="pres">
      <dgm:prSet presAssocID="{F8B634EC-2AB0-4E8A-A225-4B255C43C390}" presName="bullet3c" presStyleLbl="node1" presStyleIdx="2" presStyleCnt="3"/>
      <dgm:spPr/>
    </dgm:pt>
    <dgm:pt modelId="{E835CF4B-B30C-4CF0-838E-322CBDB366F0}" type="pres">
      <dgm:prSet presAssocID="{F8B634EC-2AB0-4E8A-A225-4B255C43C390}" presName="textBox3c" presStyleLbl="revTx" presStyleIdx="2" presStyleCnt="3" custScaleX="120834" custScaleY="24700" custLinFactNeighborX="-6250" custLinFactNeighborY="-23022">
        <dgm:presLayoutVars>
          <dgm:bulletEnabled val="1"/>
        </dgm:presLayoutVars>
      </dgm:prSet>
      <dgm:spPr/>
    </dgm:pt>
  </dgm:ptLst>
  <dgm:cxnLst>
    <dgm:cxn modelId="{CE676705-4F86-441B-9C1B-EE52EAB4E728}" srcId="{84D79CE9-1A79-4BF1-B3CC-7748B6A64E16}" destId="{AD401626-D7DF-412A-A012-C4BF88164E37}" srcOrd="1" destOrd="0" parTransId="{578C0D61-CC43-447B-809F-13944C6D5898}" sibTransId="{D0F103E0-0283-47A0-8327-8E0B2306613A}"/>
    <dgm:cxn modelId="{91BFE419-77AF-43F2-8A2E-54BF8FB22DA9}" srcId="{84D79CE9-1A79-4BF1-B3CC-7748B6A64E16}" destId="{98E8D4FA-684C-4018-BD8D-24449DD7F908}" srcOrd="0" destOrd="0" parTransId="{D2AD2C8F-D9DB-4839-8BF5-BB4183910AB2}" sibTransId="{3BFFC9C8-FC99-40B4-81DB-555222E9DA1F}"/>
    <dgm:cxn modelId="{2547088C-143E-4B92-B0B4-E54FE7067EFE}" type="presOf" srcId="{AD401626-D7DF-412A-A012-C4BF88164E37}" destId="{3643FED2-CE2D-4E5B-92E1-943ECCA8ACB4}" srcOrd="0" destOrd="0" presId="urn:microsoft.com/office/officeart/2005/8/layout/arrow2"/>
    <dgm:cxn modelId="{F8B14190-4A67-48AA-ACE7-25F759C33FAB}" srcId="{84D79CE9-1A79-4BF1-B3CC-7748B6A64E16}" destId="{F8B634EC-2AB0-4E8A-A225-4B255C43C390}" srcOrd="2" destOrd="0" parTransId="{D17E049B-1CCA-45EE-982C-4673B07AF531}" sibTransId="{66986BE4-ADDE-49B4-9C78-A2305C81A111}"/>
    <dgm:cxn modelId="{486EDD90-FF07-496D-B68E-83C38ACCEFDD}" type="presOf" srcId="{84D79CE9-1A79-4BF1-B3CC-7748B6A64E16}" destId="{231448AB-1CFA-4652-A214-3DED15ABB62B}" srcOrd="0" destOrd="0" presId="urn:microsoft.com/office/officeart/2005/8/layout/arrow2"/>
    <dgm:cxn modelId="{B18C3FA5-C8BE-4324-9E77-3A2B3789C25E}" type="presOf" srcId="{98E8D4FA-684C-4018-BD8D-24449DD7F908}" destId="{E05D9135-E871-4EB1-B87D-67FA28EAFF1D}" srcOrd="0" destOrd="0" presId="urn:microsoft.com/office/officeart/2005/8/layout/arrow2"/>
    <dgm:cxn modelId="{DF33F2ED-B1C6-447E-9586-82CA11AE2604}" type="presOf" srcId="{F8B634EC-2AB0-4E8A-A225-4B255C43C390}" destId="{E835CF4B-B30C-4CF0-838E-322CBDB366F0}" srcOrd="0" destOrd="0" presId="urn:microsoft.com/office/officeart/2005/8/layout/arrow2"/>
    <dgm:cxn modelId="{88F0942D-87DE-4039-8E7D-5B618DA8FFF3}" type="presParOf" srcId="{231448AB-1CFA-4652-A214-3DED15ABB62B}" destId="{57E1FEC9-A66F-457F-8695-C81DB429A100}" srcOrd="0" destOrd="0" presId="urn:microsoft.com/office/officeart/2005/8/layout/arrow2"/>
    <dgm:cxn modelId="{35D33DE6-4383-460A-A94C-047F56700259}" type="presParOf" srcId="{231448AB-1CFA-4652-A214-3DED15ABB62B}" destId="{FB12FC19-5489-4E16-97BC-580D836D622D}" srcOrd="1" destOrd="0" presId="urn:microsoft.com/office/officeart/2005/8/layout/arrow2"/>
    <dgm:cxn modelId="{0C89540D-5EE0-4F1C-AB7C-846C8E08C706}" type="presParOf" srcId="{FB12FC19-5489-4E16-97BC-580D836D622D}" destId="{03CD5282-0DD0-4173-945D-6717F7AE79BD}" srcOrd="0" destOrd="0" presId="urn:microsoft.com/office/officeart/2005/8/layout/arrow2"/>
    <dgm:cxn modelId="{6E50AEE8-D103-4DE2-8BDA-D5E1C26597DB}" type="presParOf" srcId="{FB12FC19-5489-4E16-97BC-580D836D622D}" destId="{E05D9135-E871-4EB1-B87D-67FA28EAFF1D}" srcOrd="1" destOrd="0" presId="urn:microsoft.com/office/officeart/2005/8/layout/arrow2"/>
    <dgm:cxn modelId="{AA5767D7-30B9-462F-B275-DCCF59F04C15}" type="presParOf" srcId="{FB12FC19-5489-4E16-97BC-580D836D622D}" destId="{55B7FB92-833A-4E8D-B8CC-B708CF0363BC}" srcOrd="2" destOrd="0" presId="urn:microsoft.com/office/officeart/2005/8/layout/arrow2"/>
    <dgm:cxn modelId="{9249DDC6-C858-4E46-A2E0-0E92FF119DBE}" type="presParOf" srcId="{FB12FC19-5489-4E16-97BC-580D836D622D}" destId="{3643FED2-CE2D-4E5B-92E1-943ECCA8ACB4}" srcOrd="3" destOrd="0" presId="urn:microsoft.com/office/officeart/2005/8/layout/arrow2"/>
    <dgm:cxn modelId="{0686DC50-72BB-469C-82CC-19A1D80F8B2D}" type="presParOf" srcId="{FB12FC19-5489-4E16-97BC-580D836D622D}" destId="{5E358D47-67CF-4F56-8C27-F8B7A7E1F667}" srcOrd="4" destOrd="0" presId="urn:microsoft.com/office/officeart/2005/8/layout/arrow2"/>
    <dgm:cxn modelId="{FC4CDBFE-9CA9-4E23-B168-E3622E6F55F6}" type="presParOf" srcId="{FB12FC19-5489-4E16-97BC-580D836D622D}" destId="{E835CF4B-B30C-4CF0-838E-322CBDB366F0}" srcOrd="5" destOrd="0" presId="urn:microsoft.com/office/officeart/2005/8/layout/arrow2"/>
  </dgm:cxnLst>
  <dgm:bg/>
  <dgm:whole/>
  <dgm:extLst>
    <a:ext uri="http://schemas.microsoft.com/office/drawing/2008/diagram">
      <dsp:dataModelExt xmlns:dsp="http://schemas.microsoft.com/office/drawing/2008/diagram" relId="rId9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7E1FEC9-A66F-457F-8695-C81DB429A100}">
      <dsp:nvSpPr>
        <dsp:cNvPr id="0" name=""/>
        <dsp:cNvSpPr/>
      </dsp:nvSpPr>
      <dsp:spPr>
        <a:xfrm>
          <a:off x="0" y="-6"/>
          <a:ext cx="6096000" cy="4064012"/>
        </a:xfrm>
        <a:prstGeom prst="swooshArrow">
          <a:avLst>
            <a:gd name="adj1" fmla="val 25000"/>
            <a:gd name="adj2" fmla="val 25000"/>
          </a:avLst>
        </a:prstGeom>
        <a:solidFill>
          <a:srgbClr val="008000"/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3CD5282-0DD0-4173-945D-6717F7AE79BD}">
      <dsp:nvSpPr>
        <dsp:cNvPr id="0" name=""/>
        <dsp:cNvSpPr/>
      </dsp:nvSpPr>
      <dsp:spPr>
        <a:xfrm>
          <a:off x="774192" y="2756661"/>
          <a:ext cx="158496" cy="158496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05D9135-E871-4EB1-B87D-67FA28EAFF1D}">
      <dsp:nvSpPr>
        <dsp:cNvPr id="0" name=""/>
        <dsp:cNvSpPr/>
      </dsp:nvSpPr>
      <dsp:spPr>
        <a:xfrm>
          <a:off x="841246" y="3048001"/>
          <a:ext cx="2206754" cy="84709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984" tIns="0" rIns="0" bIns="0" numCol="1" spcCol="1270" anchor="t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1" kern="1200" dirty="0">
              <a:solidFill>
                <a:schemeClr val="bg1"/>
              </a:solidFill>
              <a:latin typeface="Bell MT" pitchFamily="18" charset="0"/>
            </a:rPr>
            <a:t>Preparation</a:t>
          </a:r>
          <a:endParaRPr lang="en-GB" sz="2400" b="1" kern="1200" dirty="0">
            <a:solidFill>
              <a:schemeClr val="bg1"/>
            </a:solidFill>
            <a:latin typeface="Bell MT" pitchFamily="18" charset="0"/>
          </a:endParaRPr>
        </a:p>
      </dsp:txBody>
      <dsp:txXfrm>
        <a:off x="841246" y="3048001"/>
        <a:ext cx="2206754" cy="847090"/>
      </dsp:txXfrm>
    </dsp:sp>
    <dsp:sp modelId="{55B7FB92-833A-4E8D-B8CC-B708CF0363BC}">
      <dsp:nvSpPr>
        <dsp:cNvPr id="0" name=""/>
        <dsp:cNvSpPr/>
      </dsp:nvSpPr>
      <dsp:spPr>
        <a:xfrm>
          <a:off x="2173224" y="1721104"/>
          <a:ext cx="286512" cy="286512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643FED2-CE2D-4E5B-92E1-943ECCA8ACB4}">
      <dsp:nvSpPr>
        <dsp:cNvPr id="0" name=""/>
        <dsp:cNvSpPr/>
      </dsp:nvSpPr>
      <dsp:spPr>
        <a:xfrm>
          <a:off x="2209802" y="2219962"/>
          <a:ext cx="1981204" cy="59944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1817" tIns="0" rIns="0" bIns="0" numCol="1" spcCol="1270" anchor="t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1" kern="1200" dirty="0">
              <a:solidFill>
                <a:schemeClr val="bg1"/>
              </a:solidFill>
              <a:latin typeface="Bell MT" pitchFamily="18" charset="0"/>
            </a:rPr>
            <a:t>Planning</a:t>
          </a:r>
          <a:endParaRPr lang="en-GB" sz="2400" b="1" kern="1200" dirty="0">
            <a:solidFill>
              <a:schemeClr val="bg1"/>
            </a:solidFill>
            <a:latin typeface="Bell MT" pitchFamily="18" charset="0"/>
          </a:endParaRPr>
        </a:p>
      </dsp:txBody>
      <dsp:txXfrm>
        <a:off x="2209802" y="2219962"/>
        <a:ext cx="1981204" cy="599448"/>
      </dsp:txXfrm>
    </dsp:sp>
    <dsp:sp modelId="{5E358D47-67CF-4F56-8C27-F8B7A7E1F667}">
      <dsp:nvSpPr>
        <dsp:cNvPr id="0" name=""/>
        <dsp:cNvSpPr/>
      </dsp:nvSpPr>
      <dsp:spPr>
        <a:xfrm>
          <a:off x="3855720" y="1090930"/>
          <a:ext cx="396240" cy="396240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835CF4B-B30C-4CF0-838E-322CBDB366F0}">
      <dsp:nvSpPr>
        <dsp:cNvPr id="0" name=""/>
        <dsp:cNvSpPr/>
      </dsp:nvSpPr>
      <dsp:spPr>
        <a:xfrm>
          <a:off x="3809995" y="1676392"/>
          <a:ext cx="1767849" cy="65404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09959" tIns="0" rIns="0" bIns="0" numCol="1" spcCol="1270" anchor="t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1" kern="1200" dirty="0">
              <a:solidFill>
                <a:schemeClr val="bg1"/>
              </a:solidFill>
              <a:latin typeface="Bell MT" pitchFamily="18" charset="0"/>
            </a:rPr>
            <a:t>Delivery</a:t>
          </a:r>
          <a:endParaRPr lang="en-GB" sz="2400" b="1" kern="1200" dirty="0">
            <a:solidFill>
              <a:schemeClr val="bg1"/>
            </a:solidFill>
            <a:latin typeface="Bell MT" pitchFamily="18" charset="0"/>
          </a:endParaRPr>
        </a:p>
      </dsp:txBody>
      <dsp:txXfrm>
        <a:off x="3809995" y="1676392"/>
        <a:ext cx="1767849" cy="65404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arrow2">
  <dgm:title val=""/>
  <dgm:desc val=""/>
  <dgm:catLst>
    <dgm:cat type="process" pri="2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arrowDiagram">
    <dgm:varLst>
      <dgm:chMax val="5"/>
      <dgm:dir/>
      <dgm:resizeHandles val="exact"/>
    </dgm:varLst>
    <dgm:alg type="composite">
      <dgm:param type="ar" val="1.6"/>
    </dgm:alg>
    <dgm:shape xmlns:r="http://schemas.openxmlformats.org/officeDocument/2006/relationships" r:blip="">
      <dgm:adjLst/>
    </dgm:shape>
    <dgm:presOf/>
    <dgm:constrLst>
      <dgm:constr type="l" for="ch" forName="arrow"/>
      <dgm:constr type="t" for="ch" forName="arrow"/>
      <dgm:constr type="w" for="ch" forName="arrow" refType="w"/>
      <dgm:constr type="h" for="ch" forName="arrow" refType="h"/>
      <dgm:constr type="ctrX" for="ch" forName="arrowDiagram1" refType="w" fact="0.5"/>
      <dgm:constr type="ctrY" for="ch" forName="arrowDiagram1" refType="h" fact="0.5"/>
      <dgm:constr type="w" for="ch" forName="arrowDiagram1" refType="w"/>
      <dgm:constr type="h" for="ch" forName="arrowDiagram1" refType="h"/>
      <dgm:constr type="ctrX" for="ch" forName="arrowDiagram2" refType="w" fact="0.5"/>
      <dgm:constr type="ctrY" for="ch" forName="arrowDiagram2" refType="h" fact="0.5"/>
      <dgm:constr type="w" for="ch" forName="arrowDiagram2" refType="w"/>
      <dgm:constr type="h" for="ch" forName="arrowDiagram2" refType="h"/>
      <dgm:constr type="ctrX" for="ch" forName="arrowDiagram3" refType="w" fact="0.5"/>
      <dgm:constr type="ctrY" for="ch" forName="arrowDiagram3" refType="h" fact="0.5"/>
      <dgm:constr type="w" for="ch" forName="arrowDiagram3" refType="w"/>
      <dgm:constr type="h" for="ch" forName="arrowDiagram3" refType="h"/>
      <dgm:constr type="ctrX" for="ch" forName="arrowDiagram4" refType="w" fact="0.5"/>
      <dgm:constr type="ctrY" for="ch" forName="arrowDiagram4" refType="h" fact="0.5"/>
      <dgm:constr type="w" for="ch" forName="arrowDiagram4" refType="w"/>
      <dgm:constr type="h" for="ch" forName="arrowDiagram4" refType="h"/>
      <dgm:constr type="ctrX" for="ch" forName="arrowDiagram5" refType="w" fact="0.5"/>
      <dgm:constr type="ctrY" for="ch" forName="arrowDiagram5" refType="h" fact="0.5"/>
      <dgm:constr type="w" for="ch" forName="arrowDiagram5" refType="w"/>
      <dgm:constr type="h" for="ch" forName="arrowDiagram5" refType="h"/>
    </dgm:constrLst>
    <dgm:ruleLst/>
    <dgm:choose name="Name0">
      <dgm:if name="Name1" axis="ch" ptType="node" func="cnt" op="gte" val="1">
        <dgm:layoutNode name="arrow" styleLbl="bgShp">
          <dgm:alg type="sp"/>
          <dgm:shape xmlns:r="http://schemas.openxmlformats.org/officeDocument/2006/relationships" type="swooshArrow" r:blip="">
            <dgm:adjLst>
              <dgm:adj idx="2" val="0.25"/>
            </dgm:adjLst>
          </dgm:shape>
          <dgm:presOf/>
          <dgm:constrLst/>
          <dgm:ruleLst/>
        </dgm:layoutNode>
        <dgm:choose name="Name2">
          <dgm:if name="Name3" axis="ch" ptType="node" func="cnt" op="lt" val="1"/>
          <dgm:if name="Name4" axis="ch" ptType="node" func="cnt" op="equ" val="1">
            <dgm:layoutNode name="arrowDiagram1">
              <dgm:varLst>
                <dgm:bulletEnabled val="1"/>
              </dgm:varLst>
              <dgm:alg type="composite">
                <dgm:param type="vertAlign" val="none"/>
                <dgm:param type="horzAlign" val="none"/>
              </dgm:alg>
              <dgm:shape xmlns:r="http://schemas.openxmlformats.org/officeDocument/2006/relationships" r:blip="">
                <dgm:adjLst/>
              </dgm:shape>
              <dgm:presOf/>
              <dgm:constrLst>
                <dgm:constr type="ctrX" for="ch" forName="bullet1" refType="w" fact="0.8"/>
                <dgm:constr type="ctrY" for="ch" forName="bullet1" refType="h" fact="0.262"/>
                <dgm:constr type="w" for="ch" forName="bullet1" refType="w" fact="0.074"/>
                <dgm:constr type="h" for="ch" forName="bullet1" refType="w" refFor="ch" refForName="bullet1"/>
                <dgm:constr type="r" for="ch" forName="textBox1" refType="ctrX" refFor="ch" refForName="bullet1"/>
                <dgm:constr type="t" for="ch" forName="textBox1" refType="ctrY" refFor="ch" refForName="bullet1"/>
                <dgm:constr type="w" for="ch" forName="textBox1" refType="w" fact="0.4"/>
                <dgm:constr type="h" for="ch" forName="textBox1" refType="h" fact="0.738"/>
                <dgm:constr type="userA" refType="h" refFor="ch" refForName="bullet1" fact="0.53"/>
                <dgm:constr type="rMarg" for="ch" forName="textBox1" refType="userA" fact="2.834"/>
                <dgm:constr type="primFontSz" for="ch" ptType="node" op="equ" val="65"/>
              </dgm:constrLst>
              <dgm:ruleLst/>
              <dgm:forEach name="Name5" axis="ch" ptType="node" cnt="1">
                <dgm:layoutNode name="bullet1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1" styleLbl="revTx">
                  <dgm:varLst>
                    <dgm:bulletEnabled val="1"/>
                  </dgm:varLst>
                  <dgm:alg type="tx">
                    <dgm:param type="txAnchorVert" val="t"/>
                    <dgm:param type="parTxLTRAlign" val="r"/>
                    <dgm:param type="parTxRTLAlign" val="r"/>
                  </dgm:alg>
                  <dgm:shape xmlns:r="http://schemas.openxmlformats.org/officeDocument/2006/relationships" type="round2DiagRect" r:blip="">
                    <dgm:adjLst/>
                  </dgm:shape>
                  <dgm:presOf axis="desOrSelf" ptType="node"/>
                  <dgm:constrLst>
                    <dgm:constr type="lMarg"/>
                    <dgm:constr type="tMarg"/>
                    <dgm:constr type="bMarg"/>
                  </dgm:constrLst>
                  <dgm:ruleLst>
                    <dgm:rule type="primFontSz" val="5" fact="NaN" max="NaN"/>
                  </dgm:ruleLst>
                </dgm:layoutNode>
              </dgm:forEach>
            </dgm:layoutNode>
          </dgm:if>
          <dgm:if name="Name6" axis="ch" ptType="node" func="cnt" op="equ" val="2">
            <dgm:layoutNode name="arrowDiagram2">
              <dgm:alg type="composite">
                <dgm:param type="vertAlign" val="none"/>
                <dgm:param type="horzAlign" val="none"/>
              </dgm:alg>
              <dgm:shape xmlns:r="http://schemas.openxmlformats.org/officeDocument/2006/relationships" r:blip="">
                <dgm:adjLst/>
              </dgm:shape>
              <dgm:presOf/>
              <dgm:choose name="Name7">
                <dgm:if name="Name8" func="var" arg="dir" op="equ" val="norm">
                  <dgm:constrLst>
                    <dgm:constr type="ctrX" for="ch" forName="bullet2a" refType="w" fact="0.25"/>
                    <dgm:constr type="ctrY" for="ch" forName="bullet2a" refType="h" fact="0.573"/>
                    <dgm:constr type="w" for="ch" forName="bullet2a" refType="w" fact="0.035"/>
                    <dgm:constr type="h" for="ch" forName="bullet2a" refType="w" refFor="ch" refForName="bullet2a"/>
                    <dgm:constr type="l" for="ch" forName="textBox2a" refType="ctrX" refFor="ch" refForName="bullet2a"/>
                    <dgm:constr type="t" for="ch" forName="textBox2a" refType="ctrY" refFor="ch" refForName="bullet2a"/>
                    <dgm:constr type="w" for="ch" forName="textBox2a" refType="w" fact="0.325"/>
                    <dgm:constr type="h" for="ch" forName="textBox2a" refType="h" fact="0.427"/>
                    <dgm:constr type="userA" refType="h" refFor="ch" refForName="bullet2a" fact="0.53"/>
                    <dgm:constr type="lMarg" for="ch" forName="textBox2a" refType="userA" fact="2.834"/>
                    <dgm:constr type="ctrX" for="ch" forName="bullet2b" refType="w" fact="0.585"/>
                    <dgm:constr type="ctrY" for="ch" forName="bullet2b" refType="h" fact="0.338"/>
                    <dgm:constr type="w" for="ch" forName="bullet2b" refType="w" fact="0.06"/>
                    <dgm:constr type="h" for="ch" forName="bullet2b" refType="w" refFor="ch" refForName="bullet2b"/>
                    <dgm:constr type="l" for="ch" forName="textBox2b" refType="ctrX" refFor="ch" refForName="bullet2b"/>
                    <dgm:constr type="t" for="ch" forName="textBox2b" refType="ctrY" refFor="ch" refForName="bullet2b"/>
                    <dgm:constr type="w" for="ch" forName="textBox2b" refType="w" fact="0.325"/>
                    <dgm:constr type="h" for="ch" forName="textBox2b" refType="h" fact="0.662"/>
                    <dgm:constr type="userB" refType="h" refFor="ch" refForName="bullet2b" fact="0.53"/>
                    <dgm:constr type="lMarg" for="ch" forName="textBox2b" refType="userB" fact="2.834"/>
                    <dgm:constr type="primFontSz" for="ch" ptType="node" op="equ" val="65"/>
                  </dgm:constrLst>
                </dgm:if>
                <dgm:else name="Name9">
                  <dgm:constrLst>
                    <dgm:constr type="ctrX" for="ch" forName="bullet2a" refType="w" fact="0.25"/>
                    <dgm:constr type="ctrY" for="ch" forName="bullet2a" refType="h" fact="0.573"/>
                    <dgm:constr type="w" for="ch" forName="bullet2a" refType="w" fact="0.035"/>
                    <dgm:constr type="h" for="ch" forName="bullet2a" refType="w" refFor="ch" refForName="bullet2a"/>
                    <dgm:constr type="r" for="ch" forName="textBox2a" refType="ctrX" refFor="ch" refForName="bullet2a"/>
                    <dgm:constr type="b" for="ch" forName="textBox2a" refType="ctrY" refFor="ch" refForName="bullet2a"/>
                    <dgm:constr type="w" for="ch" forName="textBox2a" refType="w" fact="0.25"/>
                    <dgm:constr type="h" for="ch" forName="textBox2a" refType="h" fact="0.573"/>
                    <dgm:constr type="userA" refType="h" refFor="ch" refForName="bullet2a" fact="0.53"/>
                    <dgm:constr type="rMarg" for="ch" forName="textBox2a" refType="userA" fact="2.834"/>
                    <dgm:constr type="ctrX" for="ch" forName="bullet2b" refType="w" fact="0.585"/>
                    <dgm:constr type="ctrY" for="ch" forName="bullet2b" refType="h" fact="0.338"/>
                    <dgm:constr type="w" for="ch" forName="bullet2b" refType="w" fact="0.06"/>
                    <dgm:constr type="h" for="ch" forName="bullet2b" refType="w" refFor="ch" refForName="bullet2b"/>
                    <dgm:constr type="r" for="ch" forName="textBox2b" refType="ctrX" refFor="ch" refForName="bullet2b"/>
                    <dgm:constr type="b" for="ch" forName="textBox2b" refType="ctrY" refFor="ch" refForName="bullet2b"/>
                    <dgm:constr type="w" for="ch" forName="textBox2b" refType="w" fact="0.28"/>
                    <dgm:constr type="h" for="ch" forName="textBox2b" refType="h" fact="0.338"/>
                    <dgm:constr type="userB" refType="h" refFor="ch" refForName="bullet2b" fact="0.53"/>
                    <dgm:constr type="rMarg" for="ch" forName="textBox2b" refType="userB" fact="2.834"/>
                    <dgm:constr type="primFontSz" for="ch" ptType="node" op="equ" val="65"/>
                  </dgm:constrLst>
                </dgm:else>
              </dgm:choose>
              <dgm:ruleLst/>
              <dgm:forEach name="Name10" axis="ch" ptType="node" cnt="1">
                <dgm:layoutNode name="bullet2a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2a" styleLbl="revTx">
                  <dgm:varLst>
                    <dgm:bulletEnabled val="1"/>
                  </dgm:varLst>
                  <dgm:choose name="Name11">
                    <dgm:if name="Name12" func="var" arg="dir" op="equ" val="norm">
                      <dgm:choose name="Name13">
                        <dgm:if name="Name14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15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16">
                      <dgm:choose name="Name17">
                        <dgm:if name="Name18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19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20">
                    <dgm:if name="Name21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22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23" axis="ch" ptType="node" st="2" cnt="1">
                <dgm:layoutNode name="bullet2b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2b" styleLbl="revTx">
                  <dgm:varLst>
                    <dgm:bulletEnabled val="1"/>
                  </dgm:varLst>
                  <dgm:choose name="Name24">
                    <dgm:if name="Name25" func="var" arg="dir" op="equ" val="norm">
                      <dgm:choose name="Name26">
                        <dgm:if name="Name27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28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29">
                      <dgm:choose name="Name30">
                        <dgm:if name="Name31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32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33">
                    <dgm:if name="Name34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35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</dgm:layoutNode>
          </dgm:if>
          <dgm:if name="Name36" axis="ch" ptType="node" func="cnt" op="equ" val="3">
            <dgm:layoutNode name="arrowDiagram3">
              <dgm:alg type="composite">
                <dgm:param type="vertAlign" val="none"/>
                <dgm:param type="horzAlign" val="none"/>
              </dgm:alg>
              <dgm:shape xmlns:r="http://schemas.openxmlformats.org/officeDocument/2006/relationships" r:blip="">
                <dgm:adjLst/>
              </dgm:shape>
              <dgm:presOf/>
              <dgm:choose name="Name37">
                <dgm:if name="Name38" func="var" arg="dir" op="equ" val="norm">
                  <dgm:constrLst>
                    <dgm:constr type="ctrX" for="ch" forName="bullet3a" refType="w" fact="0.14"/>
                    <dgm:constr type="ctrY" for="ch" forName="bullet3a" refType="h" fact="0.711"/>
                    <dgm:constr type="w" for="ch" forName="bullet3a" refType="w" fact="0.026"/>
                    <dgm:constr type="h" for="ch" forName="bullet3a" refType="w" refFor="ch" refForName="bullet3a"/>
                    <dgm:constr type="l" for="ch" forName="textBox3a" refType="ctrX" refFor="ch" refForName="bullet3a"/>
                    <dgm:constr type="t" for="ch" forName="textBox3a" refType="ctrY" refFor="ch" refForName="bullet3a"/>
                    <dgm:constr type="w" for="ch" forName="textBox3a" refType="w" fact="0.233"/>
                    <dgm:constr type="h" for="ch" forName="textBox3a" refType="h" fact="0.289"/>
                    <dgm:constr type="userA" refType="h" refFor="ch" refForName="bullet3a" fact="0.53"/>
                    <dgm:constr type="lMarg" for="ch" forName="textBox3a" refType="userA" fact="2.834"/>
                    <dgm:constr type="ctrX" for="ch" forName="bullet3b" refType="w" fact="0.38"/>
                    <dgm:constr type="ctrY" for="ch" forName="bullet3b" refType="h" fact="0.456"/>
                    <dgm:constr type="w" for="ch" forName="bullet3b" refType="w" fact="0.047"/>
                    <dgm:constr type="h" for="ch" forName="bullet3b" refType="w" refFor="ch" refForName="bullet3b"/>
                    <dgm:constr type="l" for="ch" forName="textBox3b" refType="ctrX" refFor="ch" refForName="bullet3b"/>
                    <dgm:constr type="t" for="ch" forName="textBox3b" refType="ctrY" refFor="ch" refForName="bullet3b"/>
                    <dgm:constr type="w" for="ch" forName="textBox3b" refType="w" fact="0.24"/>
                    <dgm:constr type="h" for="ch" forName="textBox3b" refType="h" fact="0.544"/>
                    <dgm:constr type="userB" refType="h" refFor="ch" refForName="bullet3b" fact="0.53"/>
                    <dgm:constr type="lMarg" for="ch" forName="textBox3b" refType="userB" fact="2.834"/>
                    <dgm:constr type="ctrX" for="ch" forName="bullet3c" refType="w" fact="0.665"/>
                    <dgm:constr type="ctrY" for="ch" forName="bullet3c" refType="h" fact="0.305"/>
                    <dgm:constr type="w" for="ch" forName="bullet3c" refType="w" fact="0.065"/>
                    <dgm:constr type="h" for="ch" forName="bullet3c" refType="w" refFor="ch" refForName="bullet3c"/>
                    <dgm:constr type="l" for="ch" forName="textBox3c" refType="ctrX" refFor="ch" refForName="bullet3c"/>
                    <dgm:constr type="t" for="ch" forName="textBox3c" refType="ctrY" refFor="ch" refForName="bullet3c"/>
                    <dgm:constr type="w" for="ch" forName="textBox3c" refType="w" fact="0.24"/>
                    <dgm:constr type="h" for="ch" forName="textBox3c" refType="h" fact="0.695"/>
                    <dgm:constr type="userC" refType="h" refFor="ch" refForName="bullet3c" fact="0.53"/>
                    <dgm:constr type="lMarg" for="ch" forName="textBox3c" refType="userC" fact="2.834"/>
                    <dgm:constr type="primFontSz" for="ch" ptType="node" op="equ" val="65"/>
                  </dgm:constrLst>
                </dgm:if>
                <dgm:else name="Name39">
                  <dgm:constrLst>
                    <dgm:constr type="ctrX" for="ch" forName="bullet3a" refType="w" fact="0.14"/>
                    <dgm:constr type="ctrY" for="ch" forName="bullet3a" refType="h" fact="0.711"/>
                    <dgm:constr type="w" for="ch" forName="bullet3a" refType="w" fact="0.026"/>
                    <dgm:constr type="h" for="ch" forName="bullet3a" refType="w" refFor="ch" refForName="bullet3a"/>
                    <dgm:constr type="r" for="ch" forName="textBox3a" refType="ctrX" refFor="ch" refForName="bullet3a"/>
                    <dgm:constr type="b" for="ch" forName="textBox3a" refType="ctrY" refFor="ch" refForName="bullet3a"/>
                    <dgm:constr type="w" for="ch" forName="textBox3a" refType="w" fact="0.14"/>
                    <dgm:constr type="h" for="ch" forName="textBox3a" refType="h" fact="0.711"/>
                    <dgm:constr type="userA" refType="h" refFor="ch" refForName="bullet3a" fact="0.53"/>
                    <dgm:constr type="rMarg" for="ch" forName="textBox3a" refType="userA" fact="2.834"/>
                    <dgm:constr type="ctrX" for="ch" forName="bullet3b" refType="w" fact="0.38"/>
                    <dgm:constr type="ctrY" for="ch" forName="bullet3b" refType="h" fact="0.456"/>
                    <dgm:constr type="w" for="ch" forName="bullet3b" refType="w" fact="0.047"/>
                    <dgm:constr type="h" for="ch" forName="bullet3b" refType="w" refFor="ch" refForName="bullet3b"/>
                    <dgm:constr type="r" for="ch" forName="textBox3b" refType="ctrX" refFor="ch" refForName="bullet3b"/>
                    <dgm:constr type="b" for="ch" forName="textBox3b" refType="ctrY" refFor="ch" refForName="bullet3b"/>
                    <dgm:constr type="w" for="ch" forName="textBox3b" refType="w" fact="0.24"/>
                    <dgm:constr type="h" for="ch" forName="textBox3b" refType="h" fact="0.456"/>
                    <dgm:constr type="userB" refType="h" refFor="ch" refForName="bullet3b" fact="0.53"/>
                    <dgm:constr type="rMarg" for="ch" forName="textBox3b" refType="userB" fact="2.834"/>
                    <dgm:constr type="ctrX" for="ch" forName="bullet3c" refType="w" fact="0.665"/>
                    <dgm:constr type="ctrY" for="ch" forName="bullet3c" refType="h" fact="0.305"/>
                    <dgm:constr type="w" for="ch" forName="bullet3c" refType="w" fact="0.065"/>
                    <dgm:constr type="h" for="ch" forName="bullet3c" refType="w" refFor="ch" refForName="bullet3c"/>
                    <dgm:constr type="r" for="ch" forName="textBox3c" refType="ctrX" refFor="ch" refForName="bullet3c"/>
                    <dgm:constr type="b" for="ch" forName="textBox3c" refType="ctrY" refFor="ch" refForName="bullet3c"/>
                    <dgm:constr type="w" for="ch" forName="textBox3c" refType="w" fact="0.24"/>
                    <dgm:constr type="h" for="ch" forName="textBox3c" refType="h" fact="0.305"/>
                    <dgm:constr type="userC" refType="h" refFor="ch" refForName="bullet3c" fact="0.53"/>
                    <dgm:constr type="rMarg" for="ch" forName="textBox3c" refType="userC" fact="2.834"/>
                    <dgm:constr type="primFontSz" for="ch" ptType="node" op="equ" val="65"/>
                  </dgm:constrLst>
                </dgm:else>
              </dgm:choose>
              <dgm:ruleLst/>
              <dgm:forEach name="Name40" axis="ch" ptType="node" cnt="1">
                <dgm:layoutNode name="bullet3a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3a" styleLbl="revTx">
                  <dgm:varLst>
                    <dgm:bulletEnabled val="1"/>
                  </dgm:varLst>
                  <dgm:choose name="Name41">
                    <dgm:if name="Name42" func="var" arg="dir" op="equ" val="norm">
                      <dgm:choose name="Name43">
                        <dgm:if name="Name44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45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46">
                      <dgm:choose name="Name47">
                        <dgm:if name="Name48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49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50">
                    <dgm:if name="Name51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52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53" axis="ch" ptType="node" st="2" cnt="1">
                <dgm:layoutNode name="bullet3b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3b" styleLbl="revTx">
                  <dgm:varLst>
                    <dgm:bulletEnabled val="1"/>
                  </dgm:varLst>
                  <dgm:choose name="Name54">
                    <dgm:if name="Name55" func="var" arg="dir" op="equ" val="norm">
                      <dgm:choose name="Name56">
                        <dgm:if name="Name57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58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59">
                      <dgm:choose name="Name60">
                        <dgm:if name="Name61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62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63">
                    <dgm:if name="Name64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65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66" axis="ch" ptType="node" st="3" cnt="1">
                <dgm:layoutNode name="bullet3c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3c" styleLbl="revTx">
                  <dgm:varLst>
                    <dgm:bulletEnabled val="1"/>
                  </dgm:varLst>
                  <dgm:choose name="Name67">
                    <dgm:if name="Name68" func="var" arg="dir" op="equ" val="norm">
                      <dgm:choose name="Name69">
                        <dgm:if name="Name70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71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72">
                      <dgm:choose name="Name73">
                        <dgm:if name="Name74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75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76">
                    <dgm:if name="Name77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78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</dgm:layoutNode>
          </dgm:if>
          <dgm:if name="Name79" axis="ch" ptType="node" func="cnt" op="equ" val="4">
            <dgm:layoutNode name="arrowDiagram4">
              <dgm:alg type="composite">
                <dgm:param type="vertAlign" val="none"/>
                <dgm:param type="horzAlign" val="none"/>
              </dgm:alg>
              <dgm:shape xmlns:r="http://schemas.openxmlformats.org/officeDocument/2006/relationships" r:blip="">
                <dgm:adjLst/>
              </dgm:shape>
              <dgm:presOf/>
              <dgm:choose name="Name80">
                <dgm:if name="Name81" func="var" arg="dir" op="equ" val="norm">
                  <dgm:constrLst>
                    <dgm:constr type="ctrX" for="ch" forName="bullet4a" refType="w" fact="0.11"/>
                    <dgm:constr type="ctrY" for="ch" forName="bullet4a" refType="h" fact="0.762"/>
                    <dgm:constr type="w" for="ch" forName="bullet4a" refType="w" fact="0.023"/>
                    <dgm:constr type="h" for="ch" forName="bullet4a" refType="w" refFor="ch" refForName="bullet4a"/>
                    <dgm:constr type="l" for="ch" forName="textBox4a" refType="ctrX" refFor="ch" refForName="bullet4a"/>
                    <dgm:constr type="t" for="ch" forName="textBox4a" refType="ctrY" refFor="ch" refForName="bullet4a"/>
                    <dgm:constr type="w" for="ch" forName="textBox4a" refType="w" fact="0.171"/>
                    <dgm:constr type="h" for="ch" forName="textBox4a" refType="h" fact="0.238"/>
                    <dgm:constr type="userA" refType="h" refFor="ch" refForName="bullet4a" fact="0.53"/>
                    <dgm:constr type="lMarg" for="ch" forName="textBox4a" refType="userA" fact="2.834"/>
                    <dgm:constr type="ctrX" for="ch" forName="bullet4b" refType="w" fact="0.281"/>
                    <dgm:constr type="ctrY" for="ch" forName="bullet4b" refType="h" fact="0.543"/>
                    <dgm:constr type="w" for="ch" forName="bullet4b" refType="w" fact="0.04"/>
                    <dgm:constr type="h" for="ch" forName="bullet4b" refType="w" refFor="ch" refForName="bullet4b"/>
                    <dgm:constr type="l" for="ch" forName="textBox4b" refType="ctrX" refFor="ch" refForName="bullet4b"/>
                    <dgm:constr type="t" for="ch" forName="textBox4b" refType="ctrY" refFor="ch" refForName="bullet4b"/>
                    <dgm:constr type="w" for="ch" forName="textBox4b" refType="w" fact="0.21"/>
                    <dgm:constr type="h" for="ch" forName="textBox4b" refType="h" fact="0.457"/>
                    <dgm:constr type="userB" refType="h" refFor="ch" refForName="bullet4b" fact="0.53"/>
                    <dgm:constr type="lMarg" for="ch" forName="textBox4b" refType="userB" fact="2.834"/>
                    <dgm:constr type="ctrX" for="ch" forName="bullet4c" refType="w" fact="0.495"/>
                    <dgm:constr type="ctrY" for="ch" forName="bullet4c" refType="h" fact="0.382"/>
                    <dgm:constr type="w" for="ch" forName="bullet4c" refType="w" fact="0.053"/>
                    <dgm:constr type="h" for="ch" forName="bullet4c" refType="w" refFor="ch" refForName="bullet4c"/>
                    <dgm:constr type="l" for="ch" forName="textBox4c" refType="ctrX" refFor="ch" refForName="bullet4c"/>
                    <dgm:constr type="t" for="ch" forName="textBox4c" refType="ctrY" refFor="ch" refForName="bullet4c"/>
                    <dgm:constr type="w" for="ch" forName="textBox4c" refType="w" fact="0.21"/>
                    <dgm:constr type="h" for="ch" forName="textBox4c" refType="h" fact="0.618"/>
                    <dgm:constr type="userC" refType="h" refFor="ch" refForName="bullet4c" fact="0.53"/>
                    <dgm:constr type="lMarg" for="ch" forName="textBox4c" refType="userC" fact="2.834"/>
                    <dgm:constr type="ctrX" for="ch" forName="bullet4d" refType="w" fact="0.73"/>
                    <dgm:constr type="ctrY" for="ch" forName="bullet4d" refType="h" fact="0.283"/>
                    <dgm:constr type="w" for="ch" forName="bullet4d" refType="w" fact="0.071"/>
                    <dgm:constr type="h" for="ch" forName="bullet4d" refType="w" refFor="ch" refForName="bullet4d"/>
                    <dgm:constr type="l" for="ch" forName="textBox4d" refType="ctrX" refFor="ch" refForName="bullet4d"/>
                    <dgm:constr type="t" for="ch" forName="textBox4d" refType="ctrY" refFor="ch" refForName="bullet4d"/>
                    <dgm:constr type="w" for="ch" forName="textBox4d" refType="w" fact="0.21"/>
                    <dgm:constr type="h" for="ch" forName="textBox4d" refType="h" fact="0.717"/>
                    <dgm:constr type="userD" refType="h" refFor="ch" refForName="bullet4d" fact="0.53"/>
                    <dgm:constr type="lMarg" for="ch" forName="textBox4d" refType="userD" fact="2.834"/>
                    <dgm:constr type="primFontSz" for="ch" ptType="node" op="equ" val="65"/>
                  </dgm:constrLst>
                </dgm:if>
                <dgm:else name="Name82">
                  <dgm:constrLst>
                    <dgm:constr type="ctrX" for="ch" forName="bullet4a" refType="w" fact="0.11"/>
                    <dgm:constr type="ctrY" for="ch" forName="bullet4a" refType="h" fact="0.762"/>
                    <dgm:constr type="w" for="ch" forName="bullet4a" refType="w" fact="0.023"/>
                    <dgm:constr type="h" for="ch" forName="bullet4a" refType="w" refFor="ch" refForName="bullet4a"/>
                    <dgm:constr type="r" for="ch" forName="textBox4a" refType="ctrX" refFor="ch" refForName="bullet4a"/>
                    <dgm:constr type="b" for="ch" forName="textBox4a" refType="ctrY" refFor="ch" refForName="bullet4a"/>
                    <dgm:constr type="w" for="ch" forName="textBox4a" refType="w" fact="0.11"/>
                    <dgm:constr type="h" for="ch" forName="textBox4a" refType="h" fact="0.762"/>
                    <dgm:constr type="userA" refType="h" refFor="ch" refForName="bullet4a" fact="0.53"/>
                    <dgm:constr type="rMarg" for="ch" forName="textBox4a" refType="userA" fact="2.834"/>
                    <dgm:constr type="ctrX" for="ch" forName="bullet4b" refType="w" fact="0.281"/>
                    <dgm:constr type="ctrY" for="ch" forName="bullet4b" refType="h" fact="0.543"/>
                    <dgm:constr type="w" for="ch" forName="bullet4b" refType="w" fact="0.04"/>
                    <dgm:constr type="h" for="ch" forName="bullet4b" refType="w" refFor="ch" refForName="bullet4b"/>
                    <dgm:constr type="r" for="ch" forName="textBox4b" refType="ctrX" refFor="ch" refForName="bullet4b"/>
                    <dgm:constr type="b" for="ch" forName="textBox4b" refType="ctrY" refFor="ch" refForName="bullet4b"/>
                    <dgm:constr type="w" for="ch" forName="textBox4b" refType="w" fact="0.171"/>
                    <dgm:constr type="h" for="ch" forName="textBox4b" refType="h" fact="0.543"/>
                    <dgm:constr type="userB" refType="h" refFor="ch" refForName="bullet4b" fact="0.53"/>
                    <dgm:constr type="rMarg" for="ch" forName="textBox4b" refType="userB" fact="2.834"/>
                    <dgm:constr type="ctrX" for="ch" forName="bullet4c" refType="w" fact="0.495"/>
                    <dgm:constr type="ctrY" for="ch" forName="bullet4c" refType="h" fact="0.382"/>
                    <dgm:constr type="w" for="ch" forName="bullet4c" refType="w" fact="0.053"/>
                    <dgm:constr type="h" for="ch" forName="bullet4c" refType="w" refFor="ch" refForName="bullet4c"/>
                    <dgm:constr type="r" for="ch" forName="textBox4c" refType="ctrX" refFor="ch" refForName="bullet4c"/>
                    <dgm:constr type="b" for="ch" forName="textBox4c" refType="ctrY" refFor="ch" refForName="bullet4c"/>
                    <dgm:constr type="w" for="ch" forName="textBox4c" refType="w" fact="0.21"/>
                    <dgm:constr type="h" for="ch" forName="textBox4c" refType="h" fact="0.382"/>
                    <dgm:constr type="userC" refType="h" refFor="ch" refForName="bullet4c" fact="0.53"/>
                    <dgm:constr type="rMarg" for="ch" forName="textBox4c" refType="userC" fact="2.834"/>
                    <dgm:constr type="ctrX" for="ch" forName="bullet4d" refType="w" fact="0.73"/>
                    <dgm:constr type="ctrY" for="ch" forName="bullet4d" refType="h" fact="0.283"/>
                    <dgm:constr type="w" for="ch" forName="bullet4d" refType="w" fact="0.071"/>
                    <dgm:constr type="h" for="ch" forName="bullet4d" refType="w" refFor="ch" refForName="bullet4d"/>
                    <dgm:constr type="r" for="ch" forName="textBox4d" refType="ctrX" refFor="ch" refForName="bullet4d"/>
                    <dgm:constr type="b" for="ch" forName="textBox4d" refType="ctrY" refFor="ch" refForName="bullet4d"/>
                    <dgm:constr type="w" for="ch" forName="textBox4d" refType="w" fact="0.21"/>
                    <dgm:constr type="h" for="ch" forName="textBox4d" refType="h" fact="0.283"/>
                    <dgm:constr type="userD" refType="h" refFor="ch" refForName="bullet4d" fact="0.53"/>
                    <dgm:constr type="rMarg" for="ch" forName="textBox4d" refType="userD" fact="2.834"/>
                    <dgm:constr type="primFontSz" for="ch" ptType="node" op="equ" val="65"/>
                  </dgm:constrLst>
                </dgm:else>
              </dgm:choose>
              <dgm:ruleLst/>
              <dgm:forEach name="Name83" axis="ch" ptType="node" cnt="1">
                <dgm:layoutNode name="bullet4a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4a" styleLbl="revTx">
                  <dgm:varLst>
                    <dgm:bulletEnabled val="1"/>
                  </dgm:varLst>
                  <dgm:choose name="Name84">
                    <dgm:if name="Name85" func="var" arg="dir" op="equ" val="norm">
                      <dgm:choose name="Name86">
                        <dgm:if name="Name87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88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89">
                      <dgm:choose name="Name90">
                        <dgm:if name="Name91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92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93">
                    <dgm:if name="Name94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95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96" axis="ch" ptType="node" st="2" cnt="1">
                <dgm:layoutNode name="bullet4b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4b" styleLbl="revTx">
                  <dgm:varLst>
                    <dgm:bulletEnabled val="1"/>
                  </dgm:varLst>
                  <dgm:choose name="Name97">
                    <dgm:if name="Name98" func="var" arg="dir" op="equ" val="norm">
                      <dgm:choose name="Name99">
                        <dgm:if name="Name100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101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102">
                      <dgm:choose name="Name103">
                        <dgm:if name="Name104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105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106">
                    <dgm:if name="Name107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108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109" axis="ch" ptType="node" st="3" cnt="1">
                <dgm:layoutNode name="bullet4c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4c" styleLbl="revTx">
                  <dgm:varLst>
                    <dgm:bulletEnabled val="1"/>
                  </dgm:varLst>
                  <dgm:choose name="Name110">
                    <dgm:if name="Name111" func="var" arg="dir" op="equ" val="norm">
                      <dgm:choose name="Name112">
                        <dgm:if name="Name113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114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115">
                      <dgm:choose name="Name116">
                        <dgm:if name="Name117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118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119">
                    <dgm:if name="Name120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121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122" axis="ch" ptType="node" st="4" cnt="1">
                <dgm:layoutNode name="bullet4d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4d" styleLbl="revTx">
                  <dgm:varLst>
                    <dgm:bulletEnabled val="1"/>
                  </dgm:varLst>
                  <dgm:choose name="Name123">
                    <dgm:if name="Name124" func="var" arg="dir" op="equ" val="norm">
                      <dgm:choose name="Name125">
                        <dgm:if name="Name126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127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128">
                      <dgm:choose name="Name129">
                        <dgm:if name="Name130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131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132">
                    <dgm:if name="Name133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134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</dgm:layoutNode>
          </dgm:if>
          <dgm:else name="Name135">
            <dgm:layoutNode name="arrowDiagram5">
              <dgm:alg type="composite">
                <dgm:param type="vertAlign" val="none"/>
                <dgm:param type="horzAlign" val="none"/>
              </dgm:alg>
              <dgm:shape xmlns:r="http://schemas.openxmlformats.org/officeDocument/2006/relationships" r:blip="">
                <dgm:adjLst/>
              </dgm:shape>
              <dgm:presOf/>
              <dgm:choose name="Name136">
                <dgm:if name="Name137" func="var" arg="dir" op="equ" val="norm">
                  <dgm:constrLst>
                    <dgm:constr type="ctrX" for="ch" forName="bullet5a" refType="w" fact="0.11"/>
                    <dgm:constr type="ctrY" for="ch" forName="bullet5a" refType="h" fact="0.762"/>
                    <dgm:constr type="w" for="ch" forName="bullet5a" refType="w" fact="0.023"/>
                    <dgm:constr type="h" for="ch" forName="bullet5a" refType="w" refFor="ch" refForName="bullet5a"/>
                    <dgm:constr type="l" for="ch" forName="textBox5a" refType="ctrX" refFor="ch" refForName="bullet5a"/>
                    <dgm:constr type="t" for="ch" forName="textBox5a" refType="ctrY" refFor="ch" refForName="bullet5a"/>
                    <dgm:constr type="w" for="ch" forName="textBox5a" refType="w" fact="0.131"/>
                    <dgm:constr type="h" for="ch" forName="textBox5a" refType="h" fact="0.238"/>
                    <dgm:constr type="userA" refType="h" refFor="ch" refForName="bullet5a" fact="0.53"/>
                    <dgm:constr type="lMarg" for="ch" forName="textBox5a" refType="userA" fact="2.834"/>
                    <dgm:constr type="ctrX" for="ch" forName="bullet5b" refType="w" fact="0.241"/>
                    <dgm:constr type="ctrY" for="ch" forName="bullet5b" refType="h" fact="0.581"/>
                    <dgm:constr type="w" for="ch" forName="bullet5b" refType="w" fact="0.036"/>
                    <dgm:constr type="h" for="ch" forName="bullet5b" refType="w" refFor="ch" refForName="bullet5b"/>
                    <dgm:constr type="l" for="ch" forName="textBox5b" refType="ctrX" refFor="ch" refForName="bullet5b"/>
                    <dgm:constr type="t" for="ch" forName="textBox5b" refType="ctrY" refFor="ch" refForName="bullet5b"/>
                    <dgm:constr type="w" for="ch" forName="textBox5b" refType="w" fact="0.166"/>
                    <dgm:constr type="h" for="ch" forName="textBox5b" refType="h" fact="0.419"/>
                    <dgm:constr type="userB" refType="h" refFor="ch" refForName="bullet5b" fact="0.53"/>
                    <dgm:constr type="lMarg" for="ch" forName="textBox5b" refType="userB" fact="2.834"/>
                    <dgm:constr type="ctrX" for="ch" forName="bullet5c" refType="w" fact="0.407"/>
                    <dgm:constr type="ctrY" for="ch" forName="bullet5c" refType="h" fact="0.438"/>
                    <dgm:constr type="w" for="ch" forName="bullet5c" refType="w" fact="0.048"/>
                    <dgm:constr type="h" for="ch" forName="bullet5c" refType="w" refFor="ch" refForName="bullet5c"/>
                    <dgm:constr type="l" for="ch" forName="textBox5c" refType="ctrX" refFor="ch" refForName="bullet5c"/>
                    <dgm:constr type="t" for="ch" forName="textBox5c" refType="ctrY" refFor="ch" refForName="bullet5c"/>
                    <dgm:constr type="w" for="ch" forName="textBox5c" refType="w" fact="0.193"/>
                    <dgm:constr type="h" for="ch" forName="textBox5c" refType="h" fact="0.562"/>
                    <dgm:constr type="userC" refType="h" refFor="ch" refForName="bullet5c" fact="0.53"/>
                    <dgm:constr type="lMarg" for="ch" forName="textBox5c" refType="userC" fact="2.834"/>
                    <dgm:constr type="ctrX" for="ch" forName="bullet5d" refType="w" fact="0.6"/>
                    <dgm:constr type="ctrY" for="ch" forName="bullet5d" refType="h" fact="0.33"/>
                    <dgm:constr type="w" for="ch" forName="bullet5d" refType="w" fact="0.062"/>
                    <dgm:constr type="h" for="ch" forName="bullet5d" refType="w" refFor="ch" refForName="bullet5d"/>
                    <dgm:constr type="l" for="ch" forName="textBox5d" refType="ctrX" refFor="ch" refForName="bullet5d"/>
                    <dgm:constr type="t" for="ch" forName="textBox5d" refType="ctrY" refFor="ch" refForName="bullet5d"/>
                    <dgm:constr type="w" for="ch" forName="textBox5d" refType="w" fact="0.2"/>
                    <dgm:constr type="h" for="ch" forName="textBox5d" refType="h" fact="0.67"/>
                    <dgm:constr type="userD" refType="h" refFor="ch" refForName="bullet5d" fact="0.53"/>
                    <dgm:constr type="lMarg" for="ch" forName="textBox5d" refType="userD" fact="2.834"/>
                    <dgm:constr type="ctrX" for="ch" forName="bullet5e" refType="w" fact="0.8"/>
                    <dgm:constr type="ctrY" for="ch" forName="bullet5e" refType="h" fact="0.264"/>
                    <dgm:constr type="w" for="ch" forName="bullet5e" refType="w" fact="0.079"/>
                    <dgm:constr type="h" for="ch" forName="bullet5e" refType="w" refFor="ch" refForName="bullet5e"/>
                    <dgm:constr type="l" for="ch" forName="textBox5e" refType="ctrX" refFor="ch" refForName="bullet5e"/>
                    <dgm:constr type="t" for="ch" forName="textBox5e" refType="ctrY" refFor="ch" refForName="bullet5e"/>
                    <dgm:constr type="w" for="ch" forName="textBox5e" refType="w" fact="0.2"/>
                    <dgm:constr type="h" for="ch" forName="textBox5e" refType="h" fact="0.736"/>
                    <dgm:constr type="userE" refType="h" refFor="ch" refForName="bullet5e" fact="0.53"/>
                    <dgm:constr type="lMarg" for="ch" forName="textBox5e" refType="userE" fact="2.834"/>
                    <dgm:constr type="primFontSz" for="ch" ptType="node" op="equ" val="65"/>
                  </dgm:constrLst>
                </dgm:if>
                <dgm:else name="Name138">
                  <dgm:constrLst>
                    <dgm:constr type="ctrX" for="ch" forName="bullet5a" refType="w" fact="0.11"/>
                    <dgm:constr type="ctrY" for="ch" forName="bullet5a" refType="h" fact="0.762"/>
                    <dgm:constr type="w" for="ch" forName="bullet5a" refType="w" fact="0.023"/>
                    <dgm:constr type="h" for="ch" forName="bullet5a" refType="w" refFor="ch" refForName="bullet5a"/>
                    <dgm:constr type="r" for="ch" forName="textBox5a" refType="ctrX" refFor="ch" refForName="bullet5a"/>
                    <dgm:constr type="b" for="ch" forName="textBox5a" refType="ctrY" refFor="ch" refForName="bullet5a"/>
                    <dgm:constr type="w" for="ch" forName="textBox5a" refType="w" fact="0.11"/>
                    <dgm:constr type="h" for="ch" forName="textBox5a" refType="h" fact="0.762"/>
                    <dgm:constr type="userA" refType="h" refFor="ch" refForName="bullet5a" fact="0.53"/>
                    <dgm:constr type="rMarg" for="ch" forName="textBox5a" refType="userA" fact="2.834"/>
                    <dgm:constr type="ctrX" for="ch" forName="bullet5b" refType="w" fact="0.241"/>
                    <dgm:constr type="ctrY" for="ch" forName="bullet5b" refType="h" fact="0.581"/>
                    <dgm:constr type="w" for="ch" forName="bullet5b" refType="w" fact="0.036"/>
                    <dgm:constr type="h" for="ch" forName="bullet5b" refType="w" refFor="ch" refForName="bullet5b"/>
                    <dgm:constr type="r" for="ch" forName="textBox5b" refType="ctrX" refFor="ch" refForName="bullet5b"/>
                    <dgm:constr type="b" for="ch" forName="textBox5b" refType="ctrY" refFor="ch" refForName="bullet5b"/>
                    <dgm:constr type="w" for="ch" forName="textBox5b" refType="w" fact="0.131"/>
                    <dgm:constr type="h" for="ch" forName="textBox5b" refType="h" fact="0.581"/>
                    <dgm:constr type="userB" refType="h" refFor="ch" refForName="bullet5b" fact="0.53"/>
                    <dgm:constr type="rMarg" for="ch" forName="textBox5b" refType="userB" fact="2.834"/>
                    <dgm:constr type="ctrX" for="ch" forName="bullet5c" refType="w" fact="0.407"/>
                    <dgm:constr type="ctrY" for="ch" forName="bullet5c" refType="h" fact="0.438"/>
                    <dgm:constr type="w" for="ch" forName="bullet5c" refType="w" fact="0.048"/>
                    <dgm:constr type="h" for="ch" forName="bullet5c" refType="w" refFor="ch" refForName="bullet5c"/>
                    <dgm:constr type="r" for="ch" forName="textBox5c" refType="ctrX" refFor="ch" refForName="bullet5c"/>
                    <dgm:constr type="b" for="ch" forName="textBox5c" refType="ctrY" refFor="ch" refForName="bullet5c"/>
                    <dgm:constr type="w" for="ch" forName="textBox5c" refType="w" fact="0.166"/>
                    <dgm:constr type="h" for="ch" forName="textBox5c" refType="h" fact="0.438"/>
                    <dgm:constr type="userC" refType="h" refFor="ch" refForName="bullet5c" fact="0.53"/>
                    <dgm:constr type="rMarg" for="ch" forName="textBox5c" refType="userC" fact="2.834"/>
                    <dgm:constr type="ctrX" for="ch" forName="bullet5d" refType="w" fact="0.6"/>
                    <dgm:constr type="ctrY" for="ch" forName="bullet5d" refType="h" fact="0.33"/>
                    <dgm:constr type="w" for="ch" forName="bullet5d" refType="w" fact="0.062"/>
                    <dgm:constr type="h" for="ch" forName="bullet5d" refType="w" refFor="ch" refForName="bullet5d"/>
                    <dgm:constr type="r" for="ch" forName="textBox5d" refType="ctrX" refFor="ch" refForName="bullet5d"/>
                    <dgm:constr type="b" for="ch" forName="textBox5d" refType="ctrY" refFor="ch" refForName="bullet5d"/>
                    <dgm:constr type="w" for="ch" forName="textBox5d" refType="w" fact="0.193"/>
                    <dgm:constr type="h" for="ch" forName="textBox5d" refType="h" fact="0.33"/>
                    <dgm:constr type="userD" refType="h" refFor="ch" refForName="bullet5d" fact="0.53"/>
                    <dgm:constr type="rMarg" for="ch" forName="textBox5d" refType="userD" fact="2.834"/>
                    <dgm:constr type="ctrX" for="ch" forName="bullet5e" refType="w" fact="0.8"/>
                    <dgm:constr type="ctrY" for="ch" forName="bullet5e" refType="h" fact="0.264"/>
                    <dgm:constr type="w" for="ch" forName="bullet5e" refType="w" fact="0.079"/>
                    <dgm:constr type="h" for="ch" forName="bullet5e" refType="w" refFor="ch" refForName="bullet5e"/>
                    <dgm:constr type="r" for="ch" forName="textBox5e" refType="ctrX" refFor="ch" refForName="bullet5e"/>
                    <dgm:constr type="b" for="ch" forName="textBox5e" refType="ctrY" refFor="ch" refForName="bullet5e"/>
                    <dgm:constr type="w" for="ch" forName="textBox5e" refType="w" fact="0.2"/>
                    <dgm:constr type="h" for="ch" forName="textBox5e" refType="h" fact="0.264"/>
                    <dgm:constr type="userE" refType="h" refFor="ch" refForName="bullet5e" fact="0.53"/>
                    <dgm:constr type="rMarg" for="ch" forName="textBox5e" refType="userE" fact="2.834"/>
                    <dgm:constr type="primFontSz" for="ch" ptType="node" op="equ" val="65"/>
                  </dgm:constrLst>
                </dgm:else>
              </dgm:choose>
              <dgm:ruleLst/>
              <dgm:forEach name="Name139" axis="ch" ptType="node" cnt="1">
                <dgm:layoutNode name="bullet5a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5a" styleLbl="revTx">
                  <dgm:varLst>
                    <dgm:bulletEnabled val="1"/>
                  </dgm:varLst>
                  <dgm:choose name="Name140">
                    <dgm:if name="Name141" func="var" arg="dir" op="equ" val="norm">
                      <dgm:choose name="Name142">
                        <dgm:if name="Name143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144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145">
                      <dgm:choose name="Name146">
                        <dgm:if name="Name147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148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149">
                    <dgm:if name="Name150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151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152" axis="ch" ptType="node" st="2" cnt="1">
                <dgm:layoutNode name="bullet5b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5b" styleLbl="revTx">
                  <dgm:varLst>
                    <dgm:bulletEnabled val="1"/>
                  </dgm:varLst>
                  <dgm:choose name="Name153">
                    <dgm:if name="Name154" func="var" arg="dir" op="equ" val="norm">
                      <dgm:choose name="Name155">
                        <dgm:if name="Name156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157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158">
                      <dgm:choose name="Name159">
                        <dgm:if name="Name160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161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162">
                    <dgm:if name="Name163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164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165" axis="ch" ptType="node" st="3" cnt="1">
                <dgm:layoutNode name="bullet5c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5c" styleLbl="revTx">
                  <dgm:varLst>
                    <dgm:bulletEnabled val="1"/>
                  </dgm:varLst>
                  <dgm:choose name="Name166">
                    <dgm:if name="Name167" func="var" arg="dir" op="equ" val="norm">
                      <dgm:choose name="Name168">
                        <dgm:if name="Name169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170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171">
                      <dgm:choose name="Name172">
                        <dgm:if name="Name173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174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175">
                    <dgm:if name="Name176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177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178" axis="ch" ptType="node" st="4" cnt="1">
                <dgm:layoutNode name="bullet5d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5d" styleLbl="revTx">
                  <dgm:varLst>
                    <dgm:bulletEnabled val="1"/>
                  </dgm:varLst>
                  <dgm:choose name="Name179">
                    <dgm:if name="Name180" func="var" arg="dir" op="equ" val="norm">
                      <dgm:choose name="Name181">
                        <dgm:if name="Name182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183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184">
                      <dgm:choose name="Name185">
                        <dgm:if name="Name186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187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188">
                    <dgm:if name="Name189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190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191" axis="ch" ptType="node" st="5" cnt="1">
                <dgm:layoutNode name="bullet5e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5e" styleLbl="revTx">
                  <dgm:varLst>
                    <dgm:bulletEnabled val="1"/>
                  </dgm:varLst>
                  <dgm:choose name="Name192">
                    <dgm:if name="Name193" func="var" arg="dir" op="equ" val="norm">
                      <dgm:choose name="Name194">
                        <dgm:if name="Name195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196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197">
                      <dgm:choose name="Name198">
                        <dgm:if name="Name199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200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201">
                    <dgm:if name="Name202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203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</dgm:layoutNode>
          </dgm:else>
        </dgm:choose>
      </dgm:if>
      <dgm:else name="Name204"/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fld id="{9BB8DD5B-F204-48E4-A25D-F41496DF299E}" type="datetimeFigureOut">
              <a:rPr lang="en-US"/>
              <a:pPr>
                <a:defRPr/>
              </a:pPr>
              <a:t>3/6/2023</a:t>
            </a:fld>
            <a:endParaRPr lang="en-GB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fld id="{50246002-89CA-4076-BF41-AA2B48AE4AA2}" type="slidenum">
              <a:rPr lang="en-GB"/>
              <a:pPr>
                <a:defRPr/>
              </a:pPr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02980313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fld id="{3595B147-96BC-495D-B7BA-CD23E2838683}" type="datetimeFigureOut">
              <a:rPr lang="en-US"/>
              <a:pPr>
                <a:defRPr/>
              </a:pPr>
              <a:t>3/6/2023</a:t>
            </a:fld>
            <a:endParaRPr lang="en-GB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GB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  <a:endParaRPr lang="en-GB" noProof="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fld id="{A3F6EC37-05E6-41CC-888B-AC97F712766D}" type="slidenum">
              <a:rPr lang="en-GB"/>
              <a:pPr>
                <a:defRPr/>
              </a:pPr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489568940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8675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GB">
              <a:latin typeface="Arial" charset="0"/>
              <a:cs typeface="Arial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E25C0CAF-F577-43FF-B7CD-2E2B999D7DD1}" type="slidenum">
              <a:rPr lang="en-GB" smtClean="0"/>
              <a:pPr>
                <a:defRPr/>
              </a:pPr>
              <a:t>1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46737044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9699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GB">
              <a:latin typeface="Arial" charset="0"/>
              <a:cs typeface="Arial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795083AE-B1E9-4F7A-848D-FBACC27F59EA}" type="slidenum">
              <a:rPr lang="en-GB" smtClean="0"/>
              <a:pPr>
                <a:defRPr/>
              </a:pPr>
              <a:t>2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52012741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9699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GB">
              <a:latin typeface="Arial" charset="0"/>
              <a:cs typeface="Arial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795083AE-B1E9-4F7A-848D-FBACC27F59EA}" type="slidenum">
              <a:rPr lang="en-GB" smtClean="0"/>
              <a:pPr>
                <a:defRPr/>
              </a:pPr>
              <a:t>3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72880492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0723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GB">
              <a:latin typeface="Arial" charset="0"/>
              <a:cs typeface="Arial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85EA244B-C8C0-46C3-9E03-2826DC62A5A1}" type="slidenum">
              <a:rPr lang="en-GB" smtClean="0"/>
              <a:pPr>
                <a:defRPr/>
              </a:pPr>
              <a:t>4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16826347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1747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GB">
              <a:latin typeface="Arial" charset="0"/>
              <a:cs typeface="Arial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03F70795-D9FF-42E1-AF2A-CFACCBDB7334}" type="slidenum">
              <a:rPr lang="en-GB" smtClean="0"/>
              <a:pPr>
                <a:defRPr/>
              </a:pPr>
              <a:t>5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05654231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1747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GB">
              <a:latin typeface="Arial" charset="0"/>
              <a:cs typeface="Arial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03F70795-D9FF-42E1-AF2A-CFACCBDB7334}" type="slidenum">
              <a:rPr lang="en-GB" smtClean="0"/>
              <a:pPr>
                <a:defRPr/>
              </a:pPr>
              <a:t>6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41500555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2771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GB">
              <a:latin typeface="Arial" charset="0"/>
              <a:cs typeface="Arial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E3EE8E2-83F7-46F9-943E-586B3D7D412D}" type="slidenum">
              <a:rPr lang="en-GB" smtClean="0"/>
              <a:pPr>
                <a:defRPr/>
              </a:pPr>
              <a:t>7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15185870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4819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GB">
              <a:latin typeface="Arial" charset="0"/>
              <a:cs typeface="Arial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73F5DF94-7910-4B76-8504-4EA4D1F72428}" type="slidenum">
              <a:rPr lang="en-GB" smtClean="0"/>
              <a:pPr>
                <a:defRPr/>
              </a:pPr>
              <a:t>8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47850723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5843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GB">
              <a:latin typeface="Arial" charset="0"/>
              <a:cs typeface="Arial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7F629064-6031-467B-AC55-38579D47C104}" type="slidenum">
              <a:rPr lang="en-GB" smtClean="0"/>
              <a:pPr>
                <a:defRPr/>
              </a:pPr>
              <a:t>9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45155429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6867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GB">
              <a:latin typeface="Arial" charset="0"/>
              <a:cs typeface="Arial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7D84A9E2-CD02-4004-8558-D15B0F211C06}" type="slidenum">
              <a:rPr lang="en-GB" smtClean="0"/>
              <a:pPr>
                <a:defRPr/>
              </a:pPr>
              <a:t>10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09818868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7891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GB">
              <a:latin typeface="Arial" charset="0"/>
              <a:cs typeface="Arial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668C3011-AA6F-4276-A55B-DB5CFD623241}" type="slidenum">
              <a:rPr lang="en-GB" smtClean="0"/>
              <a:pPr>
                <a:defRPr/>
              </a:pPr>
              <a:t>11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37634802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8915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GB">
              <a:latin typeface="Arial" charset="0"/>
              <a:cs typeface="Arial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AB816E7F-E224-4B9C-8363-269D7CF6F61A}" type="slidenum">
              <a:rPr lang="en-GB" smtClean="0"/>
              <a:pPr>
                <a:defRPr/>
              </a:pPr>
              <a:t>12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7852101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9939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GB">
              <a:latin typeface="Arial" charset="0"/>
              <a:cs typeface="Arial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FE02BFCA-2F7D-4308-89D5-D4444B0FFF55}" type="slidenum">
              <a:rPr lang="en-GB" smtClean="0"/>
              <a:pPr>
                <a:defRPr/>
              </a:pPr>
              <a:t>13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01479436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0963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GB">
              <a:latin typeface="Arial" charset="0"/>
              <a:cs typeface="Arial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F42BC882-0A1D-4BDD-881D-9C099F917017}" type="slidenum">
              <a:rPr lang="en-GB" smtClean="0"/>
              <a:pPr>
                <a:defRPr/>
              </a:pPr>
              <a:t>14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07369587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1987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GB">
              <a:latin typeface="Arial" charset="0"/>
              <a:cs typeface="Arial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FDC18020-33DC-46AE-A222-0E79A1EF3773}" type="slidenum">
              <a:rPr lang="en-GB" smtClean="0"/>
              <a:pPr>
                <a:defRPr/>
              </a:pPr>
              <a:t>15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99587383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3011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GB">
              <a:latin typeface="Arial" charset="0"/>
              <a:cs typeface="Arial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6C26F2FD-8B15-49DC-8B17-962EE76A18A6}" type="slidenum">
              <a:rPr lang="en-GB" smtClean="0"/>
              <a:pPr>
                <a:defRPr/>
              </a:pPr>
              <a:t>16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835690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4035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GB">
              <a:latin typeface="Arial" charset="0"/>
              <a:cs typeface="Arial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79CA704F-E7F5-40E2-8E19-146568617C06}" type="slidenum">
              <a:rPr lang="en-GB" smtClean="0"/>
              <a:pPr>
                <a:defRPr/>
              </a:pPr>
              <a:t>17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882618033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5059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GB">
              <a:latin typeface="Arial" charset="0"/>
              <a:cs typeface="Arial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E5DCF82E-2996-42E0-846D-3F7DBED4495D}" type="slidenum">
              <a:rPr lang="en-GB" smtClean="0"/>
              <a:pPr>
                <a:defRPr/>
              </a:pPr>
              <a:t>18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559208249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6083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GB">
              <a:latin typeface="Arial" charset="0"/>
              <a:cs typeface="Arial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77C0F862-0447-4924-A48C-8B9C7FDFED7F}" type="slidenum">
              <a:rPr lang="en-GB" smtClean="0"/>
              <a:pPr>
                <a:defRPr/>
              </a:pPr>
              <a:t>19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022375802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7107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GB">
              <a:latin typeface="Arial" charset="0"/>
              <a:cs typeface="Arial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EDCF5981-D1BF-4D0B-AC38-0AEAB66B6647}" type="slidenum">
              <a:rPr lang="en-GB" smtClean="0"/>
              <a:pPr>
                <a:defRPr/>
              </a:pPr>
              <a:t>20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277298742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8131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>
                <a:latin typeface="Arial" charset="0"/>
                <a:cs typeface="Arial" charset="0"/>
              </a:rPr>
              <a:t>Rhetoric vs literal – questions that you don’t really expect an answer to – e.g. wouldn’t you agree that….?  Sets audience thinking ; engages audience/active participation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1F088306-F421-424D-8AEA-4C3C5E9A2CF4}" type="slidenum">
              <a:rPr lang="en-GB" smtClean="0"/>
              <a:pPr>
                <a:defRPr/>
              </a:pPr>
              <a:t>21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046200109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9155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GB">
              <a:latin typeface="Arial" charset="0"/>
              <a:cs typeface="Arial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DC8D8C69-C25C-4359-B297-0647BF00940C}" type="slidenum">
              <a:rPr lang="en-GB" smtClean="0"/>
              <a:pPr>
                <a:defRPr/>
              </a:pPr>
              <a:t>22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27630804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0179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>
                <a:latin typeface="Arial" charset="0"/>
                <a:cs typeface="Arial" charset="0"/>
              </a:rPr>
              <a:t>Verbose – long-winded (lots of words, little substance)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D5D89CFC-1E28-47B9-AFED-B27842DFAEB5}" type="slidenum">
              <a:rPr lang="en-GB" smtClean="0"/>
              <a:pPr>
                <a:defRPr/>
              </a:pPr>
              <a:t>23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768054558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1203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GB">
              <a:latin typeface="Arial" charset="0"/>
              <a:cs typeface="Arial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765D5F33-D960-48A7-BB69-BB0D26F95D9B}" type="slidenum">
              <a:rPr lang="en-GB" smtClean="0"/>
              <a:pPr>
                <a:defRPr/>
              </a:pPr>
              <a:t>24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6990595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2227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GB">
              <a:latin typeface="Arial" charset="0"/>
              <a:cs typeface="Arial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CC6EB25-3DC9-46F6-9DA5-826D5698F645}" type="slidenum">
              <a:rPr lang="en-GB" smtClean="0"/>
              <a:pPr>
                <a:defRPr/>
              </a:pPr>
              <a:t>25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912010983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3251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GB" sz="900">
                <a:latin typeface="Arial" charset="0"/>
                <a:cs typeface="Arial" charset="0"/>
              </a:rPr>
              <a:t>Group Activity – Prepare the outline for a 10-minute presentation. Task 1 – choose a topic.</a:t>
            </a:r>
          </a:p>
          <a:p>
            <a:r>
              <a:rPr lang="en-GB" sz="900">
                <a:latin typeface="Arial" charset="0"/>
                <a:cs typeface="Arial" charset="0"/>
              </a:rPr>
              <a:t>Activity – Task 2 - Address and answer each of the points on slides 12 - 14</a:t>
            </a:r>
          </a:p>
          <a:p>
            <a:r>
              <a:rPr lang="en-GB" sz="900">
                <a:latin typeface="Arial" charset="0"/>
                <a:cs typeface="Arial" charset="0"/>
              </a:rPr>
              <a:t>Activity – Task 3 - Decide on content for presentation.</a:t>
            </a:r>
          </a:p>
          <a:p>
            <a:r>
              <a:rPr lang="en-GB" sz="900">
                <a:latin typeface="Arial" charset="0"/>
                <a:cs typeface="Arial" charset="0"/>
              </a:rPr>
              <a:t>Activity – Task 4 – Prepare the Introduction and Conclusion (how are you going to start and end the presentation?)</a:t>
            </a:r>
          </a:p>
          <a:p>
            <a:r>
              <a:rPr lang="en-GB" sz="900">
                <a:latin typeface="Arial" charset="0"/>
                <a:cs typeface="Arial" charset="0"/>
              </a:rPr>
              <a:t>Activity – Task 5 – Design a slide using guidelines taught in lesson.</a:t>
            </a:r>
          </a:p>
          <a:p>
            <a:endParaRPr lang="en-GB">
              <a:latin typeface="Arial" charset="0"/>
              <a:cs typeface="Arial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314774CB-E053-4A40-9CCB-3867FAD7CD57}" type="slidenum">
              <a:rPr lang="en-GB" smtClean="0"/>
              <a:pPr>
                <a:defRPr/>
              </a:pPr>
              <a:t>26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671642478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3251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GB" sz="900">
                <a:latin typeface="Arial" charset="0"/>
                <a:cs typeface="Arial" charset="0"/>
              </a:rPr>
              <a:t>Group Activity – Prepare the outline for a 10-minute presentation. Task 1 – choose a topic.</a:t>
            </a:r>
          </a:p>
          <a:p>
            <a:r>
              <a:rPr lang="en-GB" sz="900">
                <a:latin typeface="Arial" charset="0"/>
                <a:cs typeface="Arial" charset="0"/>
              </a:rPr>
              <a:t>Activity – Task 2 - Address and answer each of the points on slides 12 - 14</a:t>
            </a:r>
          </a:p>
          <a:p>
            <a:r>
              <a:rPr lang="en-GB" sz="900">
                <a:latin typeface="Arial" charset="0"/>
                <a:cs typeface="Arial" charset="0"/>
              </a:rPr>
              <a:t>Activity – Task 3 - Decide on content for presentation.</a:t>
            </a:r>
          </a:p>
          <a:p>
            <a:r>
              <a:rPr lang="en-GB" sz="900">
                <a:latin typeface="Arial" charset="0"/>
                <a:cs typeface="Arial" charset="0"/>
              </a:rPr>
              <a:t>Activity – Task 4 – Prepare the Introduction and Conclusion (how are you going to start and end the presentation?)</a:t>
            </a:r>
          </a:p>
          <a:p>
            <a:r>
              <a:rPr lang="en-GB" sz="900">
                <a:latin typeface="Arial" charset="0"/>
                <a:cs typeface="Arial" charset="0"/>
              </a:rPr>
              <a:t>Activity – Task 5 – Design a slide using guidelines taught in lesson.</a:t>
            </a:r>
          </a:p>
          <a:p>
            <a:endParaRPr lang="en-GB">
              <a:latin typeface="Arial" charset="0"/>
              <a:cs typeface="Arial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314774CB-E053-4A40-9CCB-3867FAD7CD57}" type="slidenum">
              <a:rPr lang="en-GB" smtClean="0"/>
              <a:pPr>
                <a:defRPr/>
              </a:pPr>
              <a:t>27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72175107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3251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GB" sz="900">
                <a:latin typeface="Arial" charset="0"/>
                <a:cs typeface="Arial" charset="0"/>
              </a:rPr>
              <a:t>Group Activity – Prepare the outline for a 10-minute presentation. Task 1 – choose a topic.</a:t>
            </a:r>
          </a:p>
          <a:p>
            <a:r>
              <a:rPr lang="en-GB" sz="900">
                <a:latin typeface="Arial" charset="0"/>
                <a:cs typeface="Arial" charset="0"/>
              </a:rPr>
              <a:t>Activity – Task 2 - Address and answer each of the points on slides 12 - 14</a:t>
            </a:r>
          </a:p>
          <a:p>
            <a:r>
              <a:rPr lang="en-GB" sz="900">
                <a:latin typeface="Arial" charset="0"/>
                <a:cs typeface="Arial" charset="0"/>
              </a:rPr>
              <a:t>Activity – Task 3 - Decide on content for presentation.</a:t>
            </a:r>
          </a:p>
          <a:p>
            <a:r>
              <a:rPr lang="en-GB" sz="900">
                <a:latin typeface="Arial" charset="0"/>
                <a:cs typeface="Arial" charset="0"/>
              </a:rPr>
              <a:t>Activity – Task 4 – Prepare the Introduction and Conclusion (how are you going to start and end the presentation?)</a:t>
            </a:r>
          </a:p>
          <a:p>
            <a:r>
              <a:rPr lang="en-GB" sz="900">
                <a:latin typeface="Arial" charset="0"/>
                <a:cs typeface="Arial" charset="0"/>
              </a:rPr>
              <a:t>Activity – Task 5 – Design a slide using guidelines taught in lesson.</a:t>
            </a:r>
          </a:p>
          <a:p>
            <a:endParaRPr lang="en-GB">
              <a:latin typeface="Arial" charset="0"/>
              <a:cs typeface="Arial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314774CB-E053-4A40-9CCB-3867FAD7CD57}" type="slidenum">
              <a:rPr lang="en-GB" smtClean="0"/>
              <a:pPr>
                <a:defRPr/>
              </a:pPr>
              <a:t>28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14999642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ustom Layout">
    <p:bg>
      <p:bgPr>
        <a:solidFill>
          <a:schemeClr val="accent5">
            <a:lumMod val="1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Line 8"/>
          <p:cNvSpPr>
            <a:spLocks noChangeShapeType="1"/>
          </p:cNvSpPr>
          <p:nvPr userDrawn="1"/>
        </p:nvSpPr>
        <p:spPr bwMode="auto">
          <a:xfrm>
            <a:off x="533400" y="685800"/>
            <a:ext cx="8077200" cy="0"/>
          </a:xfrm>
          <a:prstGeom prst="line">
            <a:avLst/>
          </a:prstGeom>
          <a:noFill/>
          <a:ln w="19050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609600"/>
          </a:xfrm>
        </p:spPr>
        <p:txBody>
          <a:bodyPr/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6" name="Text Placeholder 2"/>
          <p:cNvSpPr>
            <a:spLocks noGrp="1"/>
          </p:cNvSpPr>
          <p:nvPr>
            <p:ph idx="1"/>
          </p:nvPr>
        </p:nvSpPr>
        <p:spPr bwMode="auto">
          <a:xfrm>
            <a:off x="457200" y="914400"/>
            <a:ext cx="8229600" cy="5486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GB" noProof="0" dirty="0"/>
          </a:p>
        </p:txBody>
      </p:sp>
      <p:sp>
        <p:nvSpPr>
          <p:cNvPr id="5" name="Slide Number Placeholder 2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>
                <a:solidFill>
                  <a:srgbClr val="FFCC00"/>
                </a:solidFill>
              </a:defRPr>
            </a:lvl1pPr>
          </a:lstStyle>
          <a:p>
            <a:pPr>
              <a:defRPr/>
            </a:pPr>
            <a:fld id="{9B05F73B-1AF2-4B45-B4EA-4E0EC224CA03}" type="slidenum">
              <a:rPr lang="en-GB" smtClean="0"/>
              <a:pPr>
                <a:defRPr/>
              </a:pPr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055008776"/>
      </p:ext>
    </p:extLst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accent5">
            <a:lumMod val="1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Slide Number Placeholder 2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A444EC3-D98C-45C6-970E-B73DE368A186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60068776"/>
      </p:ext>
    </p:extLst>
  </p:cSld>
  <p:clrMapOvr>
    <a:masterClrMapping/>
  </p:clrMapOvr>
  <p:transition/>
  <p:hf hd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lide Number Placeholder 2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2021091-BCC8-46B6-865C-83FB9DAC3DEC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99179226"/>
      </p:ext>
    </p:extLst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png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1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7"/>
          <p:cNvSpPr>
            <a:spLocks noChangeArrowheads="1"/>
          </p:cNvSpPr>
          <p:nvPr/>
        </p:nvSpPr>
        <p:spPr bwMode="auto">
          <a:xfrm>
            <a:off x="0" y="0"/>
            <a:ext cx="228600" cy="2286000"/>
          </a:xfrm>
          <a:prstGeom prst="rect">
            <a:avLst/>
          </a:prstGeom>
          <a:solidFill>
            <a:schemeClr val="bg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algn="ctr"/>
            <a:endParaRPr lang="en-GB" sz="2400">
              <a:solidFill>
                <a:schemeClr val="bg1"/>
              </a:solidFill>
              <a:latin typeface="Times New Roman" pitchFamily="18" charset="0"/>
            </a:endParaRPr>
          </a:p>
        </p:txBody>
      </p:sp>
      <p:sp>
        <p:nvSpPr>
          <p:cNvPr id="1027" name="Rectangle 9"/>
          <p:cNvSpPr>
            <a:spLocks noChangeArrowheads="1"/>
          </p:cNvSpPr>
          <p:nvPr/>
        </p:nvSpPr>
        <p:spPr bwMode="auto">
          <a:xfrm>
            <a:off x="0" y="2286000"/>
            <a:ext cx="228600" cy="2286000"/>
          </a:xfrm>
          <a:prstGeom prst="rect">
            <a:avLst/>
          </a:pr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algn="ctr"/>
            <a:endParaRPr lang="en-GB" sz="2400">
              <a:solidFill>
                <a:schemeClr val="bg1"/>
              </a:solidFill>
              <a:latin typeface="Times New Roman" pitchFamily="18" charset="0"/>
            </a:endParaRPr>
          </a:p>
        </p:txBody>
      </p:sp>
      <p:sp>
        <p:nvSpPr>
          <p:cNvPr id="1028" name="Rectangle 10"/>
          <p:cNvSpPr>
            <a:spLocks noChangeArrowheads="1"/>
          </p:cNvSpPr>
          <p:nvPr/>
        </p:nvSpPr>
        <p:spPr bwMode="auto">
          <a:xfrm>
            <a:off x="0" y="4572000"/>
            <a:ext cx="228600" cy="2286000"/>
          </a:xfrm>
          <a:prstGeom prst="rect">
            <a:avLst/>
          </a:prstGeom>
          <a:solidFill>
            <a:schemeClr val="tx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algn="ctr"/>
            <a:endParaRPr lang="en-GB" sz="2400">
              <a:solidFill>
                <a:schemeClr val="bg1"/>
              </a:solidFill>
              <a:latin typeface="Times New Roman" pitchFamily="18" charset="0"/>
            </a:endParaRPr>
          </a:p>
        </p:txBody>
      </p:sp>
      <p:sp>
        <p:nvSpPr>
          <p:cNvPr id="1030" name="Text Box 10"/>
          <p:cNvSpPr txBox="1">
            <a:spLocks noChangeArrowheads="1"/>
          </p:cNvSpPr>
          <p:nvPr/>
        </p:nvSpPr>
        <p:spPr bwMode="auto">
          <a:xfrm>
            <a:off x="609600" y="0"/>
            <a:ext cx="2370138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defRPr/>
            </a:pPr>
            <a:r>
              <a:rPr lang="en-GB" sz="1200">
                <a:solidFill>
                  <a:schemeClr val="bg1"/>
                </a:solidFill>
                <a:latin typeface="Times New Roman" pitchFamily="18" charset="0"/>
              </a:rPr>
              <a:t>Informatics Institute of Technology</a:t>
            </a:r>
          </a:p>
        </p:txBody>
      </p:sp>
      <p:pic>
        <p:nvPicPr>
          <p:cNvPr id="2" name="Picture 16" descr="IIT logo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" y="0"/>
            <a:ext cx="280988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31" name="Rectangle 7"/>
          <p:cNvSpPr>
            <a:spLocks noChangeArrowheads="1"/>
          </p:cNvSpPr>
          <p:nvPr/>
        </p:nvSpPr>
        <p:spPr bwMode="auto">
          <a:xfrm>
            <a:off x="0" y="0"/>
            <a:ext cx="228600" cy="2286000"/>
          </a:xfrm>
          <a:prstGeom prst="rect">
            <a:avLst/>
          </a:prstGeom>
          <a:solidFill>
            <a:schemeClr val="bg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algn="ctr"/>
            <a:endParaRPr lang="en-GB" sz="2400">
              <a:solidFill>
                <a:schemeClr val="bg1"/>
              </a:solidFill>
              <a:latin typeface="Times New Roman" pitchFamily="18" charset="0"/>
            </a:endParaRPr>
          </a:p>
        </p:txBody>
      </p:sp>
      <p:sp>
        <p:nvSpPr>
          <p:cNvPr id="1032" name="Rectangle 9"/>
          <p:cNvSpPr>
            <a:spLocks noChangeArrowheads="1"/>
          </p:cNvSpPr>
          <p:nvPr/>
        </p:nvSpPr>
        <p:spPr bwMode="auto">
          <a:xfrm>
            <a:off x="0" y="2286000"/>
            <a:ext cx="228600" cy="2286000"/>
          </a:xfrm>
          <a:prstGeom prst="rect">
            <a:avLst/>
          </a:pr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algn="ctr"/>
            <a:endParaRPr lang="en-GB" sz="2400">
              <a:solidFill>
                <a:schemeClr val="bg1"/>
              </a:solidFill>
              <a:latin typeface="Times New Roman" pitchFamily="18" charset="0"/>
            </a:endParaRPr>
          </a:p>
        </p:txBody>
      </p:sp>
      <p:sp>
        <p:nvSpPr>
          <p:cNvPr id="1033" name="Rectangle 10"/>
          <p:cNvSpPr>
            <a:spLocks noChangeArrowheads="1"/>
          </p:cNvSpPr>
          <p:nvPr/>
        </p:nvSpPr>
        <p:spPr bwMode="auto">
          <a:xfrm>
            <a:off x="0" y="4572000"/>
            <a:ext cx="228600" cy="2286000"/>
          </a:xfrm>
          <a:prstGeom prst="rect">
            <a:avLst/>
          </a:prstGeom>
          <a:solidFill>
            <a:schemeClr val="tx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algn="ctr"/>
            <a:endParaRPr lang="en-GB" sz="2400">
              <a:solidFill>
                <a:schemeClr val="bg1"/>
              </a:solidFill>
              <a:latin typeface="Times New Roman" pitchFamily="18" charset="0"/>
            </a:endParaRPr>
          </a:p>
        </p:txBody>
      </p:sp>
      <p:sp>
        <p:nvSpPr>
          <p:cNvPr id="17" name="Rectangle 13"/>
          <p:cNvSpPr txBox="1">
            <a:spLocks noChangeArrowheads="1"/>
          </p:cNvSpPr>
          <p:nvPr/>
        </p:nvSpPr>
        <p:spPr bwMode="auto">
          <a:xfrm>
            <a:off x="304800" y="6610350"/>
            <a:ext cx="1676400" cy="247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>
            <a:lvl1pPr algn="ctr">
              <a:defRPr sz="1200">
                <a:latin typeface="Times New Roman" pitchFamily="18" charset="0"/>
              </a:defRPr>
            </a:lvl1pPr>
          </a:lstStyle>
          <a:p>
            <a:pPr algn="l">
              <a:defRPr/>
            </a:pPr>
            <a:r>
              <a:rPr lang="en-GB" dirty="0">
                <a:solidFill>
                  <a:schemeClr val="bg1"/>
                </a:solidFill>
              </a:rPr>
              <a:t>© IIT 2022-23 – SS</a:t>
            </a:r>
          </a:p>
        </p:txBody>
      </p:sp>
      <p:sp>
        <p:nvSpPr>
          <p:cNvPr id="18" name="Rectangle 13"/>
          <p:cNvSpPr txBox="1">
            <a:spLocks noChangeArrowheads="1"/>
          </p:cNvSpPr>
          <p:nvPr/>
        </p:nvSpPr>
        <p:spPr bwMode="auto">
          <a:xfrm>
            <a:off x="3352800" y="6610350"/>
            <a:ext cx="3124200" cy="247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>
            <a:lvl1pPr algn="ctr">
              <a:defRPr sz="1200">
                <a:latin typeface="Times New Roman" pitchFamily="18" charset="0"/>
              </a:defRPr>
            </a:lvl1pPr>
          </a:lstStyle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>
                <a:solidFill>
                  <a:schemeClr val="bg1"/>
                </a:solidFill>
              </a:rPr>
              <a:t>Foundation Certificate Course</a:t>
            </a:r>
            <a:endParaRPr lang="en-GB" dirty="0">
              <a:solidFill>
                <a:schemeClr val="bg1"/>
              </a:solidFill>
            </a:endParaRPr>
          </a:p>
        </p:txBody>
      </p:sp>
      <p:sp>
        <p:nvSpPr>
          <p:cNvPr id="19" name="Slide Number Placeholder 21"/>
          <p:cNvSpPr>
            <a:spLocks noGrp="1"/>
          </p:cNvSpPr>
          <p:nvPr>
            <p:ph type="sldNum" sz="quarter" idx="4"/>
          </p:nvPr>
        </p:nvSpPr>
        <p:spPr>
          <a:xfrm>
            <a:off x="8686800" y="6381750"/>
            <a:ext cx="457200" cy="47625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 eaLnBrk="1" hangingPunct="1">
              <a:defRPr sz="1200">
                <a:solidFill>
                  <a:srgbClr val="FFCC00"/>
                </a:solidFill>
                <a:latin typeface="Gill Sans MT" pitchFamily="34" charset="0"/>
              </a:defRPr>
            </a:lvl1pPr>
          </a:lstStyle>
          <a:p>
            <a:pPr>
              <a:defRPr/>
            </a:pPr>
            <a:fld id="{468C1880-3C57-407B-9A4A-27D956599A70}" type="slidenum">
              <a:rPr lang="en-GB" smtClean="0"/>
              <a:pPr>
                <a:defRPr/>
              </a:pPr>
              <a:t>‹#›</a:t>
            </a:fld>
            <a:endParaRPr lang="en-GB" dirty="0"/>
          </a:p>
        </p:txBody>
      </p:sp>
      <p:sp>
        <p:nvSpPr>
          <p:cNvPr id="1037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28600"/>
            <a:ext cx="8229600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1038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914400"/>
            <a:ext cx="8229600" cy="5486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039" name="Text Box 10"/>
          <p:cNvSpPr txBox="1">
            <a:spLocks noChangeArrowheads="1"/>
          </p:cNvSpPr>
          <p:nvPr userDrawn="1"/>
        </p:nvSpPr>
        <p:spPr bwMode="auto">
          <a:xfrm>
            <a:off x="609600" y="0"/>
            <a:ext cx="2370138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defRPr/>
            </a:pPr>
            <a:r>
              <a:rPr lang="en-GB" sz="1200">
                <a:solidFill>
                  <a:schemeClr val="bg1"/>
                </a:solidFill>
                <a:latin typeface="Times New Roman" pitchFamily="18" charset="0"/>
              </a:rPr>
              <a:t>Informatics Institute of Technology</a:t>
            </a:r>
          </a:p>
        </p:txBody>
      </p:sp>
      <p:pic>
        <p:nvPicPr>
          <p:cNvPr id="1040" name="Picture 16" descr="IIT logo"/>
          <p:cNvPicPr>
            <a:picLocks noChangeAspect="1" noChangeArrowheads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" y="0"/>
            <a:ext cx="280988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41" name="Rectangle 11"/>
          <p:cNvSpPr>
            <a:spLocks noChangeArrowheads="1"/>
          </p:cNvSpPr>
          <p:nvPr userDrawn="1"/>
        </p:nvSpPr>
        <p:spPr bwMode="auto">
          <a:xfrm>
            <a:off x="6019800" y="0"/>
            <a:ext cx="3124200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r>
              <a:rPr lang="en-GB" sz="1200" dirty="0">
                <a:solidFill>
                  <a:schemeClr val="bg1"/>
                </a:solidFill>
                <a:latin typeface="Times New Roman" pitchFamily="18" charset="0"/>
              </a:rPr>
              <a:t>DOC311 Academic Skills for Higher Education</a:t>
            </a:r>
            <a:endParaRPr lang="en-GB" sz="1200" dirty="0">
              <a:solidFill>
                <a:schemeClr val="bg1"/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11" r:id="rId1"/>
    <p:sldLayoutId id="2147483709" r:id="rId2"/>
    <p:sldLayoutId id="2147483710" r:id="rId3"/>
  </p:sldLayoutIdLst>
  <p:transition/>
  <p:hf hd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bg1"/>
          </a:solidFill>
          <a:latin typeface="Arial" pitchFamily="34" charset="0"/>
          <a:ea typeface="+mj-ea"/>
          <a:cs typeface="Arial" pitchFamily="34" charset="0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2800" b="1">
          <a:solidFill>
            <a:srgbClr val="003366"/>
          </a:solidFill>
          <a:latin typeface="Arial" charset="0"/>
          <a:cs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2800" b="1">
          <a:solidFill>
            <a:srgbClr val="003366"/>
          </a:solidFill>
          <a:latin typeface="Arial" charset="0"/>
          <a:cs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2800" b="1">
          <a:solidFill>
            <a:srgbClr val="003366"/>
          </a:solidFill>
          <a:latin typeface="Arial" charset="0"/>
          <a:cs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2800" b="1">
          <a:solidFill>
            <a:srgbClr val="003366"/>
          </a:solidFill>
          <a:latin typeface="Arial" charset="0"/>
          <a:cs typeface="Arial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Garamond" pitchFamily="18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Garamond" pitchFamily="18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Garamond" pitchFamily="18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Garamond" pitchFamily="18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rgbClr val="FFCC00"/>
        </a:buClr>
        <a:buSzPct val="80000"/>
        <a:buFont typeface="Wingdings" pitchFamily="2" charset="2"/>
        <a:buChar char=""/>
        <a:defRPr sz="2000">
          <a:solidFill>
            <a:schemeClr val="bg1"/>
          </a:solidFill>
          <a:latin typeface="Arial" pitchFamily="34" charset="0"/>
          <a:ea typeface="+mn-ea"/>
          <a:cs typeface="Arial" pitchFamily="34" charset="0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rgbClr val="FFCC00"/>
        </a:buClr>
        <a:buSzPct val="80000"/>
        <a:buFont typeface="Wingdings" pitchFamily="2" charset="2"/>
        <a:buChar char="Ø"/>
        <a:defRPr>
          <a:solidFill>
            <a:schemeClr val="bg1"/>
          </a:solidFill>
          <a:latin typeface="Arial" pitchFamily="34" charset="0"/>
          <a:cs typeface="Arial" pitchFamily="34" charset="0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rgbClr val="FFCC00"/>
        </a:buClr>
        <a:buSzPct val="80000"/>
        <a:buFont typeface="Courier New" pitchFamily="49" charset="0"/>
        <a:buChar char="o"/>
        <a:defRPr sz="1600">
          <a:solidFill>
            <a:schemeClr val="bg1"/>
          </a:solidFill>
          <a:latin typeface="Arial" pitchFamily="34" charset="0"/>
          <a:cs typeface="Arial" pitchFamily="34" charset="0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rgbClr val="FFCC00"/>
        </a:buClr>
        <a:buSzPct val="80000"/>
        <a:buFont typeface="Wingdings" pitchFamily="2" charset="2"/>
        <a:buChar char="§"/>
        <a:defRPr sz="1400">
          <a:solidFill>
            <a:schemeClr val="bg1"/>
          </a:solidFill>
          <a:latin typeface="Arial" pitchFamily="34" charset="0"/>
          <a:cs typeface="Arial" pitchFamily="34" charset="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rgbClr val="FFCC00"/>
        </a:buClr>
        <a:buSzPct val="80000"/>
        <a:buFont typeface="Wingdings" pitchFamily="2" charset="2"/>
        <a:buChar char="§"/>
        <a:defRPr sz="1200">
          <a:solidFill>
            <a:schemeClr val="bg1"/>
          </a:solidFill>
          <a:latin typeface="Arial" pitchFamily="34" charset="0"/>
          <a:cs typeface="Arial" pitchFamily="34" charset="0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lr>
          <a:schemeClr val="tx2"/>
        </a:buClr>
        <a:buSzPct val="80000"/>
        <a:buFont typeface="Wingdings" pitchFamily="2" charset="2"/>
        <a:buChar char="§"/>
        <a:defRPr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lr>
          <a:schemeClr val="tx2"/>
        </a:buClr>
        <a:buSzPct val="80000"/>
        <a:buFont typeface="Wingdings" pitchFamily="2" charset="2"/>
        <a:buChar char="§"/>
        <a:defRPr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lr>
          <a:schemeClr val="tx2"/>
        </a:buClr>
        <a:buSzPct val="80000"/>
        <a:buFont typeface="Wingdings" pitchFamily="2" charset="2"/>
        <a:buChar char="§"/>
        <a:defRPr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lr>
          <a:schemeClr val="tx2"/>
        </a:buClr>
        <a:buSzPct val="80000"/>
        <a:buFont typeface="Wingdings" pitchFamily="2" charset="2"/>
        <a:buChar char="§"/>
        <a:defRPr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5p0rTNVNWN8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wmf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diagramColors" Target="../diagrams/colors1.xml"/><Relationship Id="rId3" Type="http://schemas.openxmlformats.org/officeDocument/2006/relationships/image" Target="../media/image7.png"/><Relationship Id="rId7" Type="http://schemas.openxmlformats.org/officeDocument/2006/relationships/diagramQuickStyle" Target="../diagrams/quickStyle1.xm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diagramLayout" Target="../diagrams/layout1.xml"/><Relationship Id="rId5" Type="http://schemas.openxmlformats.org/officeDocument/2006/relationships/diagramData" Target="../diagrams/data1.xml"/><Relationship Id="rId4" Type="http://schemas.openxmlformats.org/officeDocument/2006/relationships/image" Target="../media/image12.jpeg"/><Relationship Id="rId9" Type="http://schemas.microsoft.com/office/2007/relationships/diagramDrawing" Target="../diagrams/drawing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Relationship Id="rId5" Type="http://schemas.openxmlformats.org/officeDocument/2006/relationships/hyperlink" Target="https://www.mindtools.com/pages/article/PresentationNerves.htm" TargetMode="External"/><Relationship Id="rId4" Type="http://schemas.openxmlformats.org/officeDocument/2006/relationships/hyperlink" Target="https://www.mindtools.com/CommSkll/PresentationPlanningChecklist.htm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 l="-6000" r="-6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Content Placeholder 2"/>
          <p:cNvSpPr>
            <a:spLocks noGrp="1"/>
          </p:cNvSpPr>
          <p:nvPr>
            <p:ph idx="1"/>
          </p:nvPr>
        </p:nvSpPr>
        <p:spPr>
          <a:xfrm>
            <a:off x="685800" y="3856038"/>
            <a:ext cx="7848600" cy="792162"/>
          </a:xfrm>
          <a:ln/>
        </p:spPr>
        <p:txBody>
          <a:bodyPr/>
          <a:lstStyle/>
          <a:p>
            <a:pPr>
              <a:buFont typeface="Arial" charset="0"/>
              <a:buNone/>
            </a:pPr>
            <a:r>
              <a:rPr>
                <a:latin typeface="Arial" charset="0"/>
                <a:cs typeface="Arial" charset="0"/>
              </a:rPr>
              <a:t> </a:t>
            </a:r>
            <a:endParaRPr lang="en-GB">
              <a:latin typeface="Arial" charset="0"/>
              <a:cs typeface="Arial" charset="0"/>
            </a:endParaRPr>
          </a:p>
        </p:txBody>
      </p:sp>
      <p:sp>
        <p:nvSpPr>
          <p:cNvPr id="7" name="Rectangle 2"/>
          <p:cNvSpPr txBox="1">
            <a:spLocks noChangeArrowheads="1"/>
          </p:cNvSpPr>
          <p:nvPr/>
        </p:nvSpPr>
        <p:spPr bwMode="auto">
          <a:xfrm>
            <a:off x="838200" y="762000"/>
            <a:ext cx="7543800" cy="2895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 eaLnBrk="0" hangingPunct="0">
              <a:defRPr/>
            </a:pPr>
            <a:endParaRPr lang="en-US" sz="3600" b="1" dirty="0">
              <a:solidFill>
                <a:schemeClr val="bg1"/>
              </a:solidFill>
              <a:latin typeface="Trebuchet MS" pitchFamily="34" charset="0"/>
              <a:ea typeface="+mj-ea"/>
              <a:cs typeface="+mj-cs"/>
            </a:endParaRPr>
          </a:p>
          <a:p>
            <a:pPr algn="ctr" eaLnBrk="0" hangingPunct="0">
              <a:defRPr/>
            </a:pPr>
            <a:endParaRPr lang="en-US" sz="3600" b="1" dirty="0">
              <a:solidFill>
                <a:schemeClr val="bg1"/>
              </a:solidFill>
              <a:latin typeface="Trebuchet MS" pitchFamily="34" charset="0"/>
              <a:ea typeface="+mj-ea"/>
              <a:cs typeface="+mj-cs"/>
            </a:endParaRPr>
          </a:p>
          <a:p>
            <a:pPr algn="ctr" eaLnBrk="0" hangingPunct="0">
              <a:defRPr/>
            </a:pPr>
            <a:endParaRPr lang="en-US" sz="3600" b="1" dirty="0">
              <a:solidFill>
                <a:schemeClr val="bg1"/>
              </a:solidFill>
              <a:latin typeface="Trebuchet MS" pitchFamily="34" charset="0"/>
              <a:ea typeface="+mj-ea"/>
              <a:cs typeface="+mj-cs"/>
            </a:endParaRPr>
          </a:p>
          <a:p>
            <a:pPr algn="ctr" eaLnBrk="0" hangingPunct="0">
              <a:defRPr/>
            </a:pPr>
            <a:endParaRPr lang="en-US" sz="3600" b="1" dirty="0">
              <a:solidFill>
                <a:schemeClr val="bg1"/>
              </a:solidFill>
              <a:latin typeface="Trebuchet MS" pitchFamily="34" charset="0"/>
              <a:ea typeface="+mj-ea"/>
              <a:cs typeface="+mj-cs"/>
            </a:endParaRPr>
          </a:p>
          <a:p>
            <a:pPr algn="ctr" eaLnBrk="0" hangingPunct="0">
              <a:defRPr/>
            </a:pPr>
            <a:r>
              <a:rPr lang="en-US" sz="3600" b="1" dirty="0">
                <a:solidFill>
                  <a:schemeClr val="bg1"/>
                </a:solidFill>
                <a:latin typeface="Trebuchet MS" pitchFamily="34" charset="0"/>
                <a:ea typeface="+mj-ea"/>
                <a:cs typeface="+mj-cs"/>
              </a:rPr>
              <a:t>DOC311 Academic Skills for Higher Education</a:t>
            </a:r>
            <a:br>
              <a:rPr lang="en-US" sz="3600" b="1" dirty="0">
                <a:solidFill>
                  <a:schemeClr val="bg1"/>
                </a:solidFill>
                <a:latin typeface="Trebuchet MS" pitchFamily="34" charset="0"/>
                <a:ea typeface="+mj-ea"/>
                <a:cs typeface="+mj-cs"/>
              </a:rPr>
            </a:br>
            <a:endParaRPr lang="en-US" sz="3600" b="1" dirty="0">
              <a:solidFill>
                <a:schemeClr val="bg1"/>
              </a:solidFill>
              <a:latin typeface="Trebuchet MS" pitchFamily="34" charset="0"/>
              <a:ea typeface="+mj-ea"/>
              <a:cs typeface="+mj-cs"/>
            </a:endParaRPr>
          </a:p>
          <a:p>
            <a:pPr algn="ctr" eaLnBrk="0" hangingPunct="0">
              <a:defRPr/>
            </a:pPr>
            <a:endParaRPr lang="en-US" sz="3600" b="1" dirty="0">
              <a:solidFill>
                <a:schemeClr val="bg1"/>
              </a:solidFill>
              <a:latin typeface="Trebuchet MS" pitchFamily="34" charset="0"/>
              <a:ea typeface="+mj-ea"/>
              <a:cs typeface="+mj-cs"/>
            </a:endParaRPr>
          </a:p>
          <a:p>
            <a:pPr algn="ctr" eaLnBrk="0" hangingPunct="0">
              <a:defRPr/>
            </a:pPr>
            <a:endParaRPr lang="en-US" sz="3600" b="1" dirty="0">
              <a:solidFill>
                <a:schemeClr val="bg1"/>
              </a:solidFill>
              <a:latin typeface="Trebuchet MS" pitchFamily="34" charset="0"/>
              <a:ea typeface="+mj-ea"/>
              <a:cs typeface="+mj-cs"/>
            </a:endParaRPr>
          </a:p>
          <a:p>
            <a:pPr algn="ctr" eaLnBrk="0" hangingPunct="0">
              <a:defRPr/>
            </a:pPr>
            <a:endParaRPr lang="en-US" sz="3600" b="1" dirty="0">
              <a:solidFill>
                <a:schemeClr val="bg1"/>
              </a:solidFill>
              <a:latin typeface="Trebuchet MS" pitchFamily="34" charset="0"/>
              <a:ea typeface="+mj-ea"/>
              <a:cs typeface="+mj-cs"/>
            </a:endParaRPr>
          </a:p>
          <a:p>
            <a:pPr algn="ctr" eaLnBrk="0" hangingPunct="0">
              <a:defRPr/>
            </a:pPr>
            <a:br>
              <a:rPr lang="en-US" sz="3200" b="1" dirty="0">
                <a:solidFill>
                  <a:schemeClr val="bg1"/>
                </a:solidFill>
                <a:latin typeface="Trebuchet MS" pitchFamily="34" charset="0"/>
                <a:ea typeface="+mj-ea"/>
                <a:cs typeface="+mj-cs"/>
              </a:rPr>
            </a:br>
            <a:endParaRPr lang="en-US" sz="3200" b="1" dirty="0">
              <a:solidFill>
                <a:schemeClr val="bg1"/>
              </a:solidFill>
              <a:latin typeface="Trebuchet MS" pitchFamily="34" charset="0"/>
              <a:ea typeface="+mj-ea"/>
              <a:cs typeface="+mj-cs"/>
            </a:endParaRPr>
          </a:p>
          <a:p>
            <a:pPr algn="ctr" eaLnBrk="0" hangingPunct="0">
              <a:defRPr/>
            </a:pPr>
            <a:r>
              <a:rPr lang="en-US" sz="3600" b="1" dirty="0">
                <a:solidFill>
                  <a:schemeClr val="bg1"/>
                </a:solidFill>
                <a:latin typeface="Trebuchet MS" pitchFamily="34" charset="0"/>
                <a:ea typeface="+mj-ea"/>
                <a:cs typeface="+mj-cs"/>
              </a:rPr>
              <a:t>Presentation Skills</a:t>
            </a:r>
          </a:p>
        </p:txBody>
      </p:sp>
    </p:spTree>
    <p:extLst>
      <p:ext uri="{BB962C8B-B14F-4D97-AF65-F5344CB8AC3E}">
        <p14:creationId xmlns:p14="http://schemas.microsoft.com/office/powerpoint/2010/main" val="592910745"/>
      </p:ext>
    </p:extLst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Title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2895600"/>
          </a:xfrm>
        </p:spPr>
        <p:txBody>
          <a:bodyPr/>
          <a:lstStyle/>
          <a:p>
            <a:r>
              <a:rPr lang="en-US" dirty="0"/>
              <a:t>Presentations – the Good and the Bad!</a:t>
            </a:r>
          </a:p>
        </p:txBody>
      </p:sp>
      <p:sp>
        <p:nvSpPr>
          <p:cNvPr id="3075" name="Slide Number Placeholder 3"/>
          <p:cNvSpPr>
            <a:spLocks noGrp="1"/>
          </p:cNvSpPr>
          <p:nvPr>
            <p:ph type="sldNum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1DF0F8A7-313A-49A1-A8A6-516D88CF12D1}" type="slidenum">
              <a:rPr lang="en-GB" smtClean="0">
                <a:solidFill>
                  <a:schemeClr val="bg1"/>
                </a:solidFill>
                <a:latin typeface="Gill Sans MT" pitchFamily="34" charset="0"/>
              </a:rPr>
              <a:pPr eaLnBrk="1" hangingPunct="1"/>
              <a:t>2</a:t>
            </a:fld>
            <a:endParaRPr lang="en-GB" dirty="0">
              <a:solidFill>
                <a:schemeClr val="bg1"/>
              </a:solidFill>
              <a:latin typeface="Gill Sans MT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1015" y="942975"/>
            <a:ext cx="8229600" cy="5486400"/>
          </a:xfrm>
          <a:noFill/>
        </p:spPr>
        <p:txBody>
          <a:bodyPr/>
          <a:lstStyle/>
          <a:p>
            <a:pPr marL="457200" lvl="1" indent="0">
              <a:buNone/>
            </a:pPr>
            <a:r>
              <a:rPr lang="en-US" dirty="0"/>
              <a:t>   </a:t>
            </a:r>
          </a:p>
          <a:p>
            <a:pPr marL="457200" lvl="1" indent="0">
              <a:buNone/>
            </a:pPr>
            <a:endParaRPr lang="en-US" dirty="0"/>
          </a:p>
          <a:p>
            <a:endParaRPr lang="en-GB" dirty="0"/>
          </a:p>
          <a:p>
            <a:pPr lvl="1"/>
            <a:r>
              <a:rPr lang="en-GB" dirty="0"/>
              <a:t>Watch this video (but don’t say guys to the audience)</a:t>
            </a:r>
          </a:p>
          <a:p>
            <a:pPr lvl="1"/>
            <a:endParaRPr lang="en-GB" dirty="0"/>
          </a:p>
          <a:p>
            <a:pPr marL="857250" lvl="2" indent="0">
              <a:buNone/>
            </a:pPr>
            <a:r>
              <a:rPr lang="en-US" sz="2400" dirty="0">
                <a:solidFill>
                  <a:srgbClr val="FFFF00"/>
                </a:solidFill>
                <a:hlinkClick r:id="rId3"/>
              </a:rPr>
              <a:t>https://www.youtube.com/watch?v=5p0rTNVNWN8</a:t>
            </a:r>
            <a:endParaRPr lang="en-US" sz="2400" dirty="0">
              <a:solidFill>
                <a:srgbClr val="FFFF00"/>
              </a:solidFill>
            </a:endParaRPr>
          </a:p>
          <a:p>
            <a:pPr marL="457200" lvl="1" indent="0">
              <a:buNone/>
            </a:pPr>
            <a:endParaRPr lang="en-GB" sz="2800" dirty="0">
              <a:solidFill>
                <a:srgbClr val="FFFF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33554061"/>
      </p:ext>
    </p:extLst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3"/>
          <a:srcRect l="2103" r="10462"/>
          <a:stretch/>
        </p:blipFill>
        <p:spPr>
          <a:xfrm>
            <a:off x="228600" y="740149"/>
            <a:ext cx="8915400" cy="5844428"/>
          </a:xfrm>
          <a:prstGeom prst="rect">
            <a:avLst/>
          </a:prstGeom>
        </p:spPr>
      </p:pic>
      <p:sp>
        <p:nvSpPr>
          <p:cNvPr id="3074" name="Title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609600"/>
          </a:xfrm>
        </p:spPr>
        <p:txBody>
          <a:bodyPr/>
          <a:lstStyle/>
          <a:p>
            <a:r>
              <a:rPr lang="en-US"/>
              <a:t>Learning Outcomes</a:t>
            </a:r>
          </a:p>
        </p:txBody>
      </p:sp>
      <p:sp>
        <p:nvSpPr>
          <p:cNvPr id="3075" name="Slide Number Placeholder 3"/>
          <p:cNvSpPr>
            <a:spLocks noGrp="1"/>
          </p:cNvSpPr>
          <p:nvPr>
            <p:ph type="sldNum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1DF0F8A7-313A-49A1-A8A6-516D88CF12D1}" type="slidenum">
              <a:rPr lang="en-GB" smtClean="0">
                <a:solidFill>
                  <a:schemeClr val="bg1"/>
                </a:solidFill>
                <a:latin typeface="Gill Sans MT" pitchFamily="34" charset="0"/>
              </a:rPr>
              <a:pPr eaLnBrk="1" hangingPunct="1"/>
              <a:t>3</a:t>
            </a:fld>
            <a:endParaRPr lang="en-GB" dirty="0">
              <a:solidFill>
                <a:schemeClr val="bg1"/>
              </a:solidFill>
              <a:latin typeface="Gill Sans MT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1015" y="942975"/>
            <a:ext cx="8229600" cy="5486400"/>
          </a:xfrm>
        </p:spPr>
        <p:txBody>
          <a:bodyPr/>
          <a:lstStyle/>
          <a:p>
            <a:pPr>
              <a:buClr>
                <a:srgbClr val="FFCC00"/>
              </a:buClr>
            </a:pPr>
            <a:r>
              <a:rPr lang="en-US" sz="2400" dirty="0">
                <a:solidFill>
                  <a:srgbClr val="FFCC00"/>
                </a:solidFill>
              </a:rPr>
              <a:t>To learn and apply the key aspects involved with producing an effective and successful presentation by</a:t>
            </a:r>
          </a:p>
          <a:p>
            <a:pPr>
              <a:buClr>
                <a:srgbClr val="FFCC00"/>
              </a:buClr>
            </a:pPr>
            <a:endParaRPr lang="en-US" sz="2400" dirty="0">
              <a:solidFill>
                <a:srgbClr val="FFCC00"/>
              </a:solidFill>
            </a:endParaRPr>
          </a:p>
          <a:p>
            <a:pPr marL="806450" lvl="1" indent="-514350">
              <a:buClr>
                <a:srgbClr val="FFCC00"/>
              </a:buClr>
            </a:pPr>
            <a:r>
              <a:rPr lang="en-US" sz="2400" dirty="0">
                <a:solidFill>
                  <a:srgbClr val="FFCC00"/>
                </a:solidFill>
              </a:rPr>
              <a:t>Preparing and delivering a presentation on a given topic (group activity – assessed).</a:t>
            </a:r>
          </a:p>
          <a:p>
            <a:pPr>
              <a:buClr>
                <a:srgbClr val="FFCC00"/>
              </a:buClr>
            </a:pPr>
            <a:endParaRPr lang="en-GB" sz="2400" dirty="0">
              <a:solidFill>
                <a:srgbClr val="FFCC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502079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Title 1"/>
          <p:cNvSpPr>
            <a:spLocks noGrp="1"/>
          </p:cNvSpPr>
          <p:nvPr>
            <p:ph type="title"/>
          </p:nvPr>
        </p:nvSpPr>
        <p:spPr>
          <a:xfrm>
            <a:off x="457200" y="151365"/>
            <a:ext cx="8229600" cy="609600"/>
          </a:xfrm>
        </p:spPr>
        <p:txBody>
          <a:bodyPr/>
          <a:lstStyle/>
          <a:p>
            <a:r>
              <a:rPr lang="en-US"/>
              <a:t>Presentations – Goals</a:t>
            </a: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3" cstate="print">
            <a:clrChange>
              <a:clrFrom>
                <a:srgbClr val="0B0A0F"/>
              </a:clrFrom>
              <a:clrTo>
                <a:srgbClr val="0B0A0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691"/>
          <a:stretch/>
        </p:blipFill>
        <p:spPr>
          <a:xfrm>
            <a:off x="228600" y="2304098"/>
            <a:ext cx="8839200" cy="4325302"/>
          </a:xfrm>
          <a:prstGeom prst="rect">
            <a:avLst/>
          </a:prstGeom>
        </p:spPr>
      </p:pic>
      <p:sp>
        <p:nvSpPr>
          <p:cNvPr id="4099" name="Content Placeholder 2"/>
          <p:cNvSpPr>
            <a:spLocks noGrp="1"/>
          </p:cNvSpPr>
          <p:nvPr>
            <p:ph idx="1"/>
          </p:nvPr>
        </p:nvSpPr>
        <p:spPr>
          <a:xfrm>
            <a:off x="228600" y="914400"/>
            <a:ext cx="8229600" cy="5486400"/>
          </a:xfrm>
          <a:ln/>
        </p:spPr>
        <p:txBody>
          <a:bodyPr/>
          <a:lstStyle/>
          <a:p>
            <a:pPr>
              <a:spcBef>
                <a:spcPts val="600"/>
              </a:spcBef>
              <a:spcAft>
                <a:spcPts val="600"/>
              </a:spcAft>
              <a:buClr>
                <a:srgbClr val="FFCC00"/>
              </a:buClr>
            </a:pPr>
            <a:r>
              <a:rPr dirty="0">
                <a:solidFill>
                  <a:srgbClr val="FFCC00"/>
                </a:solidFill>
              </a:rPr>
              <a:t>Why are you presenting</a:t>
            </a:r>
            <a:r>
              <a:rPr dirty="0">
                <a:solidFill>
                  <a:srgbClr val="FFCC00"/>
                </a:solidFill>
                <a:latin typeface="Arial" charset="0"/>
                <a:cs typeface="Arial" charset="0"/>
              </a:rPr>
              <a:t>?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buClr>
                <a:srgbClr val="FFCC00"/>
              </a:buClr>
            </a:pPr>
            <a:r>
              <a:rPr sz="2000" dirty="0">
                <a:solidFill>
                  <a:srgbClr val="FFCC00"/>
                </a:solidFill>
                <a:latin typeface="Arial" charset="0"/>
                <a:cs typeface="Arial" charset="0"/>
              </a:rPr>
              <a:t>To communicate some idea, concept, or method to an audience.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buClr>
                <a:srgbClr val="FFCC00"/>
              </a:buClr>
            </a:pPr>
            <a:endParaRPr sz="2000" dirty="0">
              <a:solidFill>
                <a:srgbClr val="FFCC00"/>
              </a:solidFill>
              <a:latin typeface="Arial" charset="0"/>
              <a:cs typeface="Arial" charset="0"/>
            </a:endParaRPr>
          </a:p>
          <a:p>
            <a:pPr>
              <a:spcBef>
                <a:spcPts val="600"/>
              </a:spcBef>
              <a:spcAft>
                <a:spcPts val="600"/>
              </a:spcAft>
              <a:buClr>
                <a:srgbClr val="FFCC00"/>
              </a:buClr>
            </a:pPr>
            <a:r>
              <a:rPr dirty="0">
                <a:solidFill>
                  <a:srgbClr val="FFCC00"/>
                </a:solidFill>
                <a:latin typeface="Arial" charset="0"/>
                <a:cs typeface="Arial" charset="0"/>
              </a:rPr>
              <a:t>Communication is a two-way process.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buClr>
                <a:srgbClr val="FFCC00"/>
              </a:buClr>
            </a:pPr>
            <a:r>
              <a:rPr sz="2000" dirty="0">
                <a:solidFill>
                  <a:srgbClr val="FFCC00"/>
                </a:solidFill>
                <a:latin typeface="Arial" charset="0"/>
                <a:cs typeface="Arial" charset="0"/>
              </a:rPr>
              <a:t>Speaker (giver)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buClr>
                <a:srgbClr val="FFCC00"/>
              </a:buClr>
            </a:pPr>
            <a:r>
              <a:rPr sz="2000" dirty="0">
                <a:solidFill>
                  <a:srgbClr val="FFCC00"/>
                </a:solidFill>
                <a:latin typeface="Arial" charset="0"/>
                <a:cs typeface="Arial" charset="0"/>
              </a:rPr>
              <a:t>Audience (receiver)</a:t>
            </a:r>
          </a:p>
          <a:p>
            <a:pPr>
              <a:spcBef>
                <a:spcPts val="600"/>
              </a:spcBef>
              <a:spcAft>
                <a:spcPts val="600"/>
              </a:spcAft>
              <a:buClr>
                <a:srgbClr val="FFCC00"/>
              </a:buClr>
            </a:pPr>
            <a:endParaRPr dirty="0">
              <a:solidFill>
                <a:srgbClr val="FFCC00"/>
              </a:solidFill>
              <a:latin typeface="Arial" charset="0"/>
              <a:cs typeface="Arial" charset="0"/>
            </a:endParaRPr>
          </a:p>
          <a:p>
            <a:pPr>
              <a:spcBef>
                <a:spcPts val="600"/>
              </a:spcBef>
              <a:spcAft>
                <a:spcPts val="600"/>
              </a:spcAft>
              <a:buClr>
                <a:srgbClr val="FFCC00"/>
              </a:buClr>
            </a:pPr>
            <a:endParaRPr dirty="0">
              <a:solidFill>
                <a:srgbClr val="FFCC00"/>
              </a:solidFill>
              <a:latin typeface="Arial" charset="0"/>
              <a:cs typeface="Arial" charset="0"/>
            </a:endParaRPr>
          </a:p>
          <a:p>
            <a:pPr>
              <a:spcBef>
                <a:spcPts val="600"/>
              </a:spcBef>
              <a:spcAft>
                <a:spcPts val="600"/>
              </a:spcAft>
              <a:buClr>
                <a:srgbClr val="FFCC00"/>
              </a:buClr>
            </a:pPr>
            <a:endParaRPr dirty="0">
              <a:solidFill>
                <a:srgbClr val="FFCC00"/>
              </a:solidFill>
              <a:latin typeface="Arial" charset="0"/>
              <a:cs typeface="Arial" charset="0"/>
            </a:endParaRPr>
          </a:p>
          <a:p>
            <a:pPr>
              <a:spcBef>
                <a:spcPts val="600"/>
              </a:spcBef>
              <a:spcAft>
                <a:spcPts val="600"/>
              </a:spcAft>
              <a:buClr>
                <a:srgbClr val="FFCC00"/>
              </a:buClr>
            </a:pPr>
            <a:r>
              <a:rPr dirty="0">
                <a:solidFill>
                  <a:srgbClr val="FFCC00"/>
                </a:solidFill>
                <a:latin typeface="Arial" charset="0"/>
                <a:cs typeface="Arial" charset="0"/>
              </a:rPr>
              <a:t>You will be judged by your ability to communicate.</a:t>
            </a:r>
          </a:p>
          <a:p>
            <a:pPr>
              <a:spcBef>
                <a:spcPts val="600"/>
              </a:spcBef>
              <a:spcAft>
                <a:spcPts val="600"/>
              </a:spcAft>
              <a:buClr>
                <a:srgbClr val="FFCC00"/>
              </a:buClr>
            </a:pPr>
            <a:endParaRPr dirty="0">
              <a:solidFill>
                <a:srgbClr val="FFCC00"/>
              </a:solidFill>
              <a:latin typeface="Arial" charset="0"/>
              <a:cs typeface="Arial" charset="0"/>
            </a:endParaRPr>
          </a:p>
          <a:p>
            <a:pPr lvl="1">
              <a:spcBef>
                <a:spcPts val="600"/>
              </a:spcBef>
              <a:spcAft>
                <a:spcPts val="600"/>
              </a:spcAft>
              <a:buClr>
                <a:srgbClr val="FFCC00"/>
              </a:buClr>
              <a:buFont typeface="Arial" charset="0"/>
              <a:buNone/>
            </a:pPr>
            <a:r>
              <a:rPr sz="2000" dirty="0">
                <a:solidFill>
                  <a:srgbClr val="FFCC00"/>
                </a:solidFill>
                <a:latin typeface="Arial" charset="0"/>
                <a:cs typeface="Arial" charset="0"/>
              </a:rPr>
              <a:t>		If they don’t get the message – </a:t>
            </a:r>
            <a:r>
              <a:rPr sz="2000" b="1" dirty="0">
                <a:solidFill>
                  <a:srgbClr val="FFCC00"/>
                </a:solidFill>
                <a:latin typeface="Arial" charset="0"/>
                <a:cs typeface="Arial" charset="0"/>
              </a:rPr>
              <a:t>it is not their fault!</a:t>
            </a:r>
          </a:p>
        </p:txBody>
      </p:sp>
      <p:sp>
        <p:nvSpPr>
          <p:cNvPr id="4100" name="Slide Number Placeholder 3"/>
          <p:cNvSpPr>
            <a:spLocks noGrp="1"/>
          </p:cNvSpPr>
          <p:nvPr>
            <p:ph type="sldNum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63256361-CE9E-4712-BBFE-6478B7276501}" type="slidenum">
              <a:rPr lang="en-GB" smtClean="0">
                <a:solidFill>
                  <a:schemeClr val="bg1"/>
                </a:solidFill>
                <a:latin typeface="Gill Sans MT" pitchFamily="34" charset="0"/>
              </a:rPr>
              <a:pPr eaLnBrk="1" hangingPunct="1"/>
              <a:t>4</a:t>
            </a:fld>
            <a:endParaRPr lang="en-GB" dirty="0">
              <a:solidFill>
                <a:schemeClr val="bg1"/>
              </a:solidFill>
              <a:latin typeface="Gill Sans MT" pitchFamily="34" charset="0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1193987" y="3921601"/>
            <a:ext cx="6096000" cy="685800"/>
          </a:xfrm>
          <a:prstGeom prst="roundRect">
            <a:avLst/>
          </a:prstGeom>
          <a:solidFill>
            <a:srgbClr val="008000">
              <a:alpha val="84706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b="1" dirty="0">
                <a:solidFill>
                  <a:schemeClr val="bg1"/>
                </a:solidFill>
              </a:rPr>
              <a:t>Ultimate Goal: To communicate a message.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228601" y="5465603"/>
            <a:ext cx="974352" cy="9700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7422270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1032"/>
          <a:stretch/>
        </p:blipFill>
        <p:spPr>
          <a:xfrm>
            <a:off x="228600" y="1657350"/>
            <a:ext cx="8839200" cy="4962525"/>
          </a:xfrm>
          <a:prstGeom prst="rect">
            <a:avLst/>
          </a:prstGeom>
        </p:spPr>
      </p:pic>
      <p:sp>
        <p:nvSpPr>
          <p:cNvPr id="5122" name="Title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609600"/>
          </a:xfrm>
        </p:spPr>
        <p:txBody>
          <a:bodyPr/>
          <a:lstStyle/>
          <a:p>
            <a:r>
              <a:rPr lang="en-GB"/>
              <a:t>Making Presentations – Overcoming Fear</a:t>
            </a:r>
          </a:p>
        </p:txBody>
      </p:sp>
      <p:sp>
        <p:nvSpPr>
          <p:cNvPr id="5124" name="Slide Number Placeholder 21"/>
          <p:cNvSpPr>
            <a:spLocks noGrp="1"/>
          </p:cNvSpPr>
          <p:nvPr>
            <p:ph type="sldNum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C3335175-E21B-4198-9EB0-34A327A8787B}" type="slidenum">
              <a:rPr lang="en-GB" smtClean="0">
                <a:solidFill>
                  <a:schemeClr val="bg1"/>
                </a:solidFill>
                <a:latin typeface="Gill Sans MT" pitchFamily="34" charset="0"/>
              </a:rPr>
              <a:pPr eaLnBrk="1" hangingPunct="1"/>
              <a:t>5</a:t>
            </a:fld>
            <a:endParaRPr lang="en-GB" dirty="0">
              <a:solidFill>
                <a:schemeClr val="bg1"/>
              </a:solidFill>
              <a:latin typeface="Gill Sans MT" pitchFamily="34" charset="0"/>
            </a:endParaRPr>
          </a:p>
        </p:txBody>
      </p:sp>
      <p:sp>
        <p:nvSpPr>
          <p:cNvPr id="3075" name="Content Placeholder 2"/>
          <p:cNvSpPr>
            <a:spLocks noGrp="1"/>
          </p:cNvSpPr>
          <p:nvPr>
            <p:ph idx="1"/>
          </p:nvPr>
        </p:nvSpPr>
        <p:spPr>
          <a:xfrm>
            <a:off x="304800" y="914400"/>
            <a:ext cx="8229600" cy="5562600"/>
          </a:xfrm>
          <a:ln/>
        </p:spPr>
        <p:txBody>
          <a:bodyPr/>
          <a:lstStyle/>
          <a:p>
            <a:pPr>
              <a:buClr>
                <a:srgbClr val="FFCC00"/>
              </a:buClr>
              <a:buSzPct val="80000"/>
              <a:defRPr/>
            </a:pPr>
            <a:r>
              <a:rPr lang="en-GB" dirty="0">
                <a:solidFill>
                  <a:srgbClr val="FFCC00"/>
                </a:solidFill>
              </a:rPr>
              <a:t>The more inexperienced you are in this area, the more nervous you will feel.</a:t>
            </a:r>
          </a:p>
          <a:p>
            <a:pPr>
              <a:spcBef>
                <a:spcPts val="0"/>
              </a:spcBef>
              <a:spcAft>
                <a:spcPts val="0"/>
              </a:spcAft>
              <a:buClr>
                <a:srgbClr val="FFCC00"/>
              </a:buClr>
              <a:buSzPct val="80000"/>
              <a:defRPr/>
            </a:pPr>
            <a:endParaRPr lang="en-GB" dirty="0">
              <a:solidFill>
                <a:srgbClr val="FFCC00"/>
              </a:solidFill>
            </a:endParaRPr>
          </a:p>
          <a:p>
            <a:pPr>
              <a:spcBef>
                <a:spcPts val="0"/>
              </a:spcBef>
              <a:spcAft>
                <a:spcPts val="0"/>
              </a:spcAft>
              <a:buClr>
                <a:srgbClr val="FFCC00"/>
              </a:buClr>
              <a:buSzPct val="80000"/>
              <a:defRPr/>
            </a:pPr>
            <a:endParaRPr lang="en-GB" dirty="0">
              <a:solidFill>
                <a:srgbClr val="FFCC00"/>
              </a:solidFill>
            </a:endParaRPr>
          </a:p>
          <a:p>
            <a:pPr>
              <a:buClr>
                <a:srgbClr val="FFCC00"/>
              </a:buClr>
              <a:buSzPct val="80000"/>
              <a:defRPr/>
            </a:pPr>
            <a:r>
              <a:rPr lang="en-GB" dirty="0">
                <a:solidFill>
                  <a:srgbClr val="FFCC00"/>
                </a:solidFill>
              </a:rPr>
              <a:t>There are two ways of attempting to control your nerves:</a:t>
            </a:r>
          </a:p>
          <a:p>
            <a:pPr marL="631825" lvl="1">
              <a:buClr>
                <a:srgbClr val="FFCC00"/>
              </a:buClr>
              <a:buSzPct val="80000"/>
              <a:defRPr/>
            </a:pPr>
            <a:r>
              <a:rPr lang="en-GB" sz="2000" dirty="0">
                <a:solidFill>
                  <a:srgbClr val="FFCC00"/>
                </a:solidFill>
              </a:rPr>
              <a:t>Never do it</a:t>
            </a:r>
          </a:p>
          <a:p>
            <a:pPr marL="631825" lvl="1">
              <a:buClr>
                <a:srgbClr val="FFCC00"/>
              </a:buClr>
              <a:buSzPct val="80000"/>
              <a:defRPr/>
            </a:pPr>
            <a:r>
              <a:rPr lang="en-GB" sz="2000" dirty="0">
                <a:solidFill>
                  <a:srgbClr val="FFCC00"/>
                </a:solidFill>
              </a:rPr>
              <a:t>Take a </a:t>
            </a:r>
            <a:r>
              <a:rPr lang="en-GB" sz="2000" i="1" dirty="0">
                <a:solidFill>
                  <a:srgbClr val="FFCC00"/>
                </a:solidFill>
              </a:rPr>
              <a:t>risk</a:t>
            </a:r>
            <a:r>
              <a:rPr lang="en-GB" sz="2000" dirty="0">
                <a:solidFill>
                  <a:srgbClr val="FFCC00"/>
                </a:solidFill>
              </a:rPr>
              <a:t> and have a go!</a:t>
            </a:r>
          </a:p>
        </p:txBody>
      </p:sp>
    </p:spTree>
    <p:extLst>
      <p:ext uri="{BB962C8B-B14F-4D97-AF65-F5344CB8AC3E}">
        <p14:creationId xmlns:p14="http://schemas.microsoft.com/office/powerpoint/2010/main" val="67345118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64" t="1152" r="21032" b="-1152"/>
          <a:stretch/>
        </p:blipFill>
        <p:spPr>
          <a:xfrm>
            <a:off x="228600" y="1657350"/>
            <a:ext cx="8839200" cy="4962525"/>
          </a:xfrm>
          <a:prstGeom prst="rect">
            <a:avLst/>
          </a:prstGeom>
        </p:spPr>
      </p:pic>
      <p:sp>
        <p:nvSpPr>
          <p:cNvPr id="5122" name="Title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609600"/>
          </a:xfrm>
        </p:spPr>
        <p:txBody>
          <a:bodyPr/>
          <a:lstStyle/>
          <a:p>
            <a:r>
              <a:rPr lang="en-GB"/>
              <a:t>Making Presentations – Overcoming Fear</a:t>
            </a:r>
          </a:p>
        </p:txBody>
      </p:sp>
      <p:sp>
        <p:nvSpPr>
          <p:cNvPr id="5124" name="Slide Number Placeholder 21"/>
          <p:cNvSpPr>
            <a:spLocks noGrp="1"/>
          </p:cNvSpPr>
          <p:nvPr>
            <p:ph type="sldNum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C3335175-E21B-4198-9EB0-34A327A8787B}" type="slidenum">
              <a:rPr lang="en-GB" smtClean="0">
                <a:solidFill>
                  <a:schemeClr val="bg1"/>
                </a:solidFill>
                <a:latin typeface="Gill Sans MT" pitchFamily="34" charset="0"/>
              </a:rPr>
              <a:pPr eaLnBrk="1" hangingPunct="1"/>
              <a:t>6</a:t>
            </a:fld>
            <a:endParaRPr lang="en-GB" dirty="0">
              <a:solidFill>
                <a:schemeClr val="bg1"/>
              </a:solidFill>
              <a:latin typeface="Gill Sans MT" pitchFamily="34" charset="0"/>
            </a:endParaRPr>
          </a:p>
        </p:txBody>
      </p:sp>
      <p:sp>
        <p:nvSpPr>
          <p:cNvPr id="3075" name="Content Placeholder 2"/>
          <p:cNvSpPr>
            <a:spLocks noGrp="1"/>
          </p:cNvSpPr>
          <p:nvPr>
            <p:ph idx="1"/>
          </p:nvPr>
        </p:nvSpPr>
        <p:spPr>
          <a:xfrm>
            <a:off x="228600" y="762000"/>
            <a:ext cx="8839200" cy="5562600"/>
          </a:xfrm>
          <a:ln/>
        </p:spPr>
        <p:txBody>
          <a:bodyPr/>
          <a:lstStyle/>
          <a:p>
            <a:pPr>
              <a:lnSpc>
                <a:spcPct val="110000"/>
              </a:lnSpc>
              <a:spcBef>
                <a:spcPts val="400"/>
              </a:spcBef>
              <a:spcAft>
                <a:spcPts val="400"/>
              </a:spcAft>
              <a:buClr>
                <a:srgbClr val="FFCC00"/>
              </a:buClr>
              <a:buSzPct val="80000"/>
              <a:defRPr/>
            </a:pPr>
            <a:r>
              <a:rPr lang="en-GB" dirty="0">
                <a:solidFill>
                  <a:srgbClr val="FFCC00"/>
                </a:solidFill>
              </a:rPr>
              <a:t>If you never do it: </a:t>
            </a:r>
          </a:p>
          <a:p>
            <a:pPr marL="631825" lvl="1">
              <a:lnSpc>
                <a:spcPct val="110000"/>
              </a:lnSpc>
              <a:spcBef>
                <a:spcPts val="400"/>
              </a:spcBef>
              <a:spcAft>
                <a:spcPts val="400"/>
              </a:spcAft>
              <a:buClr>
                <a:srgbClr val="FFCC00"/>
              </a:buClr>
              <a:buSzPct val="80000"/>
              <a:defRPr/>
            </a:pPr>
            <a:r>
              <a:rPr lang="en-GB" sz="2000" dirty="0">
                <a:solidFill>
                  <a:srgbClr val="FFCC00"/>
                </a:solidFill>
              </a:rPr>
              <a:t>You will never conquer your fear.</a:t>
            </a:r>
          </a:p>
          <a:p>
            <a:pPr marL="631825" lvl="1">
              <a:lnSpc>
                <a:spcPct val="110000"/>
              </a:lnSpc>
              <a:spcBef>
                <a:spcPts val="400"/>
              </a:spcBef>
              <a:spcAft>
                <a:spcPts val="400"/>
              </a:spcAft>
              <a:buClr>
                <a:srgbClr val="FFCC00"/>
              </a:buClr>
              <a:buSzPct val="80000"/>
              <a:defRPr/>
            </a:pPr>
            <a:r>
              <a:rPr lang="en-GB" sz="2000" dirty="0">
                <a:solidFill>
                  <a:srgbClr val="FFCC00"/>
                </a:solidFill>
              </a:rPr>
              <a:t>You may impede your career as more and more managers and professionals are expected to be able to make effective presentations.</a:t>
            </a:r>
          </a:p>
          <a:p>
            <a:pPr lvl="1">
              <a:lnSpc>
                <a:spcPct val="110000"/>
              </a:lnSpc>
              <a:spcBef>
                <a:spcPts val="400"/>
              </a:spcBef>
              <a:spcAft>
                <a:spcPts val="400"/>
              </a:spcAft>
              <a:buClr>
                <a:srgbClr val="FFCC00"/>
              </a:buClr>
              <a:buSzPct val="80000"/>
              <a:defRPr/>
            </a:pPr>
            <a:endParaRPr lang="en-GB" sz="2000" dirty="0">
              <a:solidFill>
                <a:srgbClr val="FFCC00"/>
              </a:solidFill>
              <a:latin typeface="Arial" charset="0"/>
              <a:cs typeface="Arial" charset="0"/>
            </a:endParaRPr>
          </a:p>
          <a:p>
            <a:pPr marL="342900" lvl="1" indent="-342900">
              <a:lnSpc>
                <a:spcPct val="110000"/>
              </a:lnSpc>
              <a:spcBef>
                <a:spcPts val="400"/>
              </a:spcBef>
              <a:spcAft>
                <a:spcPts val="400"/>
              </a:spcAft>
              <a:buClr>
                <a:srgbClr val="FFCC00"/>
              </a:buClr>
              <a:buSzPct val="80000"/>
              <a:buFont typeface="Wingdings" pitchFamily="2" charset="2"/>
              <a:buChar char=""/>
              <a:defRPr/>
            </a:pPr>
            <a:r>
              <a:rPr lang="en-GB" sz="2000" dirty="0">
                <a:solidFill>
                  <a:srgbClr val="FFCC00"/>
                </a:solidFill>
                <a:ea typeface="+mn-ea"/>
              </a:rPr>
              <a:t>If you take a risk and have a go:</a:t>
            </a:r>
          </a:p>
          <a:p>
            <a:pPr marL="631825" lvl="1">
              <a:lnSpc>
                <a:spcPct val="110000"/>
              </a:lnSpc>
              <a:spcBef>
                <a:spcPts val="400"/>
              </a:spcBef>
              <a:spcAft>
                <a:spcPts val="400"/>
              </a:spcAft>
              <a:buClr>
                <a:srgbClr val="FFCC00"/>
              </a:buClr>
              <a:buSzPct val="80000"/>
              <a:defRPr/>
            </a:pPr>
            <a:r>
              <a:rPr lang="en-GB" sz="2000" dirty="0">
                <a:solidFill>
                  <a:srgbClr val="FFCC00"/>
                </a:solidFill>
              </a:rPr>
              <a:t>Your nervousness will create adrenaline that will help you to perform.</a:t>
            </a:r>
          </a:p>
          <a:p>
            <a:pPr marL="631825" lvl="1">
              <a:lnSpc>
                <a:spcPct val="110000"/>
              </a:lnSpc>
              <a:spcBef>
                <a:spcPts val="400"/>
              </a:spcBef>
              <a:spcAft>
                <a:spcPts val="400"/>
              </a:spcAft>
              <a:buClr>
                <a:srgbClr val="FFCC00"/>
              </a:buClr>
              <a:buSzPct val="80000"/>
              <a:defRPr/>
            </a:pPr>
            <a:r>
              <a:rPr lang="en-GB" sz="2000" dirty="0">
                <a:solidFill>
                  <a:srgbClr val="FFCC00"/>
                </a:solidFill>
              </a:rPr>
              <a:t>With good preparation, the use of relaxation techniques, and more experience, the fear will lessen.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67000" y="4776077"/>
            <a:ext cx="4193345" cy="18199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399037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/>
          <p:cNvPicPr>
            <a:picLocks noChangeAspect="1"/>
          </p:cNvPicPr>
          <p:nvPr/>
        </p:nvPicPr>
        <p:blipFill rotWithShape="1">
          <a:blip r:embed="rId3"/>
          <a:srcRect l="1" r="16525"/>
          <a:stretch/>
        </p:blipFill>
        <p:spPr>
          <a:xfrm>
            <a:off x="228601" y="1639372"/>
            <a:ext cx="8839199" cy="4962574"/>
          </a:xfrm>
          <a:prstGeom prst="rect">
            <a:avLst/>
          </a:prstGeom>
        </p:spPr>
      </p:pic>
      <p:sp>
        <p:nvSpPr>
          <p:cNvPr id="6146" name="Title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609600"/>
          </a:xfrm>
        </p:spPr>
        <p:txBody>
          <a:bodyPr/>
          <a:lstStyle/>
          <a:p>
            <a:r>
              <a:rPr lang="en-US"/>
              <a:t>Building Confidence</a:t>
            </a:r>
          </a:p>
        </p:txBody>
      </p:sp>
      <p:sp>
        <p:nvSpPr>
          <p:cNvPr id="6147" name="Content Placeholder 2"/>
          <p:cNvSpPr>
            <a:spLocks noGrp="1"/>
          </p:cNvSpPr>
          <p:nvPr>
            <p:ph idx="1"/>
          </p:nvPr>
        </p:nvSpPr>
        <p:spPr>
          <a:ln/>
        </p:spPr>
        <p:txBody>
          <a:bodyPr/>
          <a:lstStyle/>
          <a:p>
            <a:pPr>
              <a:spcAft>
                <a:spcPct val="0"/>
              </a:spcAft>
              <a:buClr>
                <a:srgbClr val="FFCC00"/>
              </a:buClr>
              <a:buSzPct val="80000"/>
            </a:pPr>
            <a:r>
              <a:rPr dirty="0">
                <a:solidFill>
                  <a:srgbClr val="FFCC00"/>
                </a:solidFill>
                <a:latin typeface="Arial" charset="0"/>
                <a:cs typeface="Arial" charset="0"/>
              </a:rPr>
              <a:t>A lack of confidence is the biggest single obstacle to delivering an effective presentation.</a:t>
            </a:r>
          </a:p>
          <a:p>
            <a:pPr>
              <a:spcBef>
                <a:spcPct val="0"/>
              </a:spcBef>
              <a:spcAft>
                <a:spcPct val="0"/>
              </a:spcAft>
              <a:buClr>
                <a:srgbClr val="FFCC00"/>
              </a:buClr>
              <a:buSzPct val="80000"/>
            </a:pPr>
            <a:endParaRPr dirty="0">
              <a:solidFill>
                <a:srgbClr val="FFCC00"/>
              </a:solidFill>
              <a:latin typeface="Arial" charset="0"/>
              <a:cs typeface="Arial" charset="0"/>
            </a:endParaRPr>
          </a:p>
          <a:p>
            <a:pPr>
              <a:spcBef>
                <a:spcPct val="0"/>
              </a:spcBef>
              <a:buClr>
                <a:srgbClr val="FFCC00"/>
              </a:buClr>
              <a:buSzPct val="80000"/>
            </a:pPr>
            <a:r>
              <a:rPr dirty="0">
                <a:solidFill>
                  <a:srgbClr val="FFCC00"/>
                </a:solidFill>
                <a:latin typeface="Arial" charset="0"/>
                <a:cs typeface="Arial" charset="0"/>
              </a:rPr>
              <a:t>Lack of confidence is caused by</a:t>
            </a:r>
          </a:p>
          <a:p>
            <a:pPr lvl="1">
              <a:buClr>
                <a:srgbClr val="FFCC00"/>
              </a:buClr>
              <a:buSzPct val="80000"/>
            </a:pPr>
            <a:r>
              <a:rPr dirty="0">
                <a:solidFill>
                  <a:srgbClr val="FFCC00"/>
                </a:solidFill>
                <a:latin typeface="Arial" charset="0"/>
                <a:cs typeface="Arial" charset="0"/>
              </a:rPr>
              <a:t>Fear of looking foolish.</a:t>
            </a:r>
          </a:p>
          <a:p>
            <a:pPr lvl="1">
              <a:buClr>
                <a:srgbClr val="FFCC00"/>
              </a:buClr>
              <a:buSzPct val="80000"/>
            </a:pPr>
            <a:r>
              <a:rPr dirty="0">
                <a:solidFill>
                  <a:srgbClr val="FFCC00"/>
                </a:solidFill>
                <a:latin typeface="Arial" charset="0"/>
                <a:cs typeface="Arial" charset="0"/>
              </a:rPr>
              <a:t>Fear of the audience's reaction.</a:t>
            </a:r>
          </a:p>
          <a:p>
            <a:pPr lvl="1">
              <a:buClr>
                <a:srgbClr val="FFCC00"/>
              </a:buClr>
              <a:buSzPct val="80000"/>
            </a:pPr>
            <a:r>
              <a:rPr dirty="0">
                <a:solidFill>
                  <a:srgbClr val="FFCC00"/>
                </a:solidFill>
                <a:latin typeface="Arial" charset="0"/>
                <a:cs typeface="Arial" charset="0"/>
              </a:rPr>
              <a:t>Fear of drying up.</a:t>
            </a:r>
          </a:p>
        </p:txBody>
      </p:sp>
      <p:sp>
        <p:nvSpPr>
          <p:cNvPr id="6148" name="Slide Number Placeholder 3"/>
          <p:cNvSpPr>
            <a:spLocks noGrp="1"/>
          </p:cNvSpPr>
          <p:nvPr>
            <p:ph type="sldNum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9FE271AB-1FCC-42EC-BC97-5191A0003CF9}" type="slidenum">
              <a:rPr lang="en-GB" smtClean="0">
                <a:solidFill>
                  <a:schemeClr val="bg1"/>
                </a:solidFill>
                <a:latin typeface="Gill Sans MT" pitchFamily="34" charset="0"/>
              </a:rPr>
              <a:pPr eaLnBrk="1" hangingPunct="1"/>
              <a:t>7</a:t>
            </a:fld>
            <a:endParaRPr lang="en-GB" dirty="0">
              <a:solidFill>
                <a:schemeClr val="bg1"/>
              </a:solidFill>
              <a:latin typeface="Gill Sans MT" pitchFamily="34" charset="0"/>
            </a:endParaRPr>
          </a:p>
        </p:txBody>
      </p:sp>
      <p:grpSp>
        <p:nvGrpSpPr>
          <p:cNvPr id="2" name="Group 12"/>
          <p:cNvGrpSpPr>
            <a:grpSpLocks/>
          </p:cNvGrpSpPr>
          <p:nvPr/>
        </p:nvGrpSpPr>
        <p:grpSpPr bwMode="auto">
          <a:xfrm>
            <a:off x="1745876" y="3453373"/>
            <a:ext cx="5562600" cy="3048000"/>
            <a:chOff x="1745876" y="3453373"/>
            <a:chExt cx="5562600" cy="3048000"/>
          </a:xfrm>
        </p:grpSpPr>
        <p:sp>
          <p:nvSpPr>
            <p:cNvPr id="6" name="Freeform 5"/>
            <p:cNvSpPr/>
            <p:nvPr/>
          </p:nvSpPr>
          <p:spPr>
            <a:xfrm>
              <a:off x="1745876" y="3453373"/>
              <a:ext cx="5562600" cy="3048000"/>
            </a:xfrm>
            <a:custGeom>
              <a:avLst/>
              <a:gdLst>
                <a:gd name="connsiteX0" fmla="*/ 0 w 5562600"/>
                <a:gd name="connsiteY0" fmla="*/ 0 h 3048000"/>
                <a:gd name="connsiteX1" fmla="*/ 5562600 w 5562600"/>
                <a:gd name="connsiteY1" fmla="*/ 0 h 3048000"/>
                <a:gd name="connsiteX2" fmla="*/ 5562600 w 5562600"/>
                <a:gd name="connsiteY2" fmla="*/ 3048000 h 3048000"/>
                <a:gd name="connsiteX3" fmla="*/ 0 w 5562600"/>
                <a:gd name="connsiteY3" fmla="*/ 3048000 h 3048000"/>
                <a:gd name="connsiteX4" fmla="*/ 0 w 5562600"/>
                <a:gd name="connsiteY4" fmla="*/ 0 h 304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62600" h="3048000">
                  <a:moveTo>
                    <a:pt x="0" y="0"/>
                  </a:moveTo>
                  <a:lnTo>
                    <a:pt x="5562600" y="0"/>
                  </a:lnTo>
                  <a:lnTo>
                    <a:pt x="5562600" y="3048000"/>
                  </a:lnTo>
                  <a:lnTo>
                    <a:pt x="0" y="304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80000"/>
              </a:schemeClr>
            </a:solidFill>
            <a:scene3d>
              <a:camera prst="orthographicFront">
                <a:rot lat="0" lon="0" rev="0"/>
              </a:camera>
              <a:lightRig rig="threePt" dir="t"/>
            </a:scene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pPr>
                <a:defRPr/>
              </a:pPr>
              <a:r>
                <a:rPr lang="en-US" dirty="0">
                  <a:solidFill>
                    <a:schemeClr val="tx1"/>
                  </a:solidFill>
                </a:rPr>
                <a:t>		</a:t>
              </a:r>
            </a:p>
            <a:p>
              <a:pPr>
                <a:defRPr/>
              </a:pPr>
              <a:r>
                <a:rPr lang="en-US" dirty="0">
                  <a:solidFill>
                    <a:schemeClr val="tx1"/>
                  </a:solidFill>
                </a:rPr>
                <a:t>	          Lack of confidence</a:t>
              </a:r>
            </a:p>
            <a:p>
              <a:pPr>
                <a:defRPr/>
              </a:pPr>
              <a:endParaRPr lang="en-US" dirty="0">
                <a:solidFill>
                  <a:schemeClr val="tx1"/>
                </a:solidFill>
              </a:endParaRPr>
            </a:p>
            <a:p>
              <a:pPr>
                <a:defRPr/>
              </a:pPr>
              <a:endParaRPr lang="en-US" dirty="0">
                <a:solidFill>
                  <a:schemeClr val="tx1"/>
                </a:solidFill>
              </a:endParaRPr>
            </a:p>
            <a:p>
              <a:pPr>
                <a:defRPr/>
              </a:pPr>
              <a:endParaRPr lang="en-US" dirty="0">
                <a:solidFill>
                  <a:schemeClr val="tx1"/>
                </a:solidFill>
              </a:endParaRPr>
            </a:p>
            <a:p>
              <a:pPr>
                <a:defRPr/>
              </a:pPr>
              <a:r>
                <a:rPr lang="en-US" dirty="0">
                  <a:solidFill>
                    <a:schemeClr val="tx1"/>
                  </a:solidFill>
                </a:rPr>
                <a:t>No improvement  		      Avoidance</a:t>
              </a:r>
            </a:p>
            <a:p>
              <a:pPr>
                <a:defRPr/>
              </a:pPr>
              <a:r>
                <a:rPr lang="en-US" dirty="0">
                  <a:solidFill>
                    <a:schemeClr val="tx1"/>
                  </a:solidFill>
                </a:rPr>
                <a:t>		</a:t>
              </a:r>
            </a:p>
            <a:p>
              <a:pPr>
                <a:defRPr/>
              </a:pPr>
              <a:endParaRPr lang="en-US" dirty="0">
                <a:solidFill>
                  <a:schemeClr val="tx1"/>
                </a:solidFill>
              </a:endParaRPr>
            </a:p>
            <a:p>
              <a:pPr>
                <a:defRPr/>
              </a:pPr>
              <a:endParaRPr lang="en-US" dirty="0">
                <a:solidFill>
                  <a:schemeClr val="tx1"/>
                </a:solidFill>
              </a:endParaRPr>
            </a:p>
            <a:p>
              <a:pPr>
                <a:defRPr/>
              </a:pPr>
              <a:r>
                <a:rPr lang="en-US" dirty="0">
                  <a:solidFill>
                    <a:schemeClr val="tx1"/>
                  </a:solidFill>
                </a:rPr>
                <a:t>		  No practice</a:t>
              </a:r>
            </a:p>
            <a:p>
              <a:pPr>
                <a:defRPr/>
              </a:pPr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7" name="Bent Arrow 6"/>
            <p:cNvSpPr/>
            <p:nvPr/>
          </p:nvSpPr>
          <p:spPr>
            <a:xfrm rot="5400000">
              <a:off x="5715000" y="3886200"/>
              <a:ext cx="990600" cy="838200"/>
            </a:xfrm>
            <a:prstGeom prst="bentArrow">
              <a:avLst/>
            </a:prstGeom>
            <a:solidFill>
              <a:srgbClr val="A50021"/>
            </a:solidFill>
            <a:ln>
              <a:solidFill>
                <a:srgbClr val="3B358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8" name="Bent Arrow 7"/>
            <p:cNvSpPr/>
            <p:nvPr/>
          </p:nvSpPr>
          <p:spPr>
            <a:xfrm>
              <a:off x="2514600" y="3733800"/>
              <a:ext cx="990600" cy="838200"/>
            </a:xfrm>
            <a:prstGeom prst="bentArrow">
              <a:avLst/>
            </a:prstGeom>
            <a:solidFill>
              <a:srgbClr val="A50021"/>
            </a:solidFill>
            <a:ln>
              <a:solidFill>
                <a:srgbClr val="3B358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9" name="Bent Arrow 8"/>
            <p:cNvSpPr/>
            <p:nvPr/>
          </p:nvSpPr>
          <p:spPr>
            <a:xfrm rot="10800000">
              <a:off x="5562600" y="5334000"/>
              <a:ext cx="990600" cy="838200"/>
            </a:xfrm>
            <a:prstGeom prst="bentArrow">
              <a:avLst/>
            </a:prstGeom>
            <a:solidFill>
              <a:srgbClr val="A50021"/>
            </a:solidFill>
            <a:ln>
              <a:solidFill>
                <a:srgbClr val="3B358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0" name="Bent Arrow 9"/>
            <p:cNvSpPr/>
            <p:nvPr/>
          </p:nvSpPr>
          <p:spPr>
            <a:xfrm rot="16200000">
              <a:off x="2362200" y="5257800"/>
              <a:ext cx="990600" cy="838200"/>
            </a:xfrm>
            <a:prstGeom prst="bentArrow">
              <a:avLst/>
            </a:prstGeom>
            <a:solidFill>
              <a:srgbClr val="A50021"/>
            </a:solidFill>
            <a:ln>
              <a:solidFill>
                <a:srgbClr val="3B358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dirty="0">
                <a:solidFill>
                  <a:schemeClr val="tx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489918406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3069" y="1684195"/>
            <a:ext cx="8900931" cy="4962574"/>
          </a:xfrm>
          <a:prstGeom prst="rect">
            <a:avLst/>
          </a:prstGeom>
        </p:spPr>
      </p:pic>
      <p:sp>
        <p:nvSpPr>
          <p:cNvPr id="8194" name="Title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609600"/>
          </a:xfrm>
        </p:spPr>
        <p:txBody>
          <a:bodyPr/>
          <a:lstStyle/>
          <a:p>
            <a:r>
              <a:rPr lang="en-US"/>
              <a:t>Building Confidence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838200"/>
            <a:ext cx="8382000" cy="5562600"/>
          </a:xfrm>
          <a:ln/>
        </p:spPr>
        <p:txBody>
          <a:bodyPr/>
          <a:lstStyle/>
          <a:p>
            <a:pPr marL="342900" lvl="1" indent="-342900">
              <a:buClr>
                <a:srgbClr val="FFCC00"/>
              </a:buClr>
              <a:buSzPct val="80000"/>
              <a:buFont typeface="Wingdings" pitchFamily="2" charset="2"/>
              <a:buChar char=""/>
              <a:defRPr/>
            </a:pPr>
            <a:r>
              <a:rPr sz="2000" dirty="0">
                <a:solidFill>
                  <a:srgbClr val="FFCC00"/>
                </a:solidFill>
                <a:latin typeface="Arial" charset="0"/>
                <a:ea typeface="+mn-ea"/>
                <a:cs typeface="Arial" charset="0"/>
              </a:rPr>
              <a:t>Overcoming the fear of drying up (forgetting or running out of things to say.</a:t>
            </a:r>
          </a:p>
          <a:p>
            <a:pPr marL="342900" lvl="1" indent="-342900">
              <a:spcBef>
                <a:spcPts val="0"/>
              </a:spcBef>
              <a:spcAft>
                <a:spcPts val="0"/>
              </a:spcAft>
              <a:buClr>
                <a:srgbClr val="FFCC00"/>
              </a:buClr>
              <a:buSzPct val="80000"/>
              <a:buFont typeface="Arial" charset="0"/>
              <a:buChar char="●"/>
              <a:defRPr/>
            </a:pPr>
            <a:endParaRPr sz="2000" dirty="0">
              <a:solidFill>
                <a:srgbClr val="FFCC00"/>
              </a:solidFill>
            </a:endParaRPr>
          </a:p>
          <a:p>
            <a:pPr lvl="1">
              <a:spcBef>
                <a:spcPts val="600"/>
              </a:spcBef>
              <a:spcAft>
                <a:spcPts val="600"/>
              </a:spcAft>
              <a:buClr>
                <a:srgbClr val="FFCC00"/>
              </a:buClr>
              <a:buSzPct val="80000"/>
              <a:defRPr/>
            </a:pPr>
            <a:r>
              <a:rPr sz="2000" dirty="0">
                <a:solidFill>
                  <a:srgbClr val="FFCC00"/>
                </a:solidFill>
              </a:rPr>
              <a:t>Thorough preparation is the key.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buClr>
                <a:srgbClr val="FFCC00"/>
              </a:buClr>
              <a:buSzPct val="80000"/>
              <a:defRPr/>
            </a:pPr>
            <a:r>
              <a:rPr sz="2000" dirty="0">
                <a:solidFill>
                  <a:srgbClr val="FFCC00"/>
                </a:solidFill>
              </a:rPr>
              <a:t>Prepare your own notes / cue cards.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buClr>
                <a:srgbClr val="FFCC00"/>
              </a:buClr>
              <a:buSzPct val="80000"/>
              <a:defRPr/>
            </a:pPr>
            <a:r>
              <a:rPr sz="2000" dirty="0">
                <a:solidFill>
                  <a:srgbClr val="FFCC00"/>
                </a:solidFill>
              </a:rPr>
              <a:t>Timing – plan to have extra material that can be used if you have extra time.</a:t>
            </a:r>
          </a:p>
        </p:txBody>
      </p:sp>
      <p:sp>
        <p:nvSpPr>
          <p:cNvPr id="8196" name="Slide Number Placeholder 3"/>
          <p:cNvSpPr>
            <a:spLocks noGrp="1"/>
          </p:cNvSpPr>
          <p:nvPr>
            <p:ph type="sldNum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C1E4661B-DB35-4CCE-8EC6-4C39AC02B612}" type="slidenum">
              <a:rPr lang="en-GB" smtClean="0">
                <a:solidFill>
                  <a:schemeClr val="bg1"/>
                </a:solidFill>
                <a:latin typeface="Gill Sans MT" pitchFamily="34" charset="0"/>
              </a:rPr>
              <a:pPr eaLnBrk="1" hangingPunct="1"/>
              <a:t>8</a:t>
            </a:fld>
            <a:endParaRPr lang="en-GB" dirty="0">
              <a:solidFill>
                <a:schemeClr val="bg1"/>
              </a:solidFill>
              <a:latin typeface="Gill Sans MT" pitchFamily="34" charset="0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2286000" y="4419600"/>
            <a:ext cx="5257800" cy="762000"/>
          </a:xfrm>
          <a:prstGeom prst="roundRect">
            <a:avLst/>
          </a:prstGeom>
          <a:solidFill>
            <a:srgbClr val="339933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b="1" dirty="0">
                <a:solidFill>
                  <a:srgbClr val="FFFFFF"/>
                </a:solidFill>
              </a:rPr>
              <a:t>Practice! Practice! Practice!</a:t>
            </a:r>
          </a:p>
        </p:txBody>
      </p:sp>
      <p:pic>
        <p:nvPicPr>
          <p:cNvPr id="8200" name="Picture 8" descr="D:\My Pictures\Presentations\confidence.pn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" y="5181600"/>
            <a:ext cx="1214438" cy="1371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368704378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3"/>
          <a:srcRect l="17985" t="8499" r="10348" b="9981"/>
          <a:stretch/>
        </p:blipFill>
        <p:spPr>
          <a:xfrm>
            <a:off x="304800" y="724178"/>
            <a:ext cx="8846383" cy="5657572"/>
          </a:xfrm>
          <a:prstGeom prst="rect">
            <a:avLst/>
          </a:prstGeom>
        </p:spPr>
      </p:pic>
      <p:sp>
        <p:nvSpPr>
          <p:cNvPr id="9218" name="Title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609600"/>
          </a:xfrm>
        </p:spPr>
        <p:txBody>
          <a:bodyPr/>
          <a:lstStyle/>
          <a:p>
            <a:r>
              <a:rPr lang="en-US"/>
              <a:t>Relaxation Techniques</a:t>
            </a:r>
          </a:p>
        </p:txBody>
      </p:sp>
      <p:sp>
        <p:nvSpPr>
          <p:cNvPr id="8195" name="Content Placeholder 2"/>
          <p:cNvSpPr>
            <a:spLocks noGrp="1"/>
          </p:cNvSpPr>
          <p:nvPr>
            <p:ph idx="1"/>
          </p:nvPr>
        </p:nvSpPr>
        <p:spPr>
          <a:xfrm>
            <a:off x="228600" y="762000"/>
            <a:ext cx="8229600" cy="5486400"/>
          </a:xfrm>
          <a:ln/>
        </p:spPr>
        <p:txBody>
          <a:bodyPr/>
          <a:lstStyle/>
          <a:p>
            <a:pPr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GB" b="1" dirty="0">
                <a:solidFill>
                  <a:schemeClr val="bg2"/>
                </a:solidFill>
                <a:latin typeface="Arial" charset="0"/>
                <a:cs typeface="Arial" charset="0"/>
              </a:rPr>
              <a:t>Practice deep breathing.</a:t>
            </a:r>
          </a:p>
          <a:p>
            <a:pPr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Font typeface="Arial" charset="0"/>
              <a:buNone/>
            </a:pPr>
            <a:r>
              <a:rPr lang="en-GB" b="1" dirty="0">
                <a:solidFill>
                  <a:schemeClr val="bg2"/>
                </a:solidFill>
                <a:latin typeface="Arial" charset="0"/>
                <a:cs typeface="Arial" charset="0"/>
              </a:rPr>
              <a:t>	Adrenalin causes you to breath shallowly. </a:t>
            </a:r>
          </a:p>
          <a:p>
            <a:pPr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Font typeface="Arial" charset="0"/>
              <a:buNone/>
              <a:tabLst>
                <a:tab pos="2406650" algn="l"/>
              </a:tabLst>
            </a:pPr>
            <a:r>
              <a:rPr lang="en-GB" b="1" dirty="0">
                <a:solidFill>
                  <a:schemeClr val="bg2"/>
                </a:solidFill>
                <a:latin typeface="Arial" charset="0"/>
                <a:cs typeface="Arial" charset="0"/>
              </a:rPr>
              <a:t>	Breath deeply to:	get more oxygen to your brain 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charset="0"/>
              <a:buNone/>
              <a:tabLst>
                <a:tab pos="2406650" algn="l"/>
              </a:tabLst>
            </a:pPr>
            <a:r>
              <a:rPr lang="en-GB" b="1" dirty="0">
                <a:solidFill>
                  <a:schemeClr val="bg2"/>
                </a:solidFill>
                <a:latin typeface="Arial" charset="0"/>
                <a:cs typeface="Arial" charset="0"/>
              </a:rPr>
              <a:t>		make you calmer. 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charset="0"/>
              <a:buNone/>
              <a:tabLst>
                <a:tab pos="2406650" algn="l"/>
              </a:tabLst>
            </a:pPr>
            <a:r>
              <a:rPr lang="en-GB" b="1" dirty="0">
                <a:solidFill>
                  <a:schemeClr val="bg2"/>
                </a:solidFill>
                <a:latin typeface="Arial" charset="0"/>
                <a:cs typeface="Arial" charset="0"/>
              </a:rPr>
              <a:t>		settle voice quivers</a:t>
            </a:r>
          </a:p>
          <a:p>
            <a:pPr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Font typeface="Arial" charset="0"/>
              <a:buNone/>
              <a:tabLst>
                <a:tab pos="2406650" algn="l"/>
              </a:tabLst>
            </a:pPr>
            <a:endParaRPr lang="en-GB" b="1" dirty="0">
              <a:solidFill>
                <a:schemeClr val="bg2"/>
              </a:solidFill>
              <a:latin typeface="Arial" charset="0"/>
              <a:cs typeface="Arial" charset="0"/>
            </a:endParaRPr>
          </a:p>
          <a:p>
            <a:pPr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Font typeface="Arial" charset="0"/>
              <a:buNone/>
              <a:tabLst>
                <a:tab pos="2406650" algn="l"/>
              </a:tabLst>
            </a:pPr>
            <a:endParaRPr lang="en-GB" b="1" dirty="0">
              <a:solidFill>
                <a:schemeClr val="bg2"/>
              </a:solidFill>
              <a:latin typeface="Arial" charset="0"/>
              <a:cs typeface="Arial" charset="0"/>
            </a:endParaRPr>
          </a:p>
          <a:p>
            <a:pPr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</a:pPr>
            <a:r>
              <a:rPr lang="en-GB" b="1" dirty="0">
                <a:solidFill>
                  <a:schemeClr val="bg2"/>
                </a:solidFill>
                <a:latin typeface="Arial" charset="0"/>
                <a:cs typeface="Arial" charset="0"/>
              </a:rPr>
              <a:t>Drink water.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charset="0"/>
              <a:buNone/>
            </a:pPr>
            <a:r>
              <a:rPr lang="en-GB" b="1" dirty="0">
                <a:solidFill>
                  <a:schemeClr val="bg2"/>
                </a:solidFill>
                <a:latin typeface="Arial" charset="0"/>
                <a:cs typeface="Arial" charset="0"/>
              </a:rPr>
              <a:t>	Adrenalin can cause a dry mouth. 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charset="0"/>
              <a:buNone/>
            </a:pPr>
            <a:r>
              <a:rPr lang="en-GB" b="1" dirty="0">
                <a:solidFill>
                  <a:schemeClr val="bg2"/>
                </a:solidFill>
                <a:latin typeface="Arial" charset="0"/>
                <a:cs typeface="Arial" charset="0"/>
              </a:rPr>
              <a:t>	Sip water occasionally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charset="0"/>
              <a:buNone/>
            </a:pPr>
            <a:r>
              <a:rPr lang="en-GB" b="1" dirty="0">
                <a:solidFill>
                  <a:schemeClr val="bg2"/>
                </a:solidFill>
                <a:latin typeface="Arial" charset="0"/>
                <a:cs typeface="Arial" charset="0"/>
              </a:rPr>
              <a:t>		(especially when you want to emphasize a point)</a:t>
            </a:r>
          </a:p>
          <a:p>
            <a:pPr>
              <a:lnSpc>
                <a:spcPct val="110000"/>
              </a:lnSpc>
              <a:spcBef>
                <a:spcPct val="0"/>
              </a:spcBef>
              <a:spcAft>
                <a:spcPct val="0"/>
              </a:spcAft>
            </a:pPr>
            <a:endParaRPr lang="en-GB" b="1" dirty="0">
              <a:solidFill>
                <a:schemeClr val="bg2"/>
              </a:solidFill>
              <a:latin typeface="Arial" charset="0"/>
              <a:cs typeface="Arial" charset="0"/>
            </a:endParaRPr>
          </a:p>
        </p:txBody>
      </p:sp>
      <p:sp>
        <p:nvSpPr>
          <p:cNvPr id="9220" name="Slide Number Placeholder 3"/>
          <p:cNvSpPr>
            <a:spLocks noGrp="1"/>
          </p:cNvSpPr>
          <p:nvPr>
            <p:ph type="sldNum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B748BE8F-1036-4D6D-8428-B4E9C2917E55}" type="slidenum">
              <a:rPr lang="en-GB" smtClean="0">
                <a:solidFill>
                  <a:schemeClr val="bg1"/>
                </a:solidFill>
                <a:latin typeface="Gill Sans MT" pitchFamily="34" charset="0"/>
              </a:rPr>
              <a:pPr eaLnBrk="1" hangingPunct="1"/>
              <a:t>9</a:t>
            </a:fld>
            <a:endParaRPr lang="en-GB" dirty="0">
              <a:solidFill>
                <a:schemeClr val="bg1"/>
              </a:solidFill>
              <a:latin typeface="Gill Sans MT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67525354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1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1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81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81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81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81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81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81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819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819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819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819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819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819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819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819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819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819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195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" y="762000"/>
            <a:ext cx="8846063" cy="5657578"/>
          </a:xfrm>
          <a:prstGeom prst="rect">
            <a:avLst/>
          </a:prstGeom>
        </p:spPr>
      </p:pic>
      <p:sp>
        <p:nvSpPr>
          <p:cNvPr id="10242" name="Title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609600"/>
          </a:xfrm>
        </p:spPr>
        <p:txBody>
          <a:bodyPr/>
          <a:lstStyle/>
          <a:p>
            <a:r>
              <a:rPr lang="en-US"/>
              <a:t>Relaxation Techniques</a:t>
            </a:r>
          </a:p>
        </p:txBody>
      </p:sp>
      <p:sp>
        <p:nvSpPr>
          <p:cNvPr id="8195" name="Content Placeholder 2"/>
          <p:cNvSpPr>
            <a:spLocks noGrp="1"/>
          </p:cNvSpPr>
          <p:nvPr>
            <p:ph idx="1"/>
          </p:nvPr>
        </p:nvSpPr>
        <p:spPr>
          <a:xfrm>
            <a:off x="304799" y="838200"/>
            <a:ext cx="8839201" cy="5486400"/>
          </a:xfrm>
          <a:ln/>
        </p:spPr>
        <p:txBody>
          <a:bodyPr/>
          <a:lstStyle/>
          <a:p>
            <a:pPr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GB" b="1" dirty="0">
                <a:solidFill>
                  <a:schemeClr val="bg2"/>
                </a:solidFill>
                <a:latin typeface="Arial" charset="0"/>
                <a:cs typeface="Arial" charset="0"/>
              </a:rPr>
              <a:t>Smile.</a:t>
            </a:r>
          </a:p>
          <a:p>
            <a:pPr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n-GB" sz="1800" b="1" dirty="0">
                <a:solidFill>
                  <a:schemeClr val="bg2"/>
                </a:solidFill>
                <a:latin typeface="Arial" charset="0"/>
                <a:cs typeface="Arial" charset="0"/>
              </a:rPr>
              <a:t>	</a:t>
            </a:r>
            <a:r>
              <a:rPr lang="en-GB" sz="1900" b="1" dirty="0">
                <a:solidFill>
                  <a:schemeClr val="bg2"/>
                </a:solidFill>
                <a:latin typeface="Arial" charset="0"/>
                <a:cs typeface="Arial" charset="0"/>
              </a:rPr>
              <a:t>A natural relaxant that sends positive chemicals through your body.</a:t>
            </a:r>
          </a:p>
          <a:p>
            <a:pPr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</a:pPr>
            <a:endParaRPr lang="en-GB" b="1" dirty="0">
              <a:solidFill>
                <a:schemeClr val="bg2"/>
              </a:solidFill>
              <a:latin typeface="Arial" charset="0"/>
              <a:cs typeface="Arial" charset="0"/>
            </a:endParaRPr>
          </a:p>
          <a:p>
            <a:pPr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GB" b="1" dirty="0">
                <a:solidFill>
                  <a:schemeClr val="bg2"/>
                </a:solidFill>
                <a:latin typeface="Arial" charset="0"/>
                <a:cs typeface="Arial" charset="0"/>
              </a:rPr>
              <a:t>Use visualisation techniques.</a:t>
            </a:r>
          </a:p>
          <a:p>
            <a:pPr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n-GB" sz="1900" b="1" dirty="0">
                <a:solidFill>
                  <a:schemeClr val="bg2"/>
                </a:solidFill>
                <a:latin typeface="Arial" charset="0"/>
                <a:cs typeface="Arial" charset="0"/>
              </a:rPr>
              <a:t>	Imagine an audience that is interested, enthusiastic, smiling, and reacting positively. Cement this positive image in your mind and recall it right before you are ready to go on.</a:t>
            </a:r>
          </a:p>
          <a:p>
            <a:pPr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Font typeface="Arial" charset="0"/>
              <a:buNone/>
            </a:pPr>
            <a:endParaRPr lang="en-GB" b="1" dirty="0">
              <a:solidFill>
                <a:schemeClr val="bg2"/>
              </a:solidFill>
              <a:latin typeface="Arial" charset="0"/>
              <a:cs typeface="Arial" charset="0"/>
            </a:endParaRPr>
          </a:p>
          <a:p>
            <a:pPr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</a:pPr>
            <a:r>
              <a:rPr b="1" dirty="0">
                <a:solidFill>
                  <a:schemeClr val="bg2"/>
                </a:solidFill>
                <a:latin typeface="Arial" charset="0"/>
                <a:cs typeface="Arial" charset="0"/>
              </a:rPr>
              <a:t>Make eye contact and smile.</a:t>
            </a:r>
          </a:p>
          <a:p>
            <a:pPr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Font typeface="Arial" charset="0"/>
              <a:buNone/>
            </a:pPr>
            <a:r>
              <a:rPr sz="1900" b="1" dirty="0">
                <a:solidFill>
                  <a:schemeClr val="bg2"/>
                </a:solidFill>
                <a:latin typeface="Arial" charset="0"/>
                <a:cs typeface="Arial" charset="0"/>
              </a:rPr>
              <a:t>	Just before you start talking, pause, make eye contact, and smile. This last moment of peace is very relaxing and gives you time to adjust to being the </a:t>
            </a:r>
            <a:r>
              <a:rPr sz="1900" b="1" dirty="0" err="1">
                <a:solidFill>
                  <a:schemeClr val="bg2"/>
                </a:solidFill>
                <a:latin typeface="Arial" charset="0"/>
                <a:cs typeface="Arial" charset="0"/>
              </a:rPr>
              <a:t>centre</a:t>
            </a:r>
            <a:r>
              <a:rPr sz="1900" b="1" dirty="0">
                <a:solidFill>
                  <a:schemeClr val="bg2"/>
                </a:solidFill>
                <a:latin typeface="Arial" charset="0"/>
                <a:cs typeface="Arial" charset="0"/>
              </a:rPr>
              <a:t> of attention.</a:t>
            </a:r>
          </a:p>
          <a:p>
            <a:pPr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Font typeface="Arial" charset="0"/>
              <a:buNone/>
            </a:pPr>
            <a:endParaRPr lang="en-GB" b="1" dirty="0">
              <a:solidFill>
                <a:schemeClr val="bg2"/>
              </a:solidFill>
              <a:latin typeface="Arial" charset="0"/>
              <a:cs typeface="Arial" charset="0"/>
            </a:endParaRPr>
          </a:p>
          <a:p>
            <a:pPr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</a:pPr>
            <a:endParaRPr lang="en-GB" b="1" dirty="0">
              <a:solidFill>
                <a:schemeClr val="bg2"/>
              </a:solidFill>
              <a:latin typeface="Arial" charset="0"/>
              <a:cs typeface="Arial" charset="0"/>
            </a:endParaRPr>
          </a:p>
        </p:txBody>
      </p:sp>
      <p:sp>
        <p:nvSpPr>
          <p:cNvPr id="10244" name="Slide Number Placeholder 3"/>
          <p:cNvSpPr>
            <a:spLocks noGrp="1"/>
          </p:cNvSpPr>
          <p:nvPr>
            <p:ph type="sldNum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419B0032-2996-4212-A043-3DDD50ED7BCD}" type="slidenum">
              <a:rPr lang="en-GB" smtClean="0">
                <a:solidFill>
                  <a:schemeClr val="bg1"/>
                </a:solidFill>
                <a:latin typeface="Gill Sans MT" pitchFamily="34" charset="0"/>
              </a:rPr>
              <a:pPr eaLnBrk="1" hangingPunct="1"/>
              <a:t>10</a:t>
            </a:fld>
            <a:endParaRPr lang="en-GB" dirty="0">
              <a:solidFill>
                <a:schemeClr val="bg1"/>
              </a:solidFill>
              <a:latin typeface="Gill Sans MT" pitchFamily="34" charset="0"/>
            </a:endParaRPr>
          </a:p>
        </p:txBody>
      </p:sp>
      <p:pic>
        <p:nvPicPr>
          <p:cNvPr id="10249" name="Picture 9" descr="C:\Users\Internet User\AppData\Local\Microsoft\Windows\Temporary Internet Files\Content.IE5\16M8TSQZ\MCj04382050000[1].wmf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00200" y="609600"/>
            <a:ext cx="762000" cy="7635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682577955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1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1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81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81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*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024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1024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02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1000" de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81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81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819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819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819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819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819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819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195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3"/>
          <a:srcRect l="17985" t="8499" r="10348" b="9981"/>
          <a:stretch/>
        </p:blipFill>
        <p:spPr>
          <a:xfrm>
            <a:off x="228600" y="724178"/>
            <a:ext cx="8915400" cy="5657572"/>
          </a:xfrm>
          <a:prstGeom prst="rect">
            <a:avLst/>
          </a:prstGeom>
        </p:spPr>
      </p:pic>
      <p:sp>
        <p:nvSpPr>
          <p:cNvPr id="11266" name="Title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609600"/>
          </a:xfrm>
        </p:spPr>
        <p:txBody>
          <a:bodyPr/>
          <a:lstStyle/>
          <a:p>
            <a:r>
              <a:rPr lang="en-US"/>
              <a:t>Relaxation Techniques</a:t>
            </a:r>
          </a:p>
        </p:txBody>
      </p:sp>
      <p:sp>
        <p:nvSpPr>
          <p:cNvPr id="9219" name="Content Placeholder 2"/>
          <p:cNvSpPr>
            <a:spLocks noGrp="1"/>
          </p:cNvSpPr>
          <p:nvPr>
            <p:ph idx="1"/>
          </p:nvPr>
        </p:nvSpPr>
        <p:spPr>
          <a:xfrm>
            <a:off x="457200" y="914400"/>
            <a:ext cx="8458200" cy="5486400"/>
          </a:xfrm>
          <a:ln/>
        </p:spPr>
        <p:txBody>
          <a:bodyPr/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b="1" dirty="0">
                <a:solidFill>
                  <a:schemeClr val="bg2"/>
                </a:solidFill>
                <a:latin typeface="Arial" charset="0"/>
                <a:cs typeface="Arial" charset="0"/>
              </a:rPr>
              <a:t>Speak slowly.</a:t>
            </a:r>
          </a:p>
          <a:p>
            <a:pPr>
              <a:spcBef>
                <a:spcPts val="600"/>
              </a:spcBef>
              <a:spcAft>
                <a:spcPts val="600"/>
              </a:spcAft>
              <a:buFont typeface="Arial" charset="0"/>
              <a:buNone/>
            </a:pPr>
            <a:r>
              <a:rPr sz="1900" b="1" dirty="0">
                <a:solidFill>
                  <a:schemeClr val="bg2"/>
                </a:solidFill>
                <a:latin typeface="Arial" charset="0"/>
                <a:cs typeface="Arial" charset="0"/>
              </a:rPr>
              <a:t>	Speak more slowly than you would in a conversation, and leave longer pauses between sentences. </a:t>
            </a:r>
            <a:endParaRPr lang="en-US" sz="1900" b="1" dirty="0">
              <a:solidFill>
                <a:schemeClr val="bg2"/>
              </a:solidFill>
              <a:latin typeface="Arial" charset="0"/>
              <a:cs typeface="Arial" charset="0"/>
            </a:endParaRPr>
          </a:p>
          <a:p>
            <a:pPr>
              <a:spcBef>
                <a:spcPts val="600"/>
              </a:spcBef>
              <a:spcAft>
                <a:spcPts val="600"/>
              </a:spcAft>
              <a:buFont typeface="Arial" charset="0"/>
              <a:buNone/>
            </a:pPr>
            <a:r>
              <a:rPr lang="en-US" sz="1900" b="1" dirty="0">
                <a:solidFill>
                  <a:schemeClr val="bg2"/>
                </a:solidFill>
                <a:latin typeface="Arial" charset="0"/>
                <a:cs typeface="Arial" charset="0"/>
              </a:rPr>
              <a:t>	</a:t>
            </a:r>
            <a:r>
              <a:rPr sz="1900" b="1" dirty="0">
                <a:solidFill>
                  <a:schemeClr val="bg2"/>
                </a:solidFill>
                <a:latin typeface="Arial" charset="0"/>
                <a:cs typeface="Arial" charset="0"/>
              </a:rPr>
              <a:t>This slower pace will calm you down, and you will be heard, especially at the back of a large room.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endParaRPr b="1" dirty="0">
              <a:solidFill>
                <a:schemeClr val="bg2"/>
              </a:solidFill>
              <a:latin typeface="Arial" charset="0"/>
              <a:cs typeface="Arial" charset="0"/>
            </a:endParaRP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b="1" dirty="0">
                <a:solidFill>
                  <a:schemeClr val="bg2"/>
                </a:solidFill>
                <a:latin typeface="Arial" charset="0"/>
                <a:cs typeface="Arial" charset="0"/>
              </a:rPr>
              <a:t>Move around during your presentation. </a:t>
            </a:r>
          </a:p>
          <a:p>
            <a:pPr>
              <a:spcBef>
                <a:spcPts val="600"/>
              </a:spcBef>
              <a:spcAft>
                <a:spcPts val="600"/>
              </a:spcAft>
              <a:buNone/>
            </a:pPr>
            <a:r>
              <a:rPr sz="1900" b="1" dirty="0">
                <a:solidFill>
                  <a:schemeClr val="bg2"/>
                </a:solidFill>
                <a:latin typeface="Arial" charset="0"/>
                <a:cs typeface="Arial" charset="0"/>
              </a:rPr>
              <a:t>	This will expend some of your nervous energy.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endParaRPr b="1" dirty="0">
              <a:solidFill>
                <a:schemeClr val="bg2"/>
              </a:solidFill>
              <a:latin typeface="Arial" charset="0"/>
              <a:cs typeface="Arial" charset="0"/>
            </a:endParaRP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b="1" i="1" dirty="0">
                <a:latin typeface="Arial" charset="0"/>
                <a:cs typeface="Arial" charset="0"/>
              </a:rPr>
              <a:t>STOP THINKING ABOUT YOURSELF!</a:t>
            </a:r>
          </a:p>
          <a:p>
            <a:pPr>
              <a:spcBef>
                <a:spcPts val="600"/>
              </a:spcBef>
              <a:spcAft>
                <a:spcPts val="600"/>
              </a:spcAft>
              <a:buNone/>
            </a:pPr>
            <a:r>
              <a:rPr b="1" dirty="0">
                <a:solidFill>
                  <a:schemeClr val="bg2"/>
                </a:solidFill>
                <a:latin typeface="Arial" charset="0"/>
                <a:cs typeface="Arial" charset="0"/>
              </a:rPr>
              <a:t>	</a:t>
            </a:r>
            <a:r>
              <a:rPr sz="1900" b="1" dirty="0">
                <a:solidFill>
                  <a:schemeClr val="bg2"/>
                </a:solidFill>
                <a:latin typeface="Arial" charset="0"/>
                <a:cs typeface="Arial" charset="0"/>
              </a:rPr>
              <a:t>Remember that the audience is there to get some information and it is your job to put it across to them. </a:t>
            </a:r>
            <a:endParaRPr lang="en-US" sz="1900" b="1" dirty="0">
              <a:solidFill>
                <a:schemeClr val="bg2"/>
              </a:solidFill>
              <a:latin typeface="Arial" charset="0"/>
              <a:cs typeface="Arial" charset="0"/>
            </a:endParaRPr>
          </a:p>
          <a:p>
            <a:pPr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1900" b="1" dirty="0">
                <a:solidFill>
                  <a:schemeClr val="bg2"/>
                </a:solidFill>
                <a:latin typeface="Arial" charset="0"/>
                <a:cs typeface="Arial" charset="0"/>
              </a:rPr>
              <a:t>								(</a:t>
            </a:r>
            <a:r>
              <a:rPr sz="1900" b="1" dirty="0" err="1">
                <a:solidFill>
                  <a:schemeClr val="bg2"/>
                </a:solidFill>
                <a:latin typeface="Arial" charset="0"/>
                <a:cs typeface="Arial" charset="0"/>
              </a:rPr>
              <a:t>Mindtools</a:t>
            </a:r>
            <a:r>
              <a:rPr lang="en-US" sz="1900" b="1" dirty="0" err="1">
                <a:solidFill>
                  <a:schemeClr val="bg2"/>
                </a:solidFill>
                <a:latin typeface="Arial" charset="0"/>
                <a:cs typeface="Arial" charset="0"/>
              </a:rPr>
              <a:t>,n.d</a:t>
            </a:r>
            <a:r>
              <a:rPr lang="en-US" sz="1900" b="1" dirty="0">
                <a:solidFill>
                  <a:schemeClr val="bg2"/>
                </a:solidFill>
                <a:latin typeface="Arial" charset="0"/>
                <a:cs typeface="Arial" charset="0"/>
              </a:rPr>
              <a:t>.).</a:t>
            </a:r>
            <a:r>
              <a:rPr sz="1900" b="1" dirty="0">
                <a:solidFill>
                  <a:schemeClr val="bg2"/>
                </a:solidFill>
                <a:latin typeface="Arial" charset="0"/>
                <a:cs typeface="Arial" charset="0"/>
              </a:rPr>
              <a:t> </a:t>
            </a:r>
          </a:p>
        </p:txBody>
      </p:sp>
      <p:sp>
        <p:nvSpPr>
          <p:cNvPr id="11268" name="Slide Number Placeholder 3"/>
          <p:cNvSpPr>
            <a:spLocks noGrp="1"/>
          </p:cNvSpPr>
          <p:nvPr>
            <p:ph type="sldNum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7EEC736E-7964-4983-B1A5-6566F4C647A2}" type="slidenum">
              <a:rPr lang="en-GB" smtClean="0">
                <a:solidFill>
                  <a:schemeClr val="bg1"/>
                </a:solidFill>
                <a:latin typeface="Gill Sans MT" pitchFamily="34" charset="0"/>
              </a:rPr>
              <a:pPr eaLnBrk="1" hangingPunct="1"/>
              <a:t>11</a:t>
            </a:fld>
            <a:endParaRPr lang="en-GB" dirty="0">
              <a:solidFill>
                <a:schemeClr val="bg1"/>
              </a:solidFill>
              <a:latin typeface="Gill Sans MT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31824870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2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2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92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92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92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92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92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92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921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921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921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921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921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921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921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921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219" grpId="0" uiExpand="1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3"/>
          <a:srcRect r="15329"/>
          <a:stretch/>
        </p:blipFill>
        <p:spPr>
          <a:xfrm>
            <a:off x="228601" y="1676400"/>
            <a:ext cx="8839199" cy="4962574"/>
          </a:xfrm>
          <a:prstGeom prst="rect">
            <a:avLst/>
          </a:prstGeom>
        </p:spPr>
      </p:pic>
      <p:sp>
        <p:nvSpPr>
          <p:cNvPr id="12290" name="Title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609600"/>
          </a:xfrm>
        </p:spPr>
        <p:txBody>
          <a:bodyPr/>
          <a:lstStyle/>
          <a:p>
            <a:r>
              <a:rPr lang="en-GB"/>
              <a:t>Making Presentations – Stages</a:t>
            </a:r>
            <a:endParaRPr lang="en-US"/>
          </a:p>
        </p:txBody>
      </p:sp>
      <p:sp>
        <p:nvSpPr>
          <p:cNvPr id="12291" name="Content Placeholder 2"/>
          <p:cNvSpPr>
            <a:spLocks noGrp="1"/>
          </p:cNvSpPr>
          <p:nvPr>
            <p:ph idx="1"/>
          </p:nvPr>
        </p:nvSpPr>
        <p:spPr>
          <a:ln/>
        </p:spPr>
        <p:txBody>
          <a:bodyPr/>
          <a:lstStyle/>
          <a:p>
            <a:endParaRPr dirty="0">
              <a:latin typeface="Arial" charset="0"/>
              <a:cs typeface="Arial" charset="0"/>
            </a:endParaRPr>
          </a:p>
          <a:p>
            <a:r>
              <a:rPr dirty="0">
                <a:solidFill>
                  <a:schemeClr val="bg2"/>
                </a:solidFill>
                <a:latin typeface="Arial" charset="0"/>
                <a:cs typeface="Arial" charset="0"/>
              </a:rPr>
              <a:t>There are three stages involved with making presentations:</a:t>
            </a:r>
          </a:p>
          <a:p>
            <a:endParaRPr dirty="0">
              <a:latin typeface="Arial" charset="0"/>
              <a:cs typeface="Arial" charset="0"/>
            </a:endParaRPr>
          </a:p>
          <a:p>
            <a:pPr lvl="1"/>
            <a:endParaRPr dirty="0">
              <a:latin typeface="Arial" charset="0"/>
              <a:cs typeface="Arial" charset="0"/>
            </a:endParaRPr>
          </a:p>
          <a:p>
            <a:pPr lvl="1"/>
            <a:endParaRPr dirty="0">
              <a:latin typeface="Arial" charset="0"/>
              <a:cs typeface="Arial" charset="0"/>
            </a:endParaRPr>
          </a:p>
        </p:txBody>
      </p:sp>
      <p:sp>
        <p:nvSpPr>
          <p:cNvPr id="12292" name="Slide Number Placeholder 3"/>
          <p:cNvSpPr>
            <a:spLocks noGrp="1"/>
          </p:cNvSpPr>
          <p:nvPr>
            <p:ph type="sldNum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B3752A9A-3F40-4849-AEB5-61A4B083EC40}" type="slidenum">
              <a:rPr lang="en-GB" smtClean="0">
                <a:solidFill>
                  <a:schemeClr val="bg1"/>
                </a:solidFill>
                <a:latin typeface="Gill Sans MT" pitchFamily="34" charset="0"/>
              </a:rPr>
              <a:pPr eaLnBrk="1" hangingPunct="1"/>
              <a:t>12</a:t>
            </a:fld>
            <a:endParaRPr lang="en-GB" dirty="0">
              <a:solidFill>
                <a:schemeClr val="bg1"/>
              </a:solidFill>
              <a:latin typeface="Gill Sans MT" pitchFamily="34" charset="0"/>
            </a:endParaRPr>
          </a:p>
        </p:txBody>
      </p:sp>
      <p:pic>
        <p:nvPicPr>
          <p:cNvPr id="12294" name="Picture 10" descr="D:\My Pictures\Presentations\presentation.jp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0063" y="1752600"/>
            <a:ext cx="2293937" cy="1828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10" name="Diagram 9"/>
          <p:cNvGraphicFramePr/>
          <p:nvPr>
            <p:extLst>
              <p:ext uri="{D42A27DB-BD31-4B8C-83A1-F6EECF244321}">
                <p14:modId xmlns:p14="http://schemas.microsoft.com/office/powerpoint/2010/main" val="1356626826"/>
              </p:ext>
            </p:extLst>
          </p:nvPr>
        </p:nvGraphicFramePr>
        <p:xfrm>
          <a:off x="762000" y="1600200"/>
          <a:ext cx="6096000" cy="4064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5" r:lo="rId6" r:qs="rId7" r:cs="rId8"/>
          </a:graphicData>
        </a:graphic>
      </p:graphicFrame>
    </p:spTree>
    <p:extLst>
      <p:ext uri="{BB962C8B-B14F-4D97-AF65-F5344CB8AC3E}">
        <p14:creationId xmlns:p14="http://schemas.microsoft.com/office/powerpoint/2010/main" val="2844933448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10" grpId="0">
        <p:bldAsOne/>
      </p:bldGraphic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3"/>
          <a:srcRect r="15329"/>
          <a:stretch/>
        </p:blipFill>
        <p:spPr>
          <a:xfrm>
            <a:off x="228601" y="1676400"/>
            <a:ext cx="8839199" cy="4962574"/>
          </a:xfrm>
          <a:prstGeom prst="rect">
            <a:avLst/>
          </a:prstGeom>
        </p:spPr>
      </p:pic>
      <p:sp>
        <p:nvSpPr>
          <p:cNvPr id="13314" name="Title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609600"/>
          </a:xfrm>
        </p:spPr>
        <p:txBody>
          <a:bodyPr/>
          <a:lstStyle/>
          <a:p>
            <a:r>
              <a:rPr lang="en-US"/>
              <a:t>Preparation</a:t>
            </a:r>
          </a:p>
        </p:txBody>
      </p:sp>
      <p:sp>
        <p:nvSpPr>
          <p:cNvPr id="9219" name="Content Placeholder 2"/>
          <p:cNvSpPr>
            <a:spLocks noGrp="1"/>
          </p:cNvSpPr>
          <p:nvPr>
            <p:ph idx="1"/>
          </p:nvPr>
        </p:nvSpPr>
        <p:spPr>
          <a:xfrm>
            <a:off x="304800" y="762000"/>
            <a:ext cx="8229600" cy="5486400"/>
          </a:xfrm>
          <a:ln/>
        </p:spPr>
        <p:txBody>
          <a:bodyPr/>
          <a:lstStyle/>
          <a:p>
            <a:pPr>
              <a:spcBef>
                <a:spcPts val="600"/>
              </a:spcBef>
              <a:spcAft>
                <a:spcPts val="600"/>
              </a:spcAft>
              <a:buFont typeface="Arial" charset="0"/>
              <a:buNone/>
              <a:defRPr/>
            </a:pPr>
            <a:r>
              <a:rPr dirty="0">
                <a:solidFill>
                  <a:srgbClr val="FFCC00"/>
                </a:solidFill>
                <a:latin typeface="Arial" charset="0"/>
                <a:cs typeface="Arial" charset="0"/>
              </a:rPr>
              <a:t>Before you begin to prepare a presentation, you need to ask yourself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/>
            </a:pPr>
            <a:r>
              <a:rPr sz="2000" dirty="0">
                <a:solidFill>
                  <a:srgbClr val="FFCC00"/>
                </a:solidFill>
                <a:latin typeface="Arial" charset="0"/>
                <a:cs typeface="Arial" charset="0"/>
              </a:rPr>
              <a:t>What is the </a:t>
            </a:r>
            <a:r>
              <a:rPr sz="2000" dirty="0">
                <a:latin typeface="Arial" charset="0"/>
                <a:cs typeface="Arial" charset="0"/>
              </a:rPr>
              <a:t>purpose</a:t>
            </a:r>
            <a:r>
              <a:rPr sz="2000" dirty="0">
                <a:solidFill>
                  <a:srgbClr val="FFCC00"/>
                </a:solidFill>
                <a:latin typeface="Arial" charset="0"/>
                <a:cs typeface="Arial" charset="0"/>
              </a:rPr>
              <a:t> of the presentation?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/>
            </a:pPr>
            <a:r>
              <a:rPr sz="2000" dirty="0">
                <a:solidFill>
                  <a:srgbClr val="FFCC00"/>
                </a:solidFill>
                <a:latin typeface="Arial" charset="0"/>
                <a:cs typeface="Arial" charset="0"/>
              </a:rPr>
              <a:t>Who is the </a:t>
            </a:r>
            <a:r>
              <a:rPr sz="2000" dirty="0">
                <a:latin typeface="Arial" charset="0"/>
                <a:cs typeface="Arial" charset="0"/>
              </a:rPr>
              <a:t>audience</a:t>
            </a:r>
            <a:r>
              <a:rPr sz="2000" dirty="0">
                <a:solidFill>
                  <a:srgbClr val="FFCC00"/>
                </a:solidFill>
                <a:latin typeface="Arial" charset="0"/>
                <a:cs typeface="Arial" charset="0"/>
              </a:rPr>
              <a:t>?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/>
            </a:pPr>
            <a:r>
              <a:rPr sz="2000" dirty="0">
                <a:solidFill>
                  <a:srgbClr val="FFCC00"/>
                </a:solidFill>
                <a:latin typeface="Arial" charset="0"/>
                <a:cs typeface="Arial" charset="0"/>
              </a:rPr>
              <a:t>What are the </a:t>
            </a:r>
            <a:r>
              <a:rPr sz="2000" dirty="0">
                <a:latin typeface="Arial" charset="0"/>
                <a:cs typeface="Arial" charset="0"/>
              </a:rPr>
              <a:t>circumstances</a:t>
            </a:r>
            <a:r>
              <a:rPr sz="2000" dirty="0">
                <a:solidFill>
                  <a:srgbClr val="FFCC00"/>
                </a:solidFill>
                <a:latin typeface="Arial" charset="0"/>
                <a:cs typeface="Arial" charset="0"/>
              </a:rPr>
              <a:t>?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/>
            </a:pPr>
            <a:endParaRPr sz="2000" dirty="0">
              <a:solidFill>
                <a:srgbClr val="FFCC00"/>
              </a:solidFill>
              <a:latin typeface="Arial" charset="0"/>
              <a:cs typeface="Arial" charset="0"/>
            </a:endParaRPr>
          </a:p>
          <a:p>
            <a:pPr marL="342900" lvl="1" indent="-342900">
              <a:buFont typeface="Wingdings" pitchFamily="2" charset="2"/>
              <a:buChar char=""/>
              <a:defRPr/>
            </a:pPr>
            <a:r>
              <a:rPr sz="2000" b="1" dirty="0">
                <a:latin typeface="Arial" charset="0"/>
                <a:ea typeface="+mn-ea"/>
                <a:cs typeface="Arial" charset="0"/>
              </a:rPr>
              <a:t>The purpose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buFont typeface="Arial" charset="0"/>
              <a:buNone/>
              <a:defRPr/>
            </a:pPr>
            <a:r>
              <a:rPr sz="2000" dirty="0">
                <a:solidFill>
                  <a:srgbClr val="FFCC00"/>
                </a:solidFill>
                <a:latin typeface="Arial" charset="0"/>
                <a:cs typeface="Arial" charset="0"/>
              </a:rPr>
              <a:t>There are three categories into which the purpose of most presentations falls: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/>
            </a:pPr>
            <a:r>
              <a:rPr sz="2000" dirty="0">
                <a:solidFill>
                  <a:srgbClr val="FFCC00"/>
                </a:solidFill>
                <a:latin typeface="Arial" charset="0"/>
                <a:cs typeface="Arial" charset="0"/>
              </a:rPr>
              <a:t>To communication information (knowledge </a:t>
            </a:r>
            <a:r>
              <a:rPr lang="en-US" sz="2000" dirty="0">
                <a:solidFill>
                  <a:srgbClr val="FFCC00"/>
                </a:solidFill>
                <a:latin typeface="Arial" charset="0"/>
                <a:cs typeface="Arial" charset="0"/>
              </a:rPr>
              <a:t>/</a:t>
            </a:r>
            <a:r>
              <a:rPr sz="2000" dirty="0">
                <a:solidFill>
                  <a:srgbClr val="FFCC00"/>
                </a:solidFill>
                <a:latin typeface="Arial" charset="0"/>
                <a:cs typeface="Arial" charset="0"/>
              </a:rPr>
              <a:t> teach).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/>
            </a:pPr>
            <a:r>
              <a:rPr sz="2000" dirty="0">
                <a:solidFill>
                  <a:srgbClr val="FFCC00"/>
                </a:solidFill>
                <a:latin typeface="Arial" charset="0"/>
                <a:cs typeface="Arial" charset="0"/>
              </a:rPr>
              <a:t>To make a proposition.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/>
            </a:pPr>
            <a:r>
              <a:rPr sz="2000" dirty="0">
                <a:solidFill>
                  <a:srgbClr val="FFCC00"/>
                </a:solidFill>
                <a:latin typeface="Arial" charset="0"/>
                <a:cs typeface="Arial" charset="0"/>
              </a:rPr>
              <a:t>To inspire and motivate.</a:t>
            </a:r>
          </a:p>
        </p:txBody>
      </p:sp>
      <p:sp>
        <p:nvSpPr>
          <p:cNvPr id="13316" name="Slide Number Placeholder 3"/>
          <p:cNvSpPr>
            <a:spLocks noGrp="1"/>
          </p:cNvSpPr>
          <p:nvPr>
            <p:ph type="sldNum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B4F40C29-7ECB-4C7E-B7CE-CEDA0BF7FCFD}" type="slidenum">
              <a:rPr lang="en-GB" smtClean="0">
                <a:solidFill>
                  <a:schemeClr val="bg1"/>
                </a:solidFill>
                <a:latin typeface="Gill Sans MT" pitchFamily="34" charset="0"/>
              </a:rPr>
              <a:pPr eaLnBrk="1" hangingPunct="1"/>
              <a:t>13</a:t>
            </a:fld>
            <a:endParaRPr lang="en-GB" dirty="0">
              <a:solidFill>
                <a:schemeClr val="bg1"/>
              </a:solidFill>
              <a:latin typeface="Gill Sans MT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53392589"/>
      </p:ext>
    </p:extLst>
  </p:cSld>
  <p:clrMapOvr>
    <a:masterClrMapping/>
  </p:clrMapOvr>
  <p:transition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3"/>
          <a:srcRect r="23862"/>
          <a:stretch/>
        </p:blipFill>
        <p:spPr>
          <a:xfrm>
            <a:off x="228601" y="1666266"/>
            <a:ext cx="8839199" cy="4962574"/>
          </a:xfrm>
          <a:prstGeom prst="rect">
            <a:avLst/>
          </a:prstGeom>
        </p:spPr>
      </p:pic>
      <p:sp>
        <p:nvSpPr>
          <p:cNvPr id="14338" name="Title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609600"/>
          </a:xfrm>
        </p:spPr>
        <p:txBody>
          <a:bodyPr/>
          <a:lstStyle/>
          <a:p>
            <a:r>
              <a:rPr lang="en-US"/>
              <a:t>Preparation</a:t>
            </a:r>
          </a:p>
        </p:txBody>
      </p:sp>
      <p:sp>
        <p:nvSpPr>
          <p:cNvPr id="14339" name="Content Placeholder 2"/>
          <p:cNvSpPr>
            <a:spLocks noGrp="1"/>
          </p:cNvSpPr>
          <p:nvPr>
            <p:ph idx="1"/>
          </p:nvPr>
        </p:nvSpPr>
        <p:spPr>
          <a:xfrm>
            <a:off x="304800" y="685800"/>
            <a:ext cx="8229600" cy="5486400"/>
          </a:xfrm>
          <a:ln/>
        </p:spPr>
        <p:txBody>
          <a:bodyPr/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GB" b="1" dirty="0">
                <a:latin typeface="Arial" charset="0"/>
                <a:cs typeface="Arial" charset="0"/>
              </a:rPr>
              <a:t>The audience</a:t>
            </a:r>
          </a:p>
          <a:p>
            <a:pPr>
              <a:spcBef>
                <a:spcPts val="600"/>
              </a:spcBef>
              <a:spcAft>
                <a:spcPts val="600"/>
              </a:spcAft>
              <a:buFont typeface="Arial" charset="0"/>
              <a:buNone/>
            </a:pPr>
            <a:r>
              <a:rPr lang="en-GB" dirty="0">
                <a:solidFill>
                  <a:schemeClr val="bg2"/>
                </a:solidFill>
                <a:latin typeface="Arial" charset="0"/>
                <a:cs typeface="Arial" charset="0"/>
              </a:rPr>
              <a:t>	</a:t>
            </a:r>
            <a:r>
              <a:rPr lang="en-GB" dirty="0">
                <a:solidFill>
                  <a:srgbClr val="FFCC00"/>
                </a:solidFill>
                <a:latin typeface="Arial" charset="0"/>
                <a:cs typeface="Arial" charset="0"/>
              </a:rPr>
              <a:t>The members of the audience will influence the presentation in several ways.  </a:t>
            </a:r>
          </a:p>
          <a:p>
            <a:pPr>
              <a:spcBef>
                <a:spcPts val="600"/>
              </a:spcBef>
              <a:spcAft>
                <a:spcPts val="600"/>
              </a:spcAft>
              <a:buFont typeface="Arial" charset="0"/>
              <a:buNone/>
            </a:pPr>
            <a:r>
              <a:rPr lang="en-GB" dirty="0">
                <a:solidFill>
                  <a:srgbClr val="FFCC00"/>
                </a:solidFill>
                <a:latin typeface="Arial" charset="0"/>
                <a:cs typeface="Arial" charset="0"/>
              </a:rPr>
              <a:t>	Before beginning to prepare, consider the following questions:</a:t>
            </a:r>
          </a:p>
          <a:p>
            <a:pPr marL="631825" lvl="1">
              <a:spcBef>
                <a:spcPts val="600"/>
              </a:spcBef>
              <a:spcAft>
                <a:spcPts val="600"/>
              </a:spcAft>
            </a:pPr>
            <a:r>
              <a:rPr lang="en-GB" sz="2000" dirty="0">
                <a:solidFill>
                  <a:srgbClr val="FFCC00"/>
                </a:solidFill>
                <a:latin typeface="Arial" charset="0"/>
                <a:cs typeface="Arial" charset="0"/>
              </a:rPr>
              <a:t>Who will be present and how many?</a:t>
            </a:r>
          </a:p>
          <a:p>
            <a:pPr marL="631825" lvl="1">
              <a:spcBef>
                <a:spcPts val="600"/>
              </a:spcBef>
              <a:spcAft>
                <a:spcPts val="600"/>
              </a:spcAft>
            </a:pPr>
            <a:r>
              <a:rPr lang="en-GB" sz="2000" dirty="0">
                <a:solidFill>
                  <a:srgbClr val="FFCC00"/>
                </a:solidFill>
                <a:latin typeface="Arial" charset="0"/>
                <a:cs typeface="Arial" charset="0"/>
              </a:rPr>
              <a:t>How much do they know?</a:t>
            </a:r>
          </a:p>
          <a:p>
            <a:pPr marL="631825" lvl="1">
              <a:spcBef>
                <a:spcPts val="600"/>
              </a:spcBef>
              <a:spcAft>
                <a:spcPts val="600"/>
              </a:spcAft>
            </a:pPr>
            <a:r>
              <a:rPr lang="en-GB" sz="2000" dirty="0">
                <a:solidFill>
                  <a:srgbClr val="FFCC00"/>
                </a:solidFill>
                <a:latin typeface="Arial" charset="0"/>
                <a:cs typeface="Arial" charset="0"/>
              </a:rPr>
              <a:t>What will be of interest to them?</a:t>
            </a:r>
          </a:p>
          <a:p>
            <a:pPr marL="631825" lvl="1">
              <a:spcBef>
                <a:spcPts val="600"/>
              </a:spcBef>
              <a:spcAft>
                <a:spcPts val="600"/>
              </a:spcAft>
            </a:pPr>
            <a:r>
              <a:rPr lang="en-GB" sz="2000" dirty="0">
                <a:solidFill>
                  <a:srgbClr val="FFCC00"/>
                </a:solidFill>
                <a:latin typeface="Arial" charset="0"/>
                <a:cs typeface="Arial" charset="0"/>
              </a:rPr>
              <a:t>What attitudes, preconceptions, or expectations will they bring with them?</a:t>
            </a:r>
          </a:p>
          <a:p>
            <a:pPr marL="631825" lvl="1">
              <a:spcBef>
                <a:spcPts val="600"/>
              </a:spcBef>
              <a:spcAft>
                <a:spcPts val="600"/>
              </a:spcAft>
            </a:pPr>
            <a:r>
              <a:rPr lang="en-GB" sz="2000" dirty="0">
                <a:solidFill>
                  <a:srgbClr val="FFCC00"/>
                </a:solidFill>
                <a:latin typeface="Arial" charset="0"/>
                <a:cs typeface="Arial" charset="0"/>
              </a:rPr>
              <a:t>Do any of them have special needs – particularly with regard to vision or hearing?</a:t>
            </a:r>
          </a:p>
        </p:txBody>
      </p:sp>
      <p:sp>
        <p:nvSpPr>
          <p:cNvPr id="14340" name="Slide Number Placeholder 3"/>
          <p:cNvSpPr>
            <a:spLocks noGrp="1"/>
          </p:cNvSpPr>
          <p:nvPr>
            <p:ph type="sldNum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84F76185-8C71-4AFB-859D-5DDDC7E101EB}" type="slidenum">
              <a:rPr lang="en-GB" smtClean="0">
                <a:solidFill>
                  <a:schemeClr val="bg1"/>
                </a:solidFill>
                <a:latin typeface="Gill Sans MT" pitchFamily="34" charset="0"/>
              </a:rPr>
              <a:pPr eaLnBrk="1" hangingPunct="1"/>
              <a:t>14</a:t>
            </a:fld>
            <a:endParaRPr lang="en-GB" dirty="0">
              <a:solidFill>
                <a:schemeClr val="bg1"/>
              </a:solidFill>
              <a:latin typeface="Gill Sans MT" pitchFamily="34" charset="0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1371600" y="5257520"/>
            <a:ext cx="6553200" cy="990600"/>
          </a:xfrm>
          <a:prstGeom prst="roundRect">
            <a:avLst>
              <a:gd name="adj" fmla="val 50000"/>
            </a:avLst>
          </a:prstGeom>
          <a:solidFill>
            <a:srgbClr val="0099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b="1" dirty="0">
                <a:solidFill>
                  <a:schemeClr val="bg1"/>
                </a:solidFill>
              </a:rPr>
              <a:t>The presentation must be pitched as accurately as possible for the audience.</a:t>
            </a:r>
          </a:p>
        </p:txBody>
      </p:sp>
    </p:spTree>
    <p:extLst>
      <p:ext uri="{BB962C8B-B14F-4D97-AF65-F5344CB8AC3E}">
        <p14:creationId xmlns:p14="http://schemas.microsoft.com/office/powerpoint/2010/main" val="3541234737"/>
      </p:ext>
    </p:extLst>
  </p:cSld>
  <p:clrMapOvr>
    <a:masterClrMapping/>
  </p:clrMapOvr>
  <p:transition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3"/>
          <a:srcRect r="14695"/>
          <a:stretch/>
        </p:blipFill>
        <p:spPr>
          <a:xfrm>
            <a:off x="304801" y="1608555"/>
            <a:ext cx="8763000" cy="4962574"/>
          </a:xfrm>
          <a:prstGeom prst="rect">
            <a:avLst/>
          </a:prstGeom>
        </p:spPr>
      </p:pic>
      <p:sp>
        <p:nvSpPr>
          <p:cNvPr id="15362" name="Title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609600"/>
          </a:xfrm>
        </p:spPr>
        <p:txBody>
          <a:bodyPr/>
          <a:lstStyle/>
          <a:p>
            <a:r>
              <a:rPr lang="en-US"/>
              <a:t>Preparation</a:t>
            </a:r>
          </a:p>
        </p:txBody>
      </p:sp>
      <p:sp>
        <p:nvSpPr>
          <p:cNvPr id="13315" name="Content Placeholder 2"/>
          <p:cNvSpPr>
            <a:spLocks noGrp="1"/>
          </p:cNvSpPr>
          <p:nvPr>
            <p:ph idx="1"/>
          </p:nvPr>
        </p:nvSpPr>
        <p:spPr>
          <a:xfrm>
            <a:off x="304800" y="762000"/>
            <a:ext cx="8534400" cy="5486400"/>
          </a:xfrm>
          <a:ln/>
        </p:spPr>
        <p:txBody>
          <a:bodyPr/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b="1" dirty="0">
                <a:latin typeface="Arial" charset="0"/>
                <a:cs typeface="Arial" charset="0"/>
              </a:rPr>
              <a:t>The circumstances</a:t>
            </a:r>
          </a:p>
          <a:p>
            <a:pPr marL="631825" lvl="1">
              <a:spcBef>
                <a:spcPts val="600"/>
              </a:spcBef>
              <a:spcAft>
                <a:spcPts val="600"/>
              </a:spcAft>
            </a:pPr>
            <a:r>
              <a:rPr sz="2000" dirty="0">
                <a:solidFill>
                  <a:srgbClr val="FFCC00"/>
                </a:solidFill>
                <a:latin typeface="Arial" charset="0"/>
                <a:cs typeface="Arial" charset="0"/>
              </a:rPr>
              <a:t>The venue</a:t>
            </a:r>
          </a:p>
          <a:p>
            <a:pPr marL="1028700" lvl="2" indent="-342900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v"/>
            </a:pPr>
            <a:r>
              <a:rPr sz="1800" dirty="0">
                <a:solidFill>
                  <a:srgbClr val="FFCC00"/>
                </a:solidFill>
                <a:latin typeface="Arial" charset="0"/>
                <a:cs typeface="Arial" charset="0"/>
              </a:rPr>
              <a:t>Size of the room, the furniture, the position of equipment / slide projector, etc.</a:t>
            </a:r>
          </a:p>
          <a:p>
            <a:pPr marL="631825" lvl="1">
              <a:spcBef>
                <a:spcPts val="1800"/>
              </a:spcBef>
              <a:spcAft>
                <a:spcPts val="600"/>
              </a:spcAft>
            </a:pPr>
            <a:r>
              <a:rPr sz="2000" dirty="0">
                <a:solidFill>
                  <a:srgbClr val="FFCC00"/>
                </a:solidFill>
                <a:latin typeface="Arial" charset="0"/>
                <a:cs typeface="Arial" charset="0"/>
              </a:rPr>
              <a:t>Equipment</a:t>
            </a:r>
          </a:p>
          <a:p>
            <a:pPr marL="1028700" lvl="2" indent="-342900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v"/>
            </a:pPr>
            <a:r>
              <a:rPr sz="1800" dirty="0">
                <a:solidFill>
                  <a:srgbClr val="FFCC00"/>
                </a:solidFill>
                <a:latin typeface="Arial" charset="0"/>
                <a:cs typeface="Arial" charset="0"/>
              </a:rPr>
              <a:t>The equipment / software available to you.</a:t>
            </a:r>
          </a:p>
          <a:p>
            <a:pPr marL="631825" lvl="1">
              <a:spcBef>
                <a:spcPts val="1800"/>
              </a:spcBef>
              <a:spcAft>
                <a:spcPts val="600"/>
              </a:spcAft>
            </a:pPr>
            <a:r>
              <a:rPr sz="2000" dirty="0">
                <a:solidFill>
                  <a:srgbClr val="FFCC00"/>
                </a:solidFill>
                <a:latin typeface="Arial" charset="0"/>
                <a:cs typeface="Arial" charset="0"/>
              </a:rPr>
              <a:t>The time available / allocated.</a:t>
            </a:r>
          </a:p>
          <a:p>
            <a:pPr marL="631825" lvl="1">
              <a:spcBef>
                <a:spcPts val="1800"/>
              </a:spcBef>
              <a:spcAft>
                <a:spcPts val="600"/>
              </a:spcAft>
            </a:pPr>
            <a:r>
              <a:rPr sz="2000" dirty="0">
                <a:solidFill>
                  <a:srgbClr val="FFCC00"/>
                </a:solidFill>
                <a:latin typeface="Arial" charset="0"/>
                <a:cs typeface="Arial" charset="0"/>
              </a:rPr>
              <a:t>The context</a:t>
            </a:r>
          </a:p>
          <a:p>
            <a:pPr marL="1028700" lvl="2" indent="-342900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v"/>
            </a:pPr>
            <a:r>
              <a:rPr sz="1800" dirty="0">
                <a:solidFill>
                  <a:srgbClr val="FFCC00"/>
                </a:solidFill>
                <a:latin typeface="Arial" charset="0"/>
                <a:cs typeface="Arial" charset="0"/>
              </a:rPr>
              <a:t>Is the presentation at the start of the day?</a:t>
            </a:r>
          </a:p>
          <a:p>
            <a:pPr marL="1028700" lvl="2" indent="-342900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v"/>
            </a:pPr>
            <a:r>
              <a:rPr sz="1800" dirty="0">
                <a:solidFill>
                  <a:srgbClr val="FFCC00"/>
                </a:solidFill>
                <a:latin typeface="Arial" charset="0"/>
                <a:cs typeface="Arial" charset="0"/>
              </a:rPr>
              <a:t>Do the audience know each other?</a:t>
            </a:r>
          </a:p>
          <a:p>
            <a:pPr marL="1028700" lvl="2" indent="-342900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v"/>
            </a:pPr>
            <a:r>
              <a:rPr sz="1800" dirty="0">
                <a:solidFill>
                  <a:srgbClr val="FFCC00"/>
                </a:solidFill>
                <a:latin typeface="Arial" charset="0"/>
                <a:cs typeface="Arial" charset="0"/>
              </a:rPr>
              <a:t>Which item is your presentation in a crowded agenda?</a:t>
            </a:r>
          </a:p>
          <a:p>
            <a:pPr marL="1028700" lvl="2" indent="-342900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v"/>
            </a:pPr>
            <a:r>
              <a:rPr sz="1800" dirty="0">
                <a:solidFill>
                  <a:srgbClr val="FFCC00"/>
                </a:solidFill>
                <a:latin typeface="Arial" charset="0"/>
                <a:cs typeface="Arial" charset="0"/>
              </a:rPr>
              <a:t>Are you bringing good news or bad news?</a:t>
            </a:r>
          </a:p>
          <a:p>
            <a:pPr lvl="1">
              <a:spcBef>
                <a:spcPts val="600"/>
              </a:spcBef>
              <a:spcAft>
                <a:spcPts val="600"/>
              </a:spcAft>
            </a:pPr>
            <a:endParaRPr sz="2000" dirty="0">
              <a:solidFill>
                <a:schemeClr val="bg2"/>
              </a:solidFill>
              <a:latin typeface="Arial" charset="0"/>
              <a:cs typeface="Arial" charset="0"/>
            </a:endParaRPr>
          </a:p>
        </p:txBody>
      </p:sp>
      <p:sp>
        <p:nvSpPr>
          <p:cNvPr id="15364" name="Slide Number Placeholder 3"/>
          <p:cNvSpPr>
            <a:spLocks noGrp="1"/>
          </p:cNvSpPr>
          <p:nvPr>
            <p:ph type="sldNum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060DC5A6-7B64-4781-A648-716FEB0AD503}" type="slidenum">
              <a:rPr lang="en-GB" smtClean="0">
                <a:solidFill>
                  <a:schemeClr val="bg1"/>
                </a:solidFill>
                <a:latin typeface="Gill Sans MT" pitchFamily="34" charset="0"/>
              </a:rPr>
              <a:pPr eaLnBrk="1" hangingPunct="1"/>
              <a:t>15</a:t>
            </a:fld>
            <a:endParaRPr lang="en-GB" dirty="0">
              <a:solidFill>
                <a:schemeClr val="bg1"/>
              </a:solidFill>
              <a:latin typeface="Gill Sans MT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30780718"/>
      </p:ext>
    </p:extLst>
  </p:cSld>
  <p:clrMapOvr>
    <a:masterClrMapping/>
  </p:clrMapOvr>
  <p:transition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3"/>
          <a:srcRect r="9059"/>
          <a:stretch/>
        </p:blipFill>
        <p:spPr>
          <a:xfrm>
            <a:off x="243069" y="1219200"/>
            <a:ext cx="8824731" cy="5410200"/>
          </a:xfrm>
          <a:prstGeom prst="rect">
            <a:avLst/>
          </a:prstGeom>
        </p:spPr>
      </p:pic>
      <p:sp>
        <p:nvSpPr>
          <p:cNvPr id="16386" name="Title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609600"/>
          </a:xfrm>
        </p:spPr>
        <p:txBody>
          <a:bodyPr/>
          <a:lstStyle/>
          <a:p>
            <a:r>
              <a:rPr lang="en-US"/>
              <a:t>Planning</a:t>
            </a:r>
          </a:p>
        </p:txBody>
      </p:sp>
      <p:sp>
        <p:nvSpPr>
          <p:cNvPr id="14339" name="Content Placeholder 2"/>
          <p:cNvSpPr>
            <a:spLocks noGrp="1"/>
          </p:cNvSpPr>
          <p:nvPr>
            <p:ph idx="1"/>
          </p:nvPr>
        </p:nvSpPr>
        <p:spPr>
          <a:ln/>
        </p:spPr>
        <p:txBody>
          <a:bodyPr/>
          <a:lstStyle/>
          <a:p>
            <a:pPr>
              <a:spcBef>
                <a:spcPts val="600"/>
              </a:spcBef>
              <a:spcAft>
                <a:spcPts val="600"/>
              </a:spcAft>
              <a:buFont typeface="Arial" charset="0"/>
              <a:buNone/>
            </a:pPr>
            <a:r>
              <a:rPr i="1" dirty="0">
                <a:solidFill>
                  <a:srgbClr val="FFCC00"/>
                </a:solidFill>
                <a:latin typeface="Arial" charset="0"/>
                <a:cs typeface="Arial" charset="0"/>
              </a:rPr>
              <a:t>	</a:t>
            </a:r>
            <a:r>
              <a:rPr b="1" i="1" dirty="0">
                <a:solidFill>
                  <a:srgbClr val="FFCC00"/>
                </a:solidFill>
                <a:latin typeface="Arial" charset="0"/>
                <a:cs typeface="Arial" charset="0"/>
              </a:rPr>
              <a:t>The objective of the presentation should be kept in mind, at all times.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endParaRPr dirty="0">
              <a:solidFill>
                <a:srgbClr val="FFCC00"/>
              </a:solidFill>
              <a:latin typeface="Arial" charset="0"/>
              <a:cs typeface="Arial" charset="0"/>
            </a:endParaRP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dirty="0">
                <a:solidFill>
                  <a:srgbClr val="FFCC00"/>
                </a:solidFill>
                <a:latin typeface="Arial" charset="0"/>
                <a:cs typeface="Arial" charset="0"/>
              </a:rPr>
              <a:t>A good presentation, like a good story, has a beginning, a middle, and an end. 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endParaRPr dirty="0">
              <a:solidFill>
                <a:srgbClr val="FFCC00"/>
              </a:solidFill>
              <a:latin typeface="Arial" charset="0"/>
              <a:cs typeface="Arial" charset="0"/>
            </a:endParaRPr>
          </a:p>
          <a:p>
            <a:pPr lvl="1">
              <a:spcBef>
                <a:spcPts val="1200"/>
              </a:spcBef>
              <a:spcAft>
                <a:spcPts val="1200"/>
              </a:spcAft>
            </a:pPr>
            <a:r>
              <a:rPr dirty="0">
                <a:solidFill>
                  <a:srgbClr val="FFCC00"/>
                </a:solidFill>
                <a:latin typeface="Arial" charset="0"/>
                <a:cs typeface="Arial" charset="0"/>
              </a:rPr>
              <a:t>Introduction 	(Tell them what you are going to tell them)</a:t>
            </a:r>
          </a:p>
          <a:p>
            <a:pPr lvl="1">
              <a:spcBef>
                <a:spcPts val="1200"/>
              </a:spcBef>
              <a:spcAft>
                <a:spcPts val="1200"/>
              </a:spcAft>
            </a:pPr>
            <a:r>
              <a:rPr dirty="0">
                <a:solidFill>
                  <a:srgbClr val="FFCC00"/>
                </a:solidFill>
                <a:latin typeface="Arial" charset="0"/>
                <a:cs typeface="Arial" charset="0"/>
              </a:rPr>
              <a:t>Body		(Say it)</a:t>
            </a:r>
          </a:p>
          <a:p>
            <a:pPr lvl="1">
              <a:spcBef>
                <a:spcPts val="1200"/>
              </a:spcBef>
              <a:spcAft>
                <a:spcPts val="1200"/>
              </a:spcAft>
            </a:pPr>
            <a:r>
              <a:rPr dirty="0">
                <a:solidFill>
                  <a:srgbClr val="FFCC00"/>
                </a:solidFill>
                <a:latin typeface="Arial" charset="0"/>
                <a:cs typeface="Arial" charset="0"/>
              </a:rPr>
              <a:t>Conclusion	(Tell them what you told them)</a:t>
            </a:r>
          </a:p>
          <a:p>
            <a:pPr lvl="1">
              <a:spcBef>
                <a:spcPts val="600"/>
              </a:spcBef>
              <a:spcAft>
                <a:spcPts val="600"/>
              </a:spcAft>
            </a:pPr>
            <a:endParaRPr dirty="0">
              <a:solidFill>
                <a:srgbClr val="FFCC00"/>
              </a:solidFill>
              <a:latin typeface="Arial" charset="0"/>
              <a:cs typeface="Arial" charset="0"/>
            </a:endParaRPr>
          </a:p>
        </p:txBody>
      </p:sp>
      <p:sp>
        <p:nvSpPr>
          <p:cNvPr id="16388" name="Slide Number Placeholder 3"/>
          <p:cNvSpPr>
            <a:spLocks noGrp="1"/>
          </p:cNvSpPr>
          <p:nvPr>
            <p:ph type="sldNum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795FE694-3915-46AE-B965-133AF22A0909}" type="slidenum">
              <a:rPr lang="en-GB" smtClean="0">
                <a:solidFill>
                  <a:schemeClr val="bg1"/>
                </a:solidFill>
                <a:latin typeface="Gill Sans MT" pitchFamily="34" charset="0"/>
              </a:rPr>
              <a:pPr eaLnBrk="1" hangingPunct="1"/>
              <a:t>16</a:t>
            </a:fld>
            <a:endParaRPr lang="en-GB" dirty="0">
              <a:solidFill>
                <a:schemeClr val="bg1"/>
              </a:solidFill>
              <a:latin typeface="Gill Sans MT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39316586"/>
      </p:ext>
    </p:extLst>
  </p:cSld>
  <p:clrMapOvr>
    <a:masterClrMapping/>
  </p:clrMapOvr>
  <p:transition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3"/>
          <a:srcRect r="23862"/>
          <a:stretch/>
        </p:blipFill>
        <p:spPr>
          <a:xfrm>
            <a:off x="228600" y="1657301"/>
            <a:ext cx="8839200" cy="4962574"/>
          </a:xfrm>
          <a:prstGeom prst="rect">
            <a:avLst/>
          </a:prstGeom>
        </p:spPr>
      </p:pic>
      <p:sp>
        <p:nvSpPr>
          <p:cNvPr id="17410" name="Title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609600"/>
          </a:xfrm>
        </p:spPr>
        <p:txBody>
          <a:bodyPr/>
          <a:lstStyle/>
          <a:p>
            <a:r>
              <a:rPr lang="en-US"/>
              <a:t>Planning – The 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685800"/>
            <a:ext cx="8458200" cy="5486400"/>
          </a:xfrm>
          <a:ln/>
        </p:spPr>
        <p:txBody>
          <a:bodyPr/>
          <a:lstStyle/>
          <a:p>
            <a:pPr marL="342900" lvl="1" indent="-342900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Font typeface="Wingdings" pitchFamily="2" charset="2"/>
              <a:buChar char=""/>
              <a:defRPr/>
            </a:pPr>
            <a:r>
              <a:rPr sz="2000" b="1" dirty="0">
                <a:latin typeface="Arial" charset="0"/>
                <a:ea typeface="+mn-ea"/>
                <a:cs typeface="Arial" charset="0"/>
              </a:rPr>
              <a:t>Introduction</a:t>
            </a:r>
          </a:p>
          <a:p>
            <a:pPr marL="631825" lvl="1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defRPr/>
            </a:pPr>
            <a:r>
              <a:rPr sz="2000" dirty="0">
                <a:solidFill>
                  <a:srgbClr val="FFCC00"/>
                </a:solidFill>
              </a:rPr>
              <a:t>Prepare the introduction at the end, after you prepare the other material</a:t>
            </a:r>
            <a:r>
              <a:rPr lang="en-US" sz="2000" dirty="0">
                <a:solidFill>
                  <a:srgbClr val="FFCC00"/>
                </a:solidFill>
              </a:rPr>
              <a:t> (</a:t>
            </a:r>
            <a:r>
              <a:rPr sz="2000" dirty="0">
                <a:solidFill>
                  <a:srgbClr val="FFCC00"/>
                </a:solidFill>
              </a:rPr>
              <a:t>as it </a:t>
            </a:r>
            <a:r>
              <a:rPr lang="en-US" sz="2000" dirty="0">
                <a:solidFill>
                  <a:srgbClr val="FFCC00"/>
                </a:solidFill>
              </a:rPr>
              <a:t>will include the </a:t>
            </a:r>
            <a:r>
              <a:rPr sz="2000" dirty="0">
                <a:solidFill>
                  <a:srgbClr val="FFCC00"/>
                </a:solidFill>
              </a:rPr>
              <a:t>content of the rest of the presentation</a:t>
            </a:r>
            <a:r>
              <a:rPr lang="en-US" sz="2000" dirty="0">
                <a:solidFill>
                  <a:srgbClr val="FFCC00"/>
                </a:solidFill>
              </a:rPr>
              <a:t>)</a:t>
            </a:r>
            <a:r>
              <a:rPr sz="2000" dirty="0">
                <a:solidFill>
                  <a:srgbClr val="FFCC00"/>
                </a:solidFill>
              </a:rPr>
              <a:t>.</a:t>
            </a:r>
          </a:p>
          <a:p>
            <a:pPr marL="631825" lvl="1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defRPr/>
            </a:pPr>
            <a:r>
              <a:rPr sz="2000" dirty="0">
                <a:solidFill>
                  <a:srgbClr val="FFCC00"/>
                </a:solidFill>
              </a:rPr>
              <a:t>Define the problem / objective of the presentation.</a:t>
            </a:r>
          </a:p>
          <a:p>
            <a:pPr marL="631825" lvl="1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defRPr/>
            </a:pPr>
            <a:r>
              <a:rPr sz="2000" dirty="0">
                <a:solidFill>
                  <a:srgbClr val="FFCC00"/>
                </a:solidFill>
              </a:rPr>
              <a:t>Motivate the audience (e.g. explain what the presentation has to offer for the audience)</a:t>
            </a:r>
          </a:p>
          <a:p>
            <a:pPr marL="631825" lvl="1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defRPr/>
            </a:pPr>
            <a:r>
              <a:rPr sz="2000" dirty="0">
                <a:solidFill>
                  <a:srgbClr val="FFCC00"/>
                </a:solidFill>
              </a:rPr>
              <a:t>Prepare an outline – Give a general outline of what will be covered in the presentation, and why.</a:t>
            </a:r>
          </a:p>
        </p:txBody>
      </p:sp>
      <p:sp>
        <p:nvSpPr>
          <p:cNvPr id="17412" name="Slide Number Placeholder 3"/>
          <p:cNvSpPr>
            <a:spLocks noGrp="1"/>
          </p:cNvSpPr>
          <p:nvPr>
            <p:ph type="sldNum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17F02522-FDF3-4642-A21D-48263C9D1A23}" type="slidenum">
              <a:rPr lang="en-GB" smtClean="0">
                <a:solidFill>
                  <a:schemeClr val="bg1"/>
                </a:solidFill>
                <a:latin typeface="Gill Sans MT" pitchFamily="34" charset="0"/>
              </a:rPr>
              <a:pPr eaLnBrk="1" hangingPunct="1"/>
              <a:t>17</a:t>
            </a:fld>
            <a:endParaRPr lang="en-GB" dirty="0">
              <a:solidFill>
                <a:schemeClr val="bg1"/>
              </a:solidFill>
              <a:latin typeface="Gill Sans MT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55868538"/>
      </p:ext>
    </p:extLst>
  </p:cSld>
  <p:clrMapOvr>
    <a:masterClrMapping/>
  </p:clrMapOvr>
  <p:transition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3"/>
          <a:srcRect r="23862"/>
          <a:stretch/>
        </p:blipFill>
        <p:spPr>
          <a:xfrm>
            <a:off x="228600" y="1657301"/>
            <a:ext cx="8839200" cy="4962574"/>
          </a:xfrm>
          <a:prstGeom prst="rect">
            <a:avLst/>
          </a:prstGeom>
        </p:spPr>
      </p:pic>
      <p:sp>
        <p:nvSpPr>
          <p:cNvPr id="18434" name="Title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609600"/>
          </a:xfrm>
        </p:spPr>
        <p:txBody>
          <a:bodyPr/>
          <a:lstStyle/>
          <a:p>
            <a:r>
              <a:rPr lang="en-US" dirty="0"/>
              <a:t>Planning – The Main Section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685800"/>
            <a:ext cx="8686800" cy="5562600"/>
          </a:xfrm>
          <a:ln/>
        </p:spPr>
        <p:txBody>
          <a:bodyPr/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b="1" dirty="0">
                <a:latin typeface="Arial" charset="0"/>
                <a:cs typeface="Arial" charset="0"/>
              </a:rPr>
              <a:t>Decide on content.</a:t>
            </a:r>
          </a:p>
          <a:p>
            <a:pPr lvl="1">
              <a:spcBef>
                <a:spcPts val="600"/>
              </a:spcBef>
              <a:spcAft>
                <a:spcPts val="600"/>
              </a:spcAft>
            </a:pPr>
            <a:r>
              <a:rPr dirty="0">
                <a:solidFill>
                  <a:srgbClr val="FFCC00"/>
                </a:solidFill>
                <a:latin typeface="Arial" charset="0"/>
                <a:cs typeface="Arial" charset="0"/>
              </a:rPr>
              <a:t>What do you want to communicate?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b="1" dirty="0">
                <a:latin typeface="Arial" charset="0"/>
                <a:cs typeface="Arial" charset="0"/>
              </a:rPr>
              <a:t>Work out a logical sequence and timings.</a:t>
            </a:r>
          </a:p>
          <a:p>
            <a:pPr lvl="1">
              <a:spcBef>
                <a:spcPts val="600"/>
              </a:spcBef>
              <a:spcAft>
                <a:spcPts val="600"/>
              </a:spcAft>
            </a:pPr>
            <a:r>
              <a:rPr dirty="0">
                <a:solidFill>
                  <a:srgbClr val="FFCC00"/>
                </a:solidFill>
                <a:latin typeface="Arial" charset="0"/>
                <a:cs typeface="Arial" charset="0"/>
              </a:rPr>
              <a:t>Decide on a sequence for the information you want to communicate.</a:t>
            </a:r>
          </a:p>
          <a:p>
            <a:pPr lvl="1">
              <a:spcBef>
                <a:spcPts val="600"/>
              </a:spcBef>
              <a:spcAft>
                <a:spcPts val="600"/>
              </a:spcAft>
            </a:pPr>
            <a:r>
              <a:rPr dirty="0">
                <a:solidFill>
                  <a:srgbClr val="FFCC00"/>
                </a:solidFill>
                <a:latin typeface="Arial" charset="0"/>
                <a:cs typeface="Arial" charset="0"/>
              </a:rPr>
              <a:t>Repeat important points. (Emphasize the main message.)</a:t>
            </a:r>
          </a:p>
          <a:p>
            <a:pPr lvl="1">
              <a:spcBef>
                <a:spcPts val="600"/>
              </a:spcBef>
              <a:spcAft>
                <a:spcPts val="600"/>
              </a:spcAft>
            </a:pPr>
            <a:r>
              <a:rPr dirty="0">
                <a:solidFill>
                  <a:srgbClr val="FFCC00"/>
                </a:solidFill>
                <a:latin typeface="Arial" charset="0"/>
                <a:cs typeface="Arial" charset="0"/>
              </a:rPr>
              <a:t>Do not include material / slides that you cannot explain.</a:t>
            </a:r>
          </a:p>
          <a:p>
            <a:pPr lvl="1">
              <a:spcBef>
                <a:spcPts val="600"/>
              </a:spcBef>
              <a:spcAft>
                <a:spcPts val="600"/>
              </a:spcAft>
            </a:pPr>
            <a:endParaRPr dirty="0">
              <a:solidFill>
                <a:srgbClr val="FFCC00"/>
              </a:solidFill>
              <a:latin typeface="Arial" charset="0"/>
              <a:cs typeface="Arial" charset="0"/>
            </a:endParaRPr>
          </a:p>
          <a:p>
            <a:pPr lvl="1">
              <a:spcBef>
                <a:spcPts val="600"/>
              </a:spcBef>
              <a:spcAft>
                <a:spcPts val="600"/>
              </a:spcAft>
            </a:pPr>
            <a:endParaRPr dirty="0">
              <a:solidFill>
                <a:srgbClr val="FFCC00"/>
              </a:solidFill>
              <a:latin typeface="Arial" charset="0"/>
              <a:cs typeface="Arial" charset="0"/>
            </a:endParaRPr>
          </a:p>
          <a:p>
            <a:pPr>
              <a:spcBef>
                <a:spcPts val="600"/>
              </a:spcBef>
              <a:spcAft>
                <a:spcPts val="600"/>
              </a:spcAft>
              <a:buFont typeface="Arial" charset="0"/>
              <a:buNone/>
            </a:pPr>
            <a:endParaRPr dirty="0">
              <a:solidFill>
                <a:srgbClr val="FFCC00"/>
              </a:solidFill>
              <a:latin typeface="Arial" charset="0"/>
              <a:cs typeface="Arial" charset="0"/>
            </a:endParaRPr>
          </a:p>
        </p:txBody>
      </p:sp>
      <p:sp>
        <p:nvSpPr>
          <p:cNvPr id="18436" name="Slide Number Placeholder 3"/>
          <p:cNvSpPr>
            <a:spLocks noGrp="1"/>
          </p:cNvSpPr>
          <p:nvPr>
            <p:ph type="sldNum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24758F90-7F0B-43ED-B062-D984BC7935C3}" type="slidenum">
              <a:rPr lang="en-GB" smtClean="0">
                <a:solidFill>
                  <a:schemeClr val="bg1"/>
                </a:solidFill>
                <a:latin typeface="Gill Sans MT" pitchFamily="34" charset="0"/>
              </a:rPr>
              <a:pPr eaLnBrk="1" hangingPunct="1"/>
              <a:t>18</a:t>
            </a:fld>
            <a:endParaRPr lang="en-GB" dirty="0">
              <a:solidFill>
                <a:schemeClr val="bg1"/>
              </a:solidFill>
              <a:latin typeface="Gill Sans MT" pitchFamily="34" charset="0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1219200" y="3479602"/>
            <a:ext cx="6629400" cy="3149798"/>
          </a:xfrm>
          <a:prstGeom prst="roundRect">
            <a:avLst/>
          </a:prstGeom>
          <a:solidFill>
            <a:srgbClr val="0033CC">
              <a:alpha val="70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  <a:buFont typeface="Arial" charset="0"/>
              <a:buNone/>
              <a:defRPr/>
            </a:pPr>
            <a:r>
              <a:rPr lang="en-US" dirty="0">
                <a:solidFill>
                  <a:schemeClr val="bg1"/>
                </a:solidFill>
              </a:rPr>
              <a:t>Your broad outline may look like this:</a:t>
            </a:r>
          </a:p>
          <a:p>
            <a:pPr>
              <a:spcBef>
                <a:spcPts val="600"/>
              </a:spcBef>
              <a:spcAft>
                <a:spcPts val="600"/>
              </a:spcAft>
              <a:buFont typeface="Arial" charset="0"/>
              <a:buNone/>
              <a:defRPr/>
            </a:pPr>
            <a:r>
              <a:rPr lang="en-US" dirty="0">
                <a:solidFill>
                  <a:schemeClr val="bg1"/>
                </a:solidFill>
              </a:rPr>
              <a:t>Time available: 15 minutes</a:t>
            </a:r>
          </a:p>
          <a:p>
            <a:pPr>
              <a:spcBef>
                <a:spcPts val="0"/>
              </a:spcBef>
              <a:spcAft>
                <a:spcPts val="600"/>
              </a:spcAft>
              <a:buFont typeface="Arial" charset="0"/>
              <a:buNone/>
              <a:tabLst>
                <a:tab pos="457200" algn="l"/>
              </a:tabLst>
              <a:defRPr/>
            </a:pPr>
            <a:r>
              <a:rPr lang="en-US" dirty="0">
                <a:solidFill>
                  <a:schemeClr val="bg1"/>
                </a:solidFill>
              </a:rPr>
              <a:t>	Introduction:		1 minute</a:t>
            </a:r>
          </a:p>
          <a:p>
            <a:pPr marL="457200" lvl="2">
              <a:spcAft>
                <a:spcPts val="400"/>
              </a:spcAft>
              <a:buFont typeface="Arial" charset="0"/>
              <a:buNone/>
              <a:defRPr/>
            </a:pPr>
            <a:r>
              <a:rPr lang="en-US" dirty="0">
                <a:solidFill>
                  <a:schemeClr val="bg1"/>
                </a:solidFill>
              </a:rPr>
              <a:t>Main section of the presentation</a:t>
            </a:r>
          </a:p>
          <a:p>
            <a:pPr marL="457200" lvl="2">
              <a:spcAft>
                <a:spcPts val="400"/>
              </a:spcAft>
              <a:buFont typeface="Arial" charset="0"/>
              <a:buNone/>
              <a:tabLst>
                <a:tab pos="914400" algn="l"/>
              </a:tabLst>
              <a:defRPr/>
            </a:pPr>
            <a:r>
              <a:rPr lang="en-US" dirty="0">
                <a:solidFill>
                  <a:schemeClr val="bg1"/>
                </a:solidFill>
              </a:rPr>
              <a:t>	Sub heading 1		4 minutes </a:t>
            </a:r>
          </a:p>
          <a:p>
            <a:pPr marL="457200" lvl="2">
              <a:spcAft>
                <a:spcPts val="400"/>
              </a:spcAft>
              <a:buFont typeface="Arial" charset="0"/>
              <a:buNone/>
              <a:tabLst>
                <a:tab pos="914400" algn="l"/>
              </a:tabLst>
              <a:defRPr/>
            </a:pPr>
            <a:r>
              <a:rPr lang="en-US" dirty="0">
                <a:solidFill>
                  <a:schemeClr val="bg1"/>
                </a:solidFill>
              </a:rPr>
              <a:t>	Sub heading 2 		4 minutes</a:t>
            </a:r>
          </a:p>
          <a:p>
            <a:pPr marL="457200" lvl="2">
              <a:spcAft>
                <a:spcPts val="600"/>
              </a:spcAft>
              <a:buFont typeface="Arial" charset="0"/>
              <a:buNone/>
              <a:tabLst>
                <a:tab pos="914400" algn="l"/>
              </a:tabLst>
              <a:defRPr/>
            </a:pPr>
            <a:r>
              <a:rPr lang="en-US" dirty="0">
                <a:solidFill>
                  <a:schemeClr val="bg1"/>
                </a:solidFill>
              </a:rPr>
              <a:t>	Sub heading 3		4 minutes</a:t>
            </a:r>
          </a:p>
          <a:p>
            <a:pPr lvl="1">
              <a:spcAft>
                <a:spcPts val="400"/>
              </a:spcAft>
              <a:buFont typeface="Arial" charset="0"/>
              <a:buNone/>
              <a:defRPr/>
            </a:pPr>
            <a:r>
              <a:rPr lang="en-US" dirty="0">
                <a:solidFill>
                  <a:schemeClr val="bg1"/>
                </a:solidFill>
              </a:rPr>
              <a:t>Conclusion			2 minutes</a:t>
            </a:r>
          </a:p>
        </p:txBody>
      </p:sp>
    </p:spTree>
    <p:extLst>
      <p:ext uri="{BB962C8B-B14F-4D97-AF65-F5344CB8AC3E}">
        <p14:creationId xmlns:p14="http://schemas.microsoft.com/office/powerpoint/2010/main" val="600077139"/>
      </p:ext>
    </p:extLst>
  </p:cSld>
  <p:clrMapOvr>
    <a:masterClrMapping/>
  </p:clrMapOvr>
  <p:transition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3"/>
          <a:srcRect r="10077"/>
          <a:stretch/>
        </p:blipFill>
        <p:spPr>
          <a:xfrm>
            <a:off x="228601" y="1666826"/>
            <a:ext cx="8839199" cy="4962574"/>
          </a:xfrm>
          <a:prstGeom prst="rect">
            <a:avLst/>
          </a:prstGeom>
        </p:spPr>
      </p:pic>
      <p:sp>
        <p:nvSpPr>
          <p:cNvPr id="19458" name="Title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534400" cy="609600"/>
          </a:xfrm>
        </p:spPr>
        <p:txBody>
          <a:bodyPr/>
          <a:lstStyle/>
          <a:p>
            <a:r>
              <a:rPr lang="en-US" dirty="0"/>
              <a:t>Planning – The Conclusion &amp; Recommendations</a:t>
            </a:r>
          </a:p>
        </p:txBody>
      </p:sp>
      <p:sp>
        <p:nvSpPr>
          <p:cNvPr id="19459" name="Content Placeholder 2"/>
          <p:cNvSpPr>
            <a:spLocks noGrp="1"/>
          </p:cNvSpPr>
          <p:nvPr>
            <p:ph idx="1"/>
          </p:nvPr>
        </p:nvSpPr>
        <p:spPr>
          <a:xfrm>
            <a:off x="381000" y="914400"/>
            <a:ext cx="8610600" cy="5486400"/>
          </a:xfrm>
          <a:ln/>
        </p:spPr>
        <p:txBody>
          <a:bodyPr/>
          <a:lstStyle/>
          <a:p>
            <a:pPr marL="0" indent="0">
              <a:spcBef>
                <a:spcPts val="600"/>
              </a:spcBef>
              <a:spcAft>
                <a:spcPts val="600"/>
              </a:spcAft>
              <a:buNone/>
            </a:pPr>
            <a:r>
              <a:rPr lang="en-US" b="1" dirty="0">
                <a:latin typeface="Arial" charset="0"/>
                <a:cs typeface="Arial" charset="0"/>
              </a:rPr>
              <a:t>Conclusion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dirty="0">
                <a:solidFill>
                  <a:srgbClr val="FFCC00"/>
                </a:solidFill>
                <a:latin typeface="Arial" charset="0"/>
                <a:cs typeface="Arial" charset="0"/>
              </a:rPr>
              <a:t>Refer back to the previous sections that you presented.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dirty="0" err="1">
                <a:solidFill>
                  <a:srgbClr val="FFCC00"/>
                </a:solidFill>
                <a:latin typeface="Arial" charset="0"/>
                <a:cs typeface="Arial" charset="0"/>
              </a:rPr>
              <a:t>Summarise</a:t>
            </a:r>
            <a:r>
              <a:rPr dirty="0">
                <a:solidFill>
                  <a:srgbClr val="FFCC00"/>
                </a:solidFill>
                <a:latin typeface="Arial" charset="0"/>
                <a:cs typeface="Arial" charset="0"/>
              </a:rPr>
              <a:t> your points to remind the audience of what has been said.</a:t>
            </a:r>
            <a:r>
              <a:rPr lang="en-US" dirty="0">
                <a:solidFill>
                  <a:srgbClr val="FFCC00"/>
                </a:solidFill>
                <a:latin typeface="Arial" charset="0"/>
                <a:cs typeface="Arial" charset="0"/>
              </a:rPr>
              <a:t> 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dirty="0" err="1">
                <a:solidFill>
                  <a:srgbClr val="FFCC00"/>
                </a:solidFill>
                <a:latin typeface="Arial" charset="0"/>
                <a:cs typeface="Arial" charset="0"/>
              </a:rPr>
              <a:t>Emphasise</a:t>
            </a:r>
            <a:r>
              <a:rPr lang="en-US" dirty="0">
                <a:solidFill>
                  <a:srgbClr val="FFCC00"/>
                </a:solidFill>
                <a:latin typeface="Arial" charset="0"/>
                <a:cs typeface="Arial" charset="0"/>
              </a:rPr>
              <a:t> the important points and conclusions of your research.</a:t>
            </a:r>
          </a:p>
          <a:p>
            <a:pPr>
              <a:spcBef>
                <a:spcPts val="1200"/>
              </a:spcBef>
              <a:spcAft>
                <a:spcPts val="1200"/>
              </a:spcAft>
            </a:pPr>
            <a:endParaRPr lang="en-US" dirty="0">
              <a:solidFill>
                <a:srgbClr val="FFCC00"/>
              </a:solidFill>
              <a:latin typeface="Arial" charset="0"/>
              <a:cs typeface="Arial" charset="0"/>
            </a:endParaRPr>
          </a:p>
          <a:p>
            <a:pPr marL="0" indent="0">
              <a:spcBef>
                <a:spcPts val="600"/>
              </a:spcBef>
              <a:spcAft>
                <a:spcPts val="600"/>
              </a:spcAft>
              <a:buNone/>
            </a:pPr>
            <a:r>
              <a:rPr lang="en-US" b="1" dirty="0">
                <a:latin typeface="Arial" charset="0"/>
                <a:cs typeface="Arial" charset="0"/>
              </a:rPr>
              <a:t>Recommendations</a:t>
            </a:r>
            <a:endParaRPr b="1" dirty="0">
              <a:latin typeface="Arial" charset="0"/>
              <a:cs typeface="Arial" charset="0"/>
            </a:endParaRP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dirty="0">
                <a:solidFill>
                  <a:srgbClr val="FFCC00"/>
                </a:solidFill>
                <a:latin typeface="Arial" charset="0"/>
                <a:cs typeface="Arial" charset="0"/>
              </a:rPr>
              <a:t>List your </a:t>
            </a:r>
            <a:r>
              <a:rPr dirty="0">
                <a:solidFill>
                  <a:srgbClr val="FFCC00"/>
                </a:solidFill>
                <a:latin typeface="Arial" charset="0"/>
                <a:cs typeface="Arial" charset="0"/>
              </a:rPr>
              <a:t>recommendations </a:t>
            </a:r>
            <a:r>
              <a:rPr lang="en-US" dirty="0">
                <a:solidFill>
                  <a:srgbClr val="FFCC00"/>
                </a:solidFill>
                <a:latin typeface="Arial" charset="0"/>
                <a:cs typeface="Arial" charset="0"/>
              </a:rPr>
              <a:t>(relevant to your research)</a:t>
            </a:r>
            <a:endParaRPr dirty="0">
              <a:solidFill>
                <a:srgbClr val="FFCC00"/>
              </a:solidFill>
              <a:latin typeface="Arial" charset="0"/>
              <a:cs typeface="Arial" charset="0"/>
            </a:endParaRP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dirty="0">
                <a:solidFill>
                  <a:srgbClr val="FFCC00"/>
                </a:solidFill>
                <a:latin typeface="Arial" charset="0"/>
                <a:cs typeface="Arial" charset="0"/>
              </a:rPr>
              <a:t>Questions?</a:t>
            </a:r>
          </a:p>
          <a:p>
            <a:pPr marL="577850" lvl="1">
              <a:spcBef>
                <a:spcPts val="600"/>
              </a:spcBef>
              <a:spcAft>
                <a:spcPts val="600"/>
              </a:spcAft>
              <a:tabLst>
                <a:tab pos="685800" algn="l"/>
              </a:tabLst>
            </a:pPr>
            <a:r>
              <a:rPr dirty="0">
                <a:solidFill>
                  <a:srgbClr val="FFCC00"/>
                </a:solidFill>
                <a:latin typeface="Arial" charset="0"/>
                <a:cs typeface="Arial" charset="0"/>
              </a:rPr>
              <a:t>Make time for questions that the audience might have.</a:t>
            </a:r>
          </a:p>
        </p:txBody>
      </p:sp>
      <p:sp>
        <p:nvSpPr>
          <p:cNvPr id="19460" name="Slide Number Placeholder 3"/>
          <p:cNvSpPr>
            <a:spLocks noGrp="1"/>
          </p:cNvSpPr>
          <p:nvPr>
            <p:ph type="sldNum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66CBDF48-54BC-417B-B276-109C4A71B93A}" type="slidenum">
              <a:rPr lang="en-GB" smtClean="0">
                <a:solidFill>
                  <a:schemeClr val="bg1"/>
                </a:solidFill>
                <a:latin typeface="Gill Sans MT" pitchFamily="34" charset="0"/>
              </a:rPr>
              <a:pPr eaLnBrk="1" hangingPunct="1"/>
              <a:t>19</a:t>
            </a:fld>
            <a:endParaRPr lang="en-GB" dirty="0">
              <a:solidFill>
                <a:schemeClr val="bg1"/>
              </a:solidFill>
              <a:latin typeface="Gill Sans MT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56575837"/>
      </p:ext>
    </p:extLst>
  </p:cSld>
  <p:clrMapOvr>
    <a:masterClrMapping/>
  </p:clrMapOvr>
  <p:transition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3"/>
          <a:srcRect l="1281" r="24359"/>
          <a:stretch/>
        </p:blipFill>
        <p:spPr>
          <a:xfrm flipH="1">
            <a:off x="228600" y="1639372"/>
            <a:ext cx="8839200" cy="4962574"/>
          </a:xfrm>
          <a:prstGeom prst="rect">
            <a:avLst/>
          </a:prstGeom>
        </p:spPr>
      </p:pic>
      <p:sp>
        <p:nvSpPr>
          <p:cNvPr id="20482" name="Title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609600"/>
          </a:xfrm>
        </p:spPr>
        <p:txBody>
          <a:bodyPr/>
          <a:lstStyle/>
          <a:p>
            <a:r>
              <a:rPr lang="en-US"/>
              <a:t>Before Delivering Your Presentation…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ln/>
        </p:spPr>
        <p:txBody>
          <a:bodyPr/>
          <a:lstStyle/>
          <a:p>
            <a:pPr marL="342900" lvl="1" indent="-342900">
              <a:spcBef>
                <a:spcPts val="600"/>
              </a:spcBef>
              <a:spcAft>
                <a:spcPts val="600"/>
              </a:spcAft>
              <a:buFont typeface="Wingdings" pitchFamily="2" charset="2"/>
              <a:buChar char=""/>
              <a:defRPr/>
            </a:pPr>
            <a:r>
              <a:rPr sz="2000" dirty="0">
                <a:solidFill>
                  <a:srgbClr val="FFCC00"/>
                </a:solidFill>
                <a:ea typeface="+mn-ea"/>
              </a:rPr>
              <a:t>Prepare your notes / cue cards (key words or phrases to remind you what to say).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/>
            </a:pPr>
            <a:endParaRPr dirty="0">
              <a:solidFill>
                <a:srgbClr val="FFCC00"/>
              </a:solidFill>
            </a:endParaRPr>
          </a:p>
          <a:p>
            <a:pPr>
              <a:spcBef>
                <a:spcPts val="600"/>
              </a:spcBef>
              <a:spcAft>
                <a:spcPts val="600"/>
              </a:spcAft>
              <a:defRPr/>
            </a:pPr>
            <a:r>
              <a:rPr dirty="0">
                <a:solidFill>
                  <a:srgbClr val="FFCC00"/>
                </a:solidFill>
              </a:rPr>
              <a:t>Rehearsal and practice are important elements in the preparation of a presentation</a:t>
            </a:r>
          </a:p>
          <a:p>
            <a:pPr marL="1371600" lvl="1" indent="-520700">
              <a:spcBef>
                <a:spcPts val="600"/>
              </a:spcBef>
              <a:spcAft>
                <a:spcPts val="600"/>
              </a:spcAft>
              <a:defRPr/>
            </a:pPr>
            <a:r>
              <a:rPr sz="2000" dirty="0">
                <a:solidFill>
                  <a:srgbClr val="FFCC00"/>
                </a:solidFill>
              </a:rPr>
              <a:t>Confidence.</a:t>
            </a:r>
          </a:p>
          <a:p>
            <a:pPr marL="1371600" lvl="1" indent="-520700">
              <a:spcBef>
                <a:spcPts val="600"/>
              </a:spcBef>
              <a:spcAft>
                <a:spcPts val="600"/>
              </a:spcAft>
              <a:defRPr/>
            </a:pPr>
            <a:r>
              <a:rPr sz="2000" dirty="0">
                <a:solidFill>
                  <a:srgbClr val="FFCC00"/>
                </a:solidFill>
              </a:rPr>
              <a:t>Timings.</a:t>
            </a:r>
          </a:p>
          <a:p>
            <a:pPr marL="1371600" lvl="1" indent="-520700">
              <a:spcBef>
                <a:spcPts val="600"/>
              </a:spcBef>
              <a:spcAft>
                <a:spcPts val="600"/>
              </a:spcAft>
              <a:defRPr/>
            </a:pPr>
            <a:r>
              <a:rPr sz="2000" dirty="0">
                <a:solidFill>
                  <a:srgbClr val="FFCC00"/>
                </a:solidFill>
              </a:rPr>
              <a:t>Use of audio / visual material and equipment.</a:t>
            </a:r>
          </a:p>
          <a:p>
            <a:pPr marL="1371600" lvl="1" indent="-520700">
              <a:spcBef>
                <a:spcPts val="600"/>
              </a:spcBef>
              <a:spcAft>
                <a:spcPts val="600"/>
              </a:spcAft>
              <a:defRPr/>
            </a:pPr>
            <a:r>
              <a:rPr sz="2000" dirty="0">
                <a:solidFill>
                  <a:srgbClr val="FFCC00"/>
                </a:solidFill>
              </a:rPr>
              <a:t>Appearance / attire.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/>
            </a:pPr>
            <a:endParaRPr sz="2000" dirty="0">
              <a:solidFill>
                <a:srgbClr val="FFCC00"/>
              </a:solidFill>
            </a:endParaRPr>
          </a:p>
          <a:p>
            <a:pPr lvl="1">
              <a:spcBef>
                <a:spcPts val="600"/>
              </a:spcBef>
              <a:spcAft>
                <a:spcPts val="600"/>
              </a:spcAft>
              <a:defRPr/>
            </a:pPr>
            <a:endParaRPr sz="2000" dirty="0">
              <a:solidFill>
                <a:srgbClr val="FFCC00"/>
              </a:solidFill>
            </a:endParaRPr>
          </a:p>
        </p:txBody>
      </p:sp>
      <p:sp>
        <p:nvSpPr>
          <p:cNvPr id="20484" name="Slide Number Placeholder 3"/>
          <p:cNvSpPr>
            <a:spLocks noGrp="1"/>
          </p:cNvSpPr>
          <p:nvPr>
            <p:ph type="sldNum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42F56BA5-358F-4AEB-94ED-3A497CCF54C4}" type="slidenum">
              <a:rPr lang="en-GB" smtClean="0">
                <a:solidFill>
                  <a:schemeClr val="bg1"/>
                </a:solidFill>
                <a:latin typeface="Gill Sans MT" pitchFamily="34" charset="0"/>
              </a:rPr>
              <a:pPr eaLnBrk="1" hangingPunct="1"/>
              <a:t>20</a:t>
            </a:fld>
            <a:endParaRPr lang="en-GB" dirty="0">
              <a:solidFill>
                <a:schemeClr val="bg1"/>
              </a:solidFill>
              <a:latin typeface="Gill Sans MT" pitchFamily="34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94920" y="4392471"/>
            <a:ext cx="4001161" cy="21607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7379831"/>
      </p:ext>
    </p:extLst>
  </p:cSld>
  <p:clrMapOvr>
    <a:masterClrMapping/>
  </p:clrMapOvr>
  <p:transition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3"/>
          <a:srcRect r="23862"/>
          <a:stretch/>
        </p:blipFill>
        <p:spPr>
          <a:xfrm>
            <a:off x="228600" y="1657301"/>
            <a:ext cx="8839200" cy="4962574"/>
          </a:xfrm>
          <a:prstGeom prst="rect">
            <a:avLst/>
          </a:prstGeom>
        </p:spPr>
      </p:pic>
      <p:sp>
        <p:nvSpPr>
          <p:cNvPr id="21506" name="Title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609600"/>
          </a:xfrm>
        </p:spPr>
        <p:txBody>
          <a:bodyPr/>
          <a:lstStyle/>
          <a:p>
            <a:r>
              <a:rPr lang="en-US"/>
              <a:t>Delivery – Engaging the Audience</a:t>
            </a:r>
          </a:p>
        </p:txBody>
      </p:sp>
      <p:sp>
        <p:nvSpPr>
          <p:cNvPr id="18435" name="Content Placeholder 2"/>
          <p:cNvSpPr>
            <a:spLocks noGrp="1"/>
          </p:cNvSpPr>
          <p:nvPr>
            <p:ph idx="1"/>
          </p:nvPr>
        </p:nvSpPr>
        <p:spPr>
          <a:xfrm>
            <a:off x="228600" y="685800"/>
            <a:ext cx="8229600" cy="5486400"/>
          </a:xfrm>
          <a:ln/>
        </p:spPr>
        <p:txBody>
          <a:bodyPr/>
          <a:lstStyle/>
          <a:p>
            <a:pPr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defRPr/>
            </a:pPr>
            <a:endParaRPr dirty="0">
              <a:solidFill>
                <a:srgbClr val="FFCC00"/>
              </a:solidFill>
              <a:latin typeface="Arial" charset="0"/>
              <a:cs typeface="Arial" charset="0"/>
            </a:endParaRPr>
          </a:p>
          <a:p>
            <a:pPr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defRPr/>
            </a:pPr>
            <a:endParaRPr dirty="0">
              <a:solidFill>
                <a:srgbClr val="FFCC00"/>
              </a:solidFill>
              <a:latin typeface="Arial" charset="0"/>
              <a:cs typeface="Arial" charset="0"/>
            </a:endParaRPr>
          </a:p>
          <a:p>
            <a:pPr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defRPr/>
            </a:pPr>
            <a:endParaRPr dirty="0">
              <a:solidFill>
                <a:srgbClr val="FFCC00"/>
              </a:solidFill>
              <a:latin typeface="Arial" charset="0"/>
              <a:cs typeface="Arial" charset="0"/>
            </a:endParaRP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defRPr/>
            </a:pPr>
            <a:r>
              <a:rPr dirty="0">
                <a:solidFill>
                  <a:srgbClr val="FFCC00"/>
                </a:solidFill>
                <a:latin typeface="Arial" charset="0"/>
                <a:cs typeface="Arial" charset="0"/>
              </a:rPr>
              <a:t>Ask real and rhetorical questions to keep people’s minds active and engaged.</a:t>
            </a:r>
          </a:p>
          <a:p>
            <a:pPr marL="342900" lvl="1" indent="-342900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Font typeface="Wingdings" pitchFamily="2" charset="2"/>
              <a:buChar char=""/>
              <a:defRPr/>
            </a:pPr>
            <a:r>
              <a:rPr sz="2000" dirty="0">
                <a:solidFill>
                  <a:srgbClr val="FFCC00"/>
                </a:solidFill>
                <a:ea typeface="+mn-ea"/>
              </a:rPr>
              <a:t>Make eye contact.</a:t>
            </a:r>
          </a:p>
          <a:p>
            <a:pPr marL="342900" lvl="1" indent="-342900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Font typeface="Wingdings" pitchFamily="2" charset="2"/>
              <a:buChar char=""/>
              <a:defRPr/>
            </a:pPr>
            <a:r>
              <a:rPr sz="2000" dirty="0">
                <a:solidFill>
                  <a:srgbClr val="FFCC00"/>
                </a:solidFill>
                <a:ea typeface="+mn-ea"/>
              </a:rPr>
              <a:t>Use appropriate facial expression. (Your face will reveal your attitudes, feelings, and emotions towards your presentation and the audience.)</a:t>
            </a:r>
          </a:p>
          <a:p>
            <a:pPr marL="342900" lvl="1" indent="-342900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Font typeface="Wingdings" pitchFamily="2" charset="2"/>
              <a:buChar char=""/>
              <a:defRPr/>
            </a:pPr>
            <a:r>
              <a:rPr sz="2000" dirty="0">
                <a:solidFill>
                  <a:srgbClr val="FFCC00"/>
                </a:solidFill>
                <a:ea typeface="+mn-ea"/>
              </a:rPr>
              <a:t>Don’t just talk to one person.</a:t>
            </a:r>
          </a:p>
          <a:p>
            <a:pPr marL="342900" lvl="1" indent="-342900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Font typeface="Wingdings" pitchFamily="2" charset="2"/>
              <a:buChar char=""/>
              <a:defRPr/>
            </a:pPr>
            <a:r>
              <a:rPr sz="2000" dirty="0">
                <a:solidFill>
                  <a:srgbClr val="FFCC00"/>
                </a:solidFill>
                <a:ea typeface="+mn-ea"/>
              </a:rPr>
              <a:t>Appropriate use of body language.</a:t>
            </a:r>
          </a:p>
          <a:p>
            <a:pPr marL="739775" lvl="1" indent="-292100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defRPr/>
            </a:pPr>
            <a:r>
              <a:rPr dirty="0">
                <a:solidFill>
                  <a:srgbClr val="FFCC00"/>
                </a:solidFill>
              </a:rPr>
              <a:t>E.g. When you are tense, you may fold your arms and look negative.</a:t>
            </a:r>
          </a:p>
          <a:p>
            <a:pPr marL="342900" lvl="1" indent="-342900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Font typeface="Wingdings" pitchFamily="2" charset="2"/>
              <a:buChar char=""/>
              <a:defRPr/>
            </a:pPr>
            <a:r>
              <a:rPr sz="2000" dirty="0">
                <a:solidFill>
                  <a:srgbClr val="FFCC00"/>
                </a:solidFill>
                <a:ea typeface="+mn-ea"/>
              </a:rPr>
              <a:t>Try to make examples interesting and compelling.</a:t>
            </a:r>
          </a:p>
        </p:txBody>
      </p:sp>
      <p:sp>
        <p:nvSpPr>
          <p:cNvPr id="21508" name="Slide Number Placeholder 3"/>
          <p:cNvSpPr>
            <a:spLocks noGrp="1"/>
          </p:cNvSpPr>
          <p:nvPr>
            <p:ph type="sldNum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1099EF04-CF30-4A21-9E58-AE01DBEE1F65}" type="slidenum">
              <a:rPr lang="en-GB" smtClean="0">
                <a:solidFill>
                  <a:schemeClr val="bg1"/>
                </a:solidFill>
                <a:latin typeface="Gill Sans MT" pitchFamily="34" charset="0"/>
              </a:rPr>
              <a:pPr eaLnBrk="1" hangingPunct="1"/>
              <a:t>21</a:t>
            </a:fld>
            <a:endParaRPr lang="en-GB" dirty="0">
              <a:solidFill>
                <a:schemeClr val="bg1"/>
              </a:solidFill>
              <a:latin typeface="Gill Sans MT" pitchFamily="34" charset="0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1905000" y="1000076"/>
            <a:ext cx="5334000" cy="838200"/>
          </a:xfrm>
          <a:prstGeom prst="roundRect">
            <a:avLst/>
          </a:prstGeom>
          <a:solidFill>
            <a:srgbClr val="008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b="1" dirty="0">
                <a:solidFill>
                  <a:schemeClr val="bg1"/>
                </a:solidFill>
                <a:cs typeface="Arial" charset="0"/>
              </a:rPr>
              <a:t>Be enthusiastic about your presentation!</a:t>
            </a:r>
          </a:p>
        </p:txBody>
      </p:sp>
    </p:spTree>
    <p:extLst>
      <p:ext uri="{BB962C8B-B14F-4D97-AF65-F5344CB8AC3E}">
        <p14:creationId xmlns:p14="http://schemas.microsoft.com/office/powerpoint/2010/main" val="922688919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435" grpId="0" build="p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3069" y="1666826"/>
            <a:ext cx="8900931" cy="4962574"/>
          </a:xfrm>
          <a:prstGeom prst="rect">
            <a:avLst/>
          </a:prstGeom>
        </p:spPr>
      </p:pic>
      <p:sp>
        <p:nvSpPr>
          <p:cNvPr id="22530" name="Title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609600"/>
          </a:xfrm>
        </p:spPr>
        <p:txBody>
          <a:bodyPr/>
          <a:lstStyle/>
          <a:p>
            <a:r>
              <a:rPr lang="en-US"/>
              <a:t>Delivery – Verbal Presentation Style</a:t>
            </a:r>
          </a:p>
        </p:txBody>
      </p:sp>
      <p:sp>
        <p:nvSpPr>
          <p:cNvPr id="19459" name="Content Placeholder 2"/>
          <p:cNvSpPr>
            <a:spLocks noGrp="1"/>
          </p:cNvSpPr>
          <p:nvPr>
            <p:ph idx="1"/>
          </p:nvPr>
        </p:nvSpPr>
        <p:spPr>
          <a:xfrm>
            <a:off x="304800" y="762000"/>
            <a:ext cx="8229600" cy="5486400"/>
          </a:xfrm>
          <a:ln/>
        </p:spPr>
        <p:txBody>
          <a:bodyPr/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dirty="0">
                <a:solidFill>
                  <a:srgbClr val="FFCC00"/>
                </a:solidFill>
                <a:latin typeface="Arial" charset="0"/>
                <a:cs typeface="Arial" charset="0"/>
              </a:rPr>
              <a:t>Speak clearly.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endParaRPr dirty="0">
              <a:solidFill>
                <a:srgbClr val="FFCC00"/>
              </a:solidFill>
              <a:latin typeface="Arial" charset="0"/>
              <a:cs typeface="Arial" charset="0"/>
            </a:endParaRP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dirty="0">
                <a:solidFill>
                  <a:srgbClr val="FFCC00"/>
                </a:solidFill>
                <a:latin typeface="Arial" charset="0"/>
                <a:cs typeface="Arial" charset="0"/>
              </a:rPr>
              <a:t>Speak loudly without shouting.</a:t>
            </a:r>
          </a:p>
          <a:p>
            <a:pPr lvl="1">
              <a:spcBef>
                <a:spcPts val="600"/>
              </a:spcBef>
              <a:spcAft>
                <a:spcPts val="600"/>
              </a:spcAft>
            </a:pPr>
            <a:r>
              <a:rPr sz="2000" dirty="0">
                <a:solidFill>
                  <a:srgbClr val="FFCC00"/>
                </a:solidFill>
                <a:latin typeface="Arial" charset="0"/>
                <a:cs typeface="Arial" charset="0"/>
              </a:rPr>
              <a:t>Vary the volume, speaking up to add emphasis.</a:t>
            </a:r>
          </a:p>
          <a:p>
            <a:pPr lvl="1">
              <a:spcBef>
                <a:spcPts val="600"/>
              </a:spcBef>
              <a:spcAft>
                <a:spcPts val="600"/>
              </a:spcAft>
            </a:pPr>
            <a:r>
              <a:rPr sz="2000" dirty="0">
                <a:solidFill>
                  <a:srgbClr val="FFCC00"/>
                </a:solidFill>
                <a:latin typeface="Arial" charset="0"/>
                <a:cs typeface="Arial" charset="0"/>
              </a:rPr>
              <a:t>Vary your speed of delivery and pitch of your voice.</a:t>
            </a:r>
          </a:p>
          <a:p>
            <a:pPr lvl="1">
              <a:spcBef>
                <a:spcPts val="600"/>
              </a:spcBef>
              <a:spcAft>
                <a:spcPts val="600"/>
              </a:spcAft>
            </a:pPr>
            <a:endParaRPr sz="2000" dirty="0">
              <a:solidFill>
                <a:srgbClr val="FFCC00"/>
              </a:solidFill>
              <a:latin typeface="Arial" charset="0"/>
              <a:cs typeface="Arial" charset="0"/>
            </a:endParaRP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dirty="0">
                <a:solidFill>
                  <a:srgbClr val="FFCC00"/>
                </a:solidFill>
                <a:latin typeface="Arial" charset="0"/>
                <a:cs typeface="Arial" charset="0"/>
              </a:rPr>
              <a:t>Speak to the audience, not to the screen, white board, or computer!!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endParaRPr dirty="0">
              <a:solidFill>
                <a:srgbClr val="FFCC00"/>
              </a:solidFill>
              <a:latin typeface="Arial" charset="0"/>
              <a:cs typeface="Arial" charset="0"/>
            </a:endParaRP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dirty="0">
                <a:solidFill>
                  <a:srgbClr val="FFCC00"/>
                </a:solidFill>
                <a:latin typeface="Arial" charset="0"/>
                <a:cs typeface="Arial" charset="0"/>
              </a:rPr>
              <a:t>Point to the screen (NOT to the computer).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endParaRPr dirty="0">
              <a:solidFill>
                <a:srgbClr val="FFCC00"/>
              </a:solidFill>
              <a:latin typeface="Arial" charset="0"/>
              <a:cs typeface="Arial" charset="0"/>
            </a:endParaRPr>
          </a:p>
        </p:txBody>
      </p:sp>
      <p:sp>
        <p:nvSpPr>
          <p:cNvPr id="22532" name="Slide Number Placeholder 3"/>
          <p:cNvSpPr>
            <a:spLocks noGrp="1"/>
          </p:cNvSpPr>
          <p:nvPr>
            <p:ph type="sldNum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709929CB-396D-4E76-B5A9-A99E4B967335}" type="slidenum">
              <a:rPr lang="en-GB" smtClean="0">
                <a:solidFill>
                  <a:schemeClr val="bg1"/>
                </a:solidFill>
                <a:latin typeface="Gill Sans MT" pitchFamily="34" charset="0"/>
              </a:rPr>
              <a:pPr eaLnBrk="1" hangingPunct="1"/>
              <a:t>22</a:t>
            </a:fld>
            <a:endParaRPr lang="en-GB" dirty="0">
              <a:solidFill>
                <a:schemeClr val="bg1"/>
              </a:solidFill>
              <a:latin typeface="Gill Sans MT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38425201"/>
      </p:ext>
    </p:extLst>
  </p:cSld>
  <p:clrMapOvr>
    <a:masterClrMapping/>
  </p:clrMapOvr>
  <p:transition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3"/>
          <a:srcRect r="23862"/>
          <a:stretch/>
        </p:blipFill>
        <p:spPr>
          <a:xfrm>
            <a:off x="228600" y="762000"/>
            <a:ext cx="8915400" cy="5867400"/>
          </a:xfrm>
          <a:prstGeom prst="rect">
            <a:avLst/>
          </a:prstGeom>
        </p:spPr>
      </p:pic>
      <p:sp>
        <p:nvSpPr>
          <p:cNvPr id="23554" name="Title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609600"/>
          </a:xfrm>
        </p:spPr>
        <p:txBody>
          <a:bodyPr/>
          <a:lstStyle/>
          <a:p>
            <a:r>
              <a:rPr lang="en-US"/>
              <a:t>Delivery – Using Slides Effectively</a:t>
            </a:r>
          </a:p>
        </p:txBody>
      </p:sp>
      <p:sp>
        <p:nvSpPr>
          <p:cNvPr id="20483" name="Content Placeholder 2"/>
          <p:cNvSpPr>
            <a:spLocks noGrp="1"/>
          </p:cNvSpPr>
          <p:nvPr>
            <p:ph idx="1"/>
          </p:nvPr>
        </p:nvSpPr>
        <p:spPr>
          <a:xfrm>
            <a:off x="457200" y="762000"/>
            <a:ext cx="8229600" cy="5486400"/>
          </a:xfrm>
          <a:ln/>
        </p:spPr>
        <p:txBody>
          <a:bodyPr/>
          <a:lstStyle/>
          <a:p>
            <a:pPr>
              <a:spcBef>
                <a:spcPts val="600"/>
              </a:spcBef>
              <a:spcAft>
                <a:spcPts val="600"/>
              </a:spcAft>
              <a:buFont typeface="Arial" charset="0"/>
              <a:buNone/>
            </a:pPr>
            <a:r>
              <a:rPr b="1" dirty="0">
                <a:solidFill>
                  <a:srgbClr val="FFCC00"/>
                </a:solidFill>
                <a:latin typeface="Arial" charset="0"/>
                <a:cs typeface="Arial" charset="0"/>
              </a:rPr>
              <a:t>Do NOT overdo PowerPoint! 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dirty="0">
                <a:solidFill>
                  <a:srgbClr val="FFCC00"/>
                </a:solidFill>
                <a:latin typeface="Arial" charset="0"/>
                <a:cs typeface="Arial" charset="0"/>
              </a:rPr>
              <a:t>Slides should be simple, without distractions.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dirty="0">
                <a:solidFill>
                  <a:srgbClr val="FFCC00"/>
                </a:solidFill>
                <a:latin typeface="Arial" charset="0"/>
                <a:cs typeface="Arial" charset="0"/>
              </a:rPr>
              <a:t>Slide design should be consistent (layout, structure, etc.)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dirty="0">
                <a:solidFill>
                  <a:srgbClr val="FFCC00"/>
                </a:solidFill>
                <a:latin typeface="Arial" charset="0"/>
                <a:cs typeface="Arial" charset="0"/>
              </a:rPr>
              <a:t>Moderate use of </a:t>
            </a:r>
            <a:r>
              <a:rPr b="1" dirty="0" err="1">
                <a:solidFill>
                  <a:srgbClr val="FFCC00"/>
                </a:solidFill>
                <a:latin typeface="Arial" charset="0"/>
                <a:cs typeface="Arial" charset="0"/>
              </a:rPr>
              <a:t>colour</a:t>
            </a:r>
            <a:r>
              <a:rPr dirty="0">
                <a:solidFill>
                  <a:srgbClr val="FFCC00"/>
                </a:solidFill>
                <a:latin typeface="Arial" charset="0"/>
                <a:cs typeface="Arial" charset="0"/>
              </a:rPr>
              <a:t>.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dirty="0">
                <a:solidFill>
                  <a:srgbClr val="FFCC00"/>
                </a:solidFill>
                <a:latin typeface="Arial" charset="0"/>
                <a:cs typeface="Arial" charset="0"/>
              </a:rPr>
              <a:t>Contrast between lettering and background.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dirty="0">
                <a:solidFill>
                  <a:srgbClr val="FFCC00"/>
                </a:solidFill>
                <a:latin typeface="Arial" charset="0"/>
                <a:cs typeface="Arial" charset="0"/>
              </a:rPr>
              <a:t>Appropriate </a:t>
            </a:r>
            <a:r>
              <a:rPr sz="1200" dirty="0">
                <a:solidFill>
                  <a:srgbClr val="FFCC00"/>
                </a:solidFill>
                <a:latin typeface="Arial" charset="0"/>
                <a:cs typeface="Arial" charset="0"/>
              </a:rPr>
              <a:t>font size</a:t>
            </a:r>
            <a:r>
              <a:rPr dirty="0">
                <a:solidFill>
                  <a:srgbClr val="FFCC00"/>
                </a:solidFill>
                <a:latin typeface="Arial" charset="0"/>
                <a:cs typeface="Arial" charset="0"/>
              </a:rPr>
              <a:t>.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dirty="0">
                <a:solidFill>
                  <a:srgbClr val="FFCC00"/>
                </a:solidFill>
                <a:latin typeface="Arial" charset="0"/>
                <a:cs typeface="Arial" charset="0"/>
              </a:rPr>
              <a:t>Each slide should </a:t>
            </a:r>
          </a:p>
          <a:p>
            <a:pPr lvl="1">
              <a:spcBef>
                <a:spcPts val="400"/>
              </a:spcBef>
              <a:spcAft>
                <a:spcPts val="400"/>
              </a:spcAft>
            </a:pPr>
            <a:r>
              <a:rPr dirty="0">
                <a:solidFill>
                  <a:srgbClr val="FFCC00"/>
                </a:solidFill>
                <a:latin typeface="Arial" charset="0"/>
                <a:cs typeface="Arial" charset="0"/>
              </a:rPr>
              <a:t>Be concise (i.e., not verbose).</a:t>
            </a:r>
          </a:p>
          <a:p>
            <a:pPr lvl="1">
              <a:spcBef>
                <a:spcPts val="400"/>
              </a:spcBef>
              <a:spcAft>
                <a:spcPts val="400"/>
              </a:spcAft>
            </a:pPr>
            <a:r>
              <a:rPr dirty="0">
                <a:solidFill>
                  <a:srgbClr val="FFCC00"/>
                </a:solidFill>
                <a:latin typeface="Arial" charset="0"/>
                <a:cs typeface="Arial" charset="0"/>
              </a:rPr>
              <a:t>Highlight key points.</a:t>
            </a:r>
          </a:p>
          <a:p>
            <a:pPr lvl="1">
              <a:spcBef>
                <a:spcPts val="400"/>
              </a:spcBef>
              <a:spcAft>
                <a:spcPts val="400"/>
              </a:spcAft>
            </a:pPr>
            <a:r>
              <a:rPr dirty="0">
                <a:solidFill>
                  <a:srgbClr val="FFCC00"/>
                </a:solidFill>
                <a:latin typeface="Arial" charset="0"/>
                <a:cs typeface="Arial" charset="0"/>
              </a:rPr>
              <a:t>Have a meaningful title - not 'Introduction(5)'</a:t>
            </a:r>
          </a:p>
          <a:p>
            <a:pPr lvl="1">
              <a:spcBef>
                <a:spcPts val="400"/>
              </a:spcBef>
              <a:spcAft>
                <a:spcPts val="400"/>
              </a:spcAft>
            </a:pPr>
            <a:r>
              <a:rPr dirty="0">
                <a:solidFill>
                  <a:srgbClr val="FFCC00"/>
                </a:solidFill>
                <a:latin typeface="Arial" charset="0"/>
                <a:cs typeface="Arial" charset="0"/>
              </a:rPr>
              <a:t>Be focused.</a:t>
            </a:r>
          </a:p>
          <a:p>
            <a:pPr lvl="1">
              <a:spcBef>
                <a:spcPts val="600"/>
              </a:spcBef>
              <a:spcAft>
                <a:spcPts val="600"/>
              </a:spcAft>
            </a:pPr>
            <a:endParaRPr dirty="0">
              <a:solidFill>
                <a:srgbClr val="FFCC00"/>
              </a:solidFill>
              <a:latin typeface="Arial" charset="0"/>
              <a:cs typeface="Arial" charset="0"/>
            </a:endParaRPr>
          </a:p>
          <a:p>
            <a:pPr lvl="1">
              <a:spcBef>
                <a:spcPts val="600"/>
              </a:spcBef>
              <a:spcAft>
                <a:spcPts val="600"/>
              </a:spcAft>
            </a:pPr>
            <a:endParaRPr dirty="0">
              <a:solidFill>
                <a:srgbClr val="FFCC00"/>
              </a:solidFill>
              <a:latin typeface="Arial" charset="0"/>
              <a:cs typeface="Arial" charset="0"/>
            </a:endParaRPr>
          </a:p>
        </p:txBody>
      </p:sp>
      <p:sp>
        <p:nvSpPr>
          <p:cNvPr id="23556" name="Slide Number Placeholder 3"/>
          <p:cNvSpPr>
            <a:spLocks noGrp="1"/>
          </p:cNvSpPr>
          <p:nvPr>
            <p:ph type="sldNum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E0A23F6C-3DE9-4864-80D6-7DDFF993976E}" type="slidenum">
              <a:rPr lang="en-GB" smtClean="0">
                <a:solidFill>
                  <a:schemeClr val="bg1"/>
                </a:solidFill>
                <a:latin typeface="Gill Sans MT" pitchFamily="34" charset="0"/>
              </a:rPr>
              <a:pPr eaLnBrk="1" hangingPunct="1"/>
              <a:t>23</a:t>
            </a:fld>
            <a:endParaRPr lang="en-GB" dirty="0">
              <a:solidFill>
                <a:schemeClr val="bg1"/>
              </a:solidFill>
              <a:latin typeface="Gill Sans MT" pitchFamily="34" charset="0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1219200" y="5486400"/>
            <a:ext cx="6553200" cy="990600"/>
          </a:xfrm>
          <a:prstGeom prst="roundRect">
            <a:avLst/>
          </a:prstGeom>
          <a:solidFill>
            <a:srgbClr val="008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1" algn="ctr">
              <a:buFont typeface="Arial" charset="0"/>
              <a:buNone/>
              <a:defRPr/>
            </a:pPr>
            <a:r>
              <a:rPr lang="en-US" sz="2000" b="1" dirty="0">
                <a:solidFill>
                  <a:schemeClr val="bg1"/>
                </a:solidFill>
                <a:cs typeface="Arial" charset="0"/>
              </a:rPr>
              <a:t>Remember, be clear and accurate. </a:t>
            </a:r>
          </a:p>
          <a:p>
            <a:pPr lvl="1" algn="ctr">
              <a:buFont typeface="Arial" charset="0"/>
              <a:buNone/>
              <a:defRPr/>
            </a:pPr>
            <a:r>
              <a:rPr lang="en-US" sz="2000" b="1" dirty="0">
                <a:solidFill>
                  <a:schemeClr val="bg1"/>
                </a:solidFill>
                <a:cs typeface="Arial" charset="0"/>
              </a:rPr>
              <a:t>Focus on your objective.</a:t>
            </a:r>
          </a:p>
        </p:txBody>
      </p:sp>
    </p:spTree>
    <p:extLst>
      <p:ext uri="{BB962C8B-B14F-4D97-AF65-F5344CB8AC3E}">
        <p14:creationId xmlns:p14="http://schemas.microsoft.com/office/powerpoint/2010/main" val="696255700"/>
      </p:ext>
    </p:extLst>
  </p:cSld>
  <p:clrMapOvr>
    <a:masterClrMapping/>
  </p:clrMapOvr>
  <p:transition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Title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609600"/>
          </a:xfrm>
        </p:spPr>
        <p:txBody>
          <a:bodyPr/>
          <a:lstStyle/>
          <a:p>
            <a:r>
              <a:rPr lang="en-US"/>
              <a:t>Delivery – Using Slides Effectively</a:t>
            </a:r>
          </a:p>
        </p:txBody>
      </p:sp>
      <p:sp>
        <p:nvSpPr>
          <p:cNvPr id="24579" name="Content Placeholder 2"/>
          <p:cNvSpPr>
            <a:spLocks noGrp="1"/>
          </p:cNvSpPr>
          <p:nvPr>
            <p:ph idx="1"/>
          </p:nvPr>
        </p:nvSpPr>
        <p:spPr>
          <a:ln/>
        </p:spPr>
        <p:txBody>
          <a:bodyPr/>
          <a:lstStyle/>
          <a:p>
            <a:pPr algn="ctr">
              <a:spcBef>
                <a:spcPts val="600"/>
              </a:spcBef>
              <a:spcAft>
                <a:spcPts val="600"/>
              </a:spcAft>
              <a:buFont typeface="Arial" charset="0"/>
              <a:buNone/>
            </a:pPr>
            <a:r>
              <a:rPr sz="2200" b="1" dirty="0">
                <a:latin typeface="Arial" charset="0"/>
                <a:cs typeface="Arial" charset="0"/>
              </a:rPr>
              <a:t>The Good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endParaRPr sz="2200" dirty="0">
              <a:latin typeface="Arial" charset="0"/>
              <a:cs typeface="Arial" charset="0"/>
            </a:endParaRP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sz="2200" dirty="0">
                <a:latin typeface="Arial" charset="0"/>
                <a:cs typeface="Arial" charset="0"/>
              </a:rPr>
              <a:t>Readable, simple font.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sz="2200" dirty="0">
                <a:latin typeface="Arial" charset="0"/>
                <a:cs typeface="Arial" charset="0"/>
              </a:rPr>
              <a:t>Simple animation</a:t>
            </a:r>
          </a:p>
        </p:txBody>
      </p:sp>
      <p:sp>
        <p:nvSpPr>
          <p:cNvPr id="24580" name="Slide Number Placeholder 3"/>
          <p:cNvSpPr>
            <a:spLocks noGrp="1"/>
          </p:cNvSpPr>
          <p:nvPr>
            <p:ph type="sldNum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C2D38057-843F-451D-803E-ADC83D01F6F9}" type="slidenum">
              <a:rPr lang="en-GB" smtClean="0">
                <a:solidFill>
                  <a:schemeClr val="bg1"/>
                </a:solidFill>
                <a:latin typeface="Gill Sans MT" pitchFamily="34" charset="0"/>
              </a:rPr>
              <a:pPr eaLnBrk="1" hangingPunct="1"/>
              <a:t>24</a:t>
            </a:fld>
            <a:endParaRPr lang="en-GB" dirty="0">
              <a:solidFill>
                <a:schemeClr val="bg1"/>
              </a:solidFill>
              <a:latin typeface="Gill Sans MT" pitchFamily="34" charset="0"/>
            </a:endParaRPr>
          </a:p>
        </p:txBody>
      </p:sp>
      <p:sp>
        <p:nvSpPr>
          <p:cNvPr id="6" name="Oval 5"/>
          <p:cNvSpPr/>
          <p:nvPr/>
        </p:nvSpPr>
        <p:spPr>
          <a:xfrm>
            <a:off x="5486400" y="1981200"/>
            <a:ext cx="2362200" cy="1144588"/>
          </a:xfrm>
          <a:prstGeom prst="ellipse">
            <a:avLst/>
          </a:prstGeom>
          <a:solidFill>
            <a:srgbClr val="009900">
              <a:alpha val="50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sz="2000" b="1" dirty="0">
                <a:solidFill>
                  <a:schemeClr val="bg1"/>
                </a:solidFill>
              </a:rPr>
              <a:t>Simple animation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5562600" y="3962400"/>
            <a:ext cx="2362200" cy="1371600"/>
          </a:xfrm>
          <a:prstGeom prst="rect">
            <a:avLst/>
          </a:prstGeom>
          <a:solidFill>
            <a:srgbClr val="009900">
              <a:alpha val="50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sz="2000" b="1" dirty="0">
                <a:solidFill>
                  <a:srgbClr val="FFCC00"/>
                </a:solidFill>
              </a:rPr>
              <a:t>Good </a:t>
            </a:r>
            <a:r>
              <a:rPr lang="en-GB" sz="2000" b="1" dirty="0">
                <a:solidFill>
                  <a:srgbClr val="FFCC00"/>
                </a:solidFill>
              </a:rPr>
              <a:t>colour combinations</a:t>
            </a:r>
          </a:p>
        </p:txBody>
      </p:sp>
      <p:cxnSp>
        <p:nvCxnSpPr>
          <p:cNvPr id="14" name="Straight Arrow Connector 13"/>
          <p:cNvCxnSpPr/>
          <p:nvPr/>
        </p:nvCxnSpPr>
        <p:spPr>
          <a:xfrm>
            <a:off x="6629400" y="3125788"/>
            <a:ext cx="0" cy="83661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15525705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9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Title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609600"/>
          </a:xfrm>
        </p:spPr>
        <p:txBody>
          <a:bodyPr/>
          <a:lstStyle/>
          <a:p>
            <a:r>
              <a:rPr lang="en-GB"/>
              <a:t>Delivery – Using Slides Effectively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1066800"/>
            <a:ext cx="8001000" cy="5181600"/>
          </a:xfrm>
          <a:solidFill>
            <a:schemeClr val="tx2">
              <a:lumMod val="60000"/>
              <a:lumOff val="40000"/>
            </a:schemeClr>
          </a:solidFill>
          <a:ln/>
        </p:spPr>
        <p:txBody>
          <a:bodyPr/>
          <a:lstStyle/>
          <a:p>
            <a:pPr algn="ctr">
              <a:buFont typeface="Arial" charset="0"/>
              <a:buNone/>
              <a:defRPr/>
            </a:pPr>
            <a:r>
              <a:rPr lang="en-GB" b="1">
                <a:solidFill>
                  <a:srgbClr val="BAE18F"/>
                </a:solidFill>
              </a:rPr>
              <a:t>The Ugly</a:t>
            </a:r>
          </a:p>
          <a:p>
            <a:pPr>
              <a:defRPr/>
            </a:pPr>
            <a:endParaRPr lang="en-GB"/>
          </a:p>
          <a:p>
            <a:pPr>
              <a:defRPr/>
            </a:pPr>
            <a:r>
              <a:rPr lang="en-GB">
                <a:solidFill>
                  <a:srgbClr val="92D050"/>
                </a:solidFill>
                <a:latin typeface="Script MT Bold" pitchFamily="66" charset="0"/>
              </a:rPr>
              <a:t>Small odd font</a:t>
            </a:r>
          </a:p>
        </p:txBody>
      </p:sp>
      <p:sp>
        <p:nvSpPr>
          <p:cNvPr id="25604" name="Slide Number Placeholder 3"/>
          <p:cNvSpPr>
            <a:spLocks noGrp="1"/>
          </p:cNvSpPr>
          <p:nvPr>
            <p:ph type="sldNum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518BEFA9-3554-49FE-82B4-C544929FAF1C}" type="slidenum">
              <a:rPr lang="en-GB" smtClean="0">
                <a:solidFill>
                  <a:schemeClr val="bg1"/>
                </a:solidFill>
                <a:latin typeface="Gill Sans MT" pitchFamily="34" charset="0"/>
              </a:rPr>
              <a:pPr eaLnBrk="1" hangingPunct="1"/>
              <a:t>25</a:t>
            </a:fld>
            <a:endParaRPr lang="en-GB" dirty="0">
              <a:solidFill>
                <a:schemeClr val="bg1"/>
              </a:solidFill>
              <a:latin typeface="Gill Sans MT" pitchFamily="34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715000" y="2667000"/>
            <a:ext cx="2438400" cy="1447800"/>
          </a:xfrm>
          <a:prstGeom prst="rect">
            <a:avLst/>
          </a:prstGeom>
          <a:solidFill>
            <a:srgbClr val="F418EA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GB" dirty="0">
                <a:solidFill>
                  <a:srgbClr val="FFFF00"/>
                </a:solidFill>
              </a:rPr>
              <a:t>Odd colour combinations</a:t>
            </a:r>
          </a:p>
        </p:txBody>
      </p:sp>
    </p:spTree>
    <p:extLst>
      <p:ext uri="{BB962C8B-B14F-4D97-AF65-F5344CB8AC3E}">
        <p14:creationId xmlns:p14="http://schemas.microsoft.com/office/powerpoint/2010/main" val="3515812403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1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animBg="1"/>
      <p:bldP spid="6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Title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609600"/>
          </a:xfrm>
        </p:spPr>
        <p:txBody>
          <a:bodyPr/>
          <a:lstStyle/>
          <a:p>
            <a:r>
              <a:rPr lang="en-US" dirty="0"/>
              <a:t>Presenting &amp; Public Speaking</a:t>
            </a:r>
          </a:p>
        </p:txBody>
      </p:sp>
      <p:sp>
        <p:nvSpPr>
          <p:cNvPr id="12291" name="Content Placeholder 2"/>
          <p:cNvSpPr>
            <a:spLocks noGrp="1"/>
          </p:cNvSpPr>
          <p:nvPr>
            <p:ph idx="1"/>
          </p:nvPr>
        </p:nvSpPr>
        <p:spPr>
          <a:xfrm>
            <a:off x="457200" y="762000"/>
            <a:ext cx="8229600" cy="5486400"/>
          </a:xfrm>
          <a:ln/>
        </p:spPr>
        <p:txBody>
          <a:bodyPr/>
          <a:lstStyle/>
          <a:p>
            <a:pPr marL="0" lvl="1" indent="0">
              <a:spcBef>
                <a:spcPts val="600"/>
              </a:spcBef>
              <a:spcAft>
                <a:spcPts val="600"/>
              </a:spcAft>
              <a:buClr>
                <a:srgbClr val="700000"/>
              </a:buClr>
              <a:buNone/>
              <a:defRPr/>
            </a:pPr>
            <a:r>
              <a:rPr lang="en-US" sz="2000" dirty="0"/>
              <a:t>    </a:t>
            </a:r>
          </a:p>
          <a:p>
            <a:pPr marL="457200" lvl="1" indent="-457200">
              <a:spcBef>
                <a:spcPts val="600"/>
              </a:spcBef>
              <a:spcAft>
                <a:spcPts val="600"/>
              </a:spcAft>
              <a:buNone/>
              <a:defRPr/>
            </a:pPr>
            <a:endParaRPr lang="en-US" sz="1200" dirty="0">
              <a:latin typeface="Arial" charset="0"/>
              <a:cs typeface="Arial" charset="0"/>
            </a:endParaRPr>
          </a:p>
          <a:p>
            <a:pPr marL="457200" lvl="1" indent="-457200">
              <a:spcBef>
                <a:spcPts val="600"/>
              </a:spcBef>
              <a:spcAft>
                <a:spcPts val="600"/>
              </a:spcAft>
              <a:buFont typeface="Arial" charset="0"/>
              <a:buNone/>
              <a:defRPr/>
            </a:pPr>
            <a:endParaRPr sz="1200" dirty="0">
              <a:latin typeface="Arial" charset="0"/>
              <a:cs typeface="Arial" charset="0"/>
            </a:endParaRPr>
          </a:p>
          <a:p>
            <a:pPr>
              <a:spcBef>
                <a:spcPts val="600"/>
              </a:spcBef>
              <a:spcAft>
                <a:spcPts val="600"/>
              </a:spcAft>
              <a:defRPr/>
            </a:pPr>
            <a:endParaRPr sz="1200" dirty="0">
              <a:latin typeface="Arial" charset="0"/>
              <a:cs typeface="Arial" charset="0"/>
            </a:endParaRPr>
          </a:p>
        </p:txBody>
      </p:sp>
      <p:sp>
        <p:nvSpPr>
          <p:cNvPr id="26628" name="Slide Number Placeholder 3"/>
          <p:cNvSpPr>
            <a:spLocks noGrp="1"/>
          </p:cNvSpPr>
          <p:nvPr>
            <p:ph type="sldNum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A500489A-5598-453B-B49B-EF75BD5AC637}" type="slidenum">
              <a:rPr lang="en-GB" smtClean="0">
                <a:solidFill>
                  <a:schemeClr val="bg1"/>
                </a:solidFill>
                <a:latin typeface="Gill Sans MT" pitchFamily="34" charset="0"/>
              </a:rPr>
              <a:pPr eaLnBrk="1" hangingPunct="1"/>
              <a:t>26</a:t>
            </a:fld>
            <a:endParaRPr lang="en-GB" dirty="0">
              <a:solidFill>
                <a:schemeClr val="bg1"/>
              </a:solidFill>
              <a:latin typeface="Gill Sans MT" pitchFamily="34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2286000" y="3105835"/>
            <a:ext cx="4572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/>
              <a:t>https://www.youtube.com/watch?v=Q5WT2vweFRY&amp;t=3s</a:t>
            </a:r>
          </a:p>
        </p:txBody>
      </p:sp>
      <p:sp>
        <p:nvSpPr>
          <p:cNvPr id="4" name="Rectangle 3"/>
          <p:cNvSpPr/>
          <p:nvPr/>
        </p:nvSpPr>
        <p:spPr>
          <a:xfrm>
            <a:off x="2286000" y="3105835"/>
            <a:ext cx="4572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/>
              <a:t>https://www.youtube.com/watch?v=Q5WT2vweFRY&amp;t=3s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909935"/>
            <a:ext cx="75438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https://www.youtube.com/watch?v=Q5WT2vweFRY&amp;t=3shttps://www.youtube.com/watch?v=Q5WT2vweFRY&amp;t=3s</a:t>
            </a:r>
          </a:p>
        </p:txBody>
      </p:sp>
    </p:spTree>
    <p:extLst>
      <p:ext uri="{BB962C8B-B14F-4D97-AF65-F5344CB8AC3E}">
        <p14:creationId xmlns:p14="http://schemas.microsoft.com/office/powerpoint/2010/main" val="4033679859"/>
      </p:ext>
    </p:extLst>
  </p:cSld>
  <p:clrMapOvr>
    <a:masterClrMapping/>
  </p:clrMapOvr>
  <p:transition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3"/>
          <a:srcRect l="2103" r="10462"/>
          <a:stretch/>
        </p:blipFill>
        <p:spPr>
          <a:xfrm>
            <a:off x="228600" y="784972"/>
            <a:ext cx="8915400" cy="5844428"/>
          </a:xfrm>
          <a:prstGeom prst="rect">
            <a:avLst/>
          </a:prstGeom>
        </p:spPr>
      </p:pic>
      <p:sp>
        <p:nvSpPr>
          <p:cNvPr id="26626" name="Title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609600"/>
          </a:xfrm>
        </p:spPr>
        <p:txBody>
          <a:bodyPr/>
          <a:lstStyle/>
          <a:p>
            <a:r>
              <a:rPr lang="en-GB"/>
              <a:t>Summary</a:t>
            </a:r>
            <a:endParaRPr lang="en-US"/>
          </a:p>
        </p:txBody>
      </p:sp>
      <p:sp>
        <p:nvSpPr>
          <p:cNvPr id="12291" name="Content Placeholder 2"/>
          <p:cNvSpPr>
            <a:spLocks noGrp="1"/>
          </p:cNvSpPr>
          <p:nvPr>
            <p:ph idx="1"/>
          </p:nvPr>
        </p:nvSpPr>
        <p:spPr>
          <a:xfrm>
            <a:off x="457200" y="762000"/>
            <a:ext cx="8229600" cy="5486400"/>
          </a:xfrm>
          <a:ln/>
        </p:spPr>
        <p:txBody>
          <a:bodyPr/>
          <a:lstStyle/>
          <a:p>
            <a:pPr marL="342900" lvl="1" indent="-342900">
              <a:spcBef>
                <a:spcPts val="600"/>
              </a:spcBef>
              <a:spcAft>
                <a:spcPts val="600"/>
              </a:spcAft>
              <a:buClr>
                <a:srgbClr val="700000"/>
              </a:buClr>
              <a:buFont typeface="Arial" charset="0"/>
              <a:buChar char="●"/>
              <a:defRPr/>
            </a:pPr>
            <a:r>
              <a:rPr sz="2000" dirty="0">
                <a:solidFill>
                  <a:srgbClr val="FFCC00"/>
                </a:solidFill>
              </a:rPr>
              <a:t>Topics covered: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/>
            </a:pPr>
            <a:r>
              <a:rPr lang="en-GB" dirty="0">
                <a:solidFill>
                  <a:srgbClr val="FFCC00"/>
                </a:solidFill>
                <a:latin typeface="Arial" charset="0"/>
                <a:cs typeface="Arial" charset="0"/>
              </a:rPr>
              <a:t>Presentations – goals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/>
            </a:pPr>
            <a:r>
              <a:rPr lang="en-GB" dirty="0">
                <a:solidFill>
                  <a:srgbClr val="FFCC00"/>
                </a:solidFill>
                <a:latin typeface="Arial" charset="0"/>
                <a:cs typeface="Arial" charset="0"/>
              </a:rPr>
              <a:t>Overcoming fear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/>
            </a:pPr>
            <a:r>
              <a:rPr lang="en-GB" dirty="0">
                <a:solidFill>
                  <a:srgbClr val="FFCC00"/>
                </a:solidFill>
                <a:latin typeface="Arial" charset="0"/>
                <a:cs typeface="Arial" charset="0"/>
              </a:rPr>
              <a:t>Building confidence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/>
            </a:pPr>
            <a:r>
              <a:rPr lang="en-GB" dirty="0">
                <a:solidFill>
                  <a:srgbClr val="FFCC00"/>
                </a:solidFill>
                <a:latin typeface="Arial" charset="0"/>
                <a:cs typeface="Arial" charset="0"/>
              </a:rPr>
              <a:t>Relaxation techniques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/>
            </a:pPr>
            <a:r>
              <a:rPr lang="en-GB" dirty="0">
                <a:solidFill>
                  <a:srgbClr val="FFCC00"/>
                </a:solidFill>
                <a:latin typeface="Arial" charset="0"/>
                <a:cs typeface="Arial" charset="0"/>
              </a:rPr>
              <a:t>Making presentations </a:t>
            </a:r>
          </a:p>
          <a:p>
            <a:pPr lvl="2">
              <a:spcBef>
                <a:spcPts val="600"/>
              </a:spcBef>
              <a:spcAft>
                <a:spcPts val="600"/>
              </a:spcAft>
              <a:buFont typeface="Arial" charset="0"/>
              <a:buNone/>
              <a:defRPr/>
            </a:pPr>
            <a:r>
              <a:rPr lang="en-GB" dirty="0">
                <a:solidFill>
                  <a:srgbClr val="FFCC00"/>
                </a:solidFill>
              </a:rPr>
              <a:t>		</a:t>
            </a:r>
            <a:r>
              <a:rPr lang="en-GB" sz="1800" dirty="0">
                <a:solidFill>
                  <a:srgbClr val="FFCC00"/>
                </a:solidFill>
              </a:rPr>
              <a:t>a) Preparation</a:t>
            </a:r>
          </a:p>
          <a:p>
            <a:pPr>
              <a:spcBef>
                <a:spcPts val="600"/>
              </a:spcBef>
              <a:spcAft>
                <a:spcPts val="600"/>
              </a:spcAft>
              <a:buFont typeface="Arial" charset="0"/>
              <a:buNone/>
              <a:defRPr/>
            </a:pPr>
            <a:r>
              <a:rPr lang="en-GB" sz="1800" dirty="0">
                <a:solidFill>
                  <a:srgbClr val="FFCC00"/>
                </a:solidFill>
              </a:rPr>
              <a:t>			b) Planning</a:t>
            </a:r>
          </a:p>
          <a:p>
            <a:pPr>
              <a:spcBef>
                <a:spcPts val="600"/>
              </a:spcBef>
              <a:spcAft>
                <a:spcPts val="600"/>
              </a:spcAft>
              <a:buFont typeface="Arial" charset="0"/>
              <a:buNone/>
              <a:tabLst>
                <a:tab pos="1828800" algn="l"/>
                <a:tab pos="3206750" algn="l"/>
              </a:tabLst>
              <a:defRPr/>
            </a:pPr>
            <a:r>
              <a:rPr lang="en-GB" sz="1800" dirty="0">
                <a:solidFill>
                  <a:srgbClr val="FFCC00"/>
                </a:solidFill>
              </a:rPr>
              <a:t>		c) Delivery –	Engaging the audience</a:t>
            </a:r>
          </a:p>
          <a:p>
            <a:pPr>
              <a:spcBef>
                <a:spcPts val="600"/>
              </a:spcBef>
              <a:spcAft>
                <a:spcPts val="600"/>
              </a:spcAft>
              <a:buFont typeface="Arial" charset="0"/>
              <a:buNone/>
              <a:tabLst>
                <a:tab pos="1828800" algn="l"/>
                <a:tab pos="3206750" algn="l"/>
              </a:tabLst>
              <a:defRPr/>
            </a:pPr>
            <a:r>
              <a:rPr lang="en-GB" sz="1800" dirty="0">
                <a:solidFill>
                  <a:srgbClr val="FFCC00"/>
                </a:solidFill>
              </a:rPr>
              <a:t>			Verbal presentation style</a:t>
            </a:r>
          </a:p>
          <a:p>
            <a:pPr>
              <a:spcBef>
                <a:spcPts val="600"/>
              </a:spcBef>
              <a:spcAft>
                <a:spcPts val="600"/>
              </a:spcAft>
              <a:buFont typeface="Arial" charset="0"/>
              <a:buNone/>
              <a:tabLst>
                <a:tab pos="1828800" algn="l"/>
                <a:tab pos="3206750" algn="l"/>
              </a:tabLst>
              <a:defRPr/>
            </a:pPr>
            <a:r>
              <a:rPr lang="en-GB" sz="1800" dirty="0">
                <a:solidFill>
                  <a:srgbClr val="FFCC00"/>
                </a:solidFill>
              </a:rPr>
              <a:t>			Using slides effectively</a:t>
            </a:r>
          </a:p>
          <a:p>
            <a:pPr marL="457200" lvl="1" indent="-457200">
              <a:spcBef>
                <a:spcPts val="600"/>
              </a:spcBef>
              <a:spcAft>
                <a:spcPts val="600"/>
              </a:spcAft>
              <a:buNone/>
              <a:defRPr/>
            </a:pPr>
            <a:endParaRPr lang="en-US" sz="1200" dirty="0">
              <a:solidFill>
                <a:srgbClr val="FFCC00"/>
              </a:solidFill>
              <a:latin typeface="Arial" charset="0"/>
              <a:cs typeface="Arial" charset="0"/>
            </a:endParaRPr>
          </a:p>
          <a:p>
            <a:pPr marL="457200" lvl="1" indent="-457200">
              <a:spcBef>
                <a:spcPts val="600"/>
              </a:spcBef>
              <a:spcAft>
                <a:spcPts val="600"/>
              </a:spcAft>
              <a:buFont typeface="Arial" charset="0"/>
              <a:buNone/>
              <a:defRPr/>
            </a:pPr>
            <a:endParaRPr sz="1200" dirty="0">
              <a:solidFill>
                <a:srgbClr val="FFCC00"/>
              </a:solidFill>
              <a:latin typeface="Arial" charset="0"/>
              <a:cs typeface="Arial" charset="0"/>
            </a:endParaRPr>
          </a:p>
          <a:p>
            <a:pPr>
              <a:spcBef>
                <a:spcPts val="600"/>
              </a:spcBef>
              <a:spcAft>
                <a:spcPts val="600"/>
              </a:spcAft>
              <a:defRPr/>
            </a:pPr>
            <a:endParaRPr sz="1200" dirty="0">
              <a:solidFill>
                <a:srgbClr val="FFCC00"/>
              </a:solidFill>
              <a:latin typeface="Arial" charset="0"/>
              <a:cs typeface="Arial" charset="0"/>
            </a:endParaRPr>
          </a:p>
        </p:txBody>
      </p:sp>
      <p:sp>
        <p:nvSpPr>
          <p:cNvPr id="26628" name="Slide Number Placeholder 3"/>
          <p:cNvSpPr>
            <a:spLocks noGrp="1"/>
          </p:cNvSpPr>
          <p:nvPr>
            <p:ph type="sldNum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A500489A-5598-453B-B49B-EF75BD5AC637}" type="slidenum">
              <a:rPr lang="en-GB" smtClean="0">
                <a:solidFill>
                  <a:schemeClr val="bg1"/>
                </a:solidFill>
                <a:latin typeface="Gill Sans MT" pitchFamily="34" charset="0"/>
              </a:rPr>
              <a:pPr eaLnBrk="1" hangingPunct="1"/>
              <a:t>27</a:t>
            </a:fld>
            <a:endParaRPr lang="en-GB" dirty="0">
              <a:solidFill>
                <a:schemeClr val="bg1"/>
              </a:solidFill>
              <a:latin typeface="Gill Sans MT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06555734"/>
      </p:ext>
    </p:extLst>
  </p:cSld>
  <p:clrMapOvr>
    <a:masterClrMapping/>
  </p:clrMapOvr>
  <p:transition/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3"/>
          <a:srcRect l="2103" r="10462"/>
          <a:stretch/>
        </p:blipFill>
        <p:spPr>
          <a:xfrm>
            <a:off x="228600" y="762000"/>
            <a:ext cx="8915400" cy="5844428"/>
          </a:xfrm>
          <a:prstGeom prst="rect">
            <a:avLst/>
          </a:prstGeom>
        </p:spPr>
      </p:pic>
      <p:sp>
        <p:nvSpPr>
          <p:cNvPr id="26626" name="Title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609600"/>
          </a:xfrm>
        </p:spPr>
        <p:txBody>
          <a:bodyPr/>
          <a:lstStyle/>
          <a:p>
            <a:r>
              <a:rPr lang="en-GB" dirty="0">
                <a:solidFill>
                  <a:srgbClr val="FFCC00"/>
                </a:solidFill>
              </a:rPr>
              <a:t>References</a:t>
            </a:r>
            <a:endParaRPr lang="en-US" dirty="0">
              <a:solidFill>
                <a:srgbClr val="FFCC00"/>
              </a:solidFill>
            </a:endParaRPr>
          </a:p>
        </p:txBody>
      </p:sp>
      <p:sp>
        <p:nvSpPr>
          <p:cNvPr id="12291" name="Content Placeholder 2"/>
          <p:cNvSpPr>
            <a:spLocks noGrp="1"/>
          </p:cNvSpPr>
          <p:nvPr>
            <p:ph idx="1"/>
          </p:nvPr>
        </p:nvSpPr>
        <p:spPr>
          <a:xfrm>
            <a:off x="457200" y="762000"/>
            <a:ext cx="8229600" cy="5486400"/>
          </a:xfrm>
          <a:ln/>
        </p:spPr>
        <p:txBody>
          <a:bodyPr/>
          <a:lstStyle/>
          <a:p>
            <a:pPr marL="457200" lvl="1" indent="-457200">
              <a:lnSpc>
                <a:spcPct val="120000"/>
              </a:lnSpc>
              <a:spcBef>
                <a:spcPts val="1200"/>
              </a:spcBef>
              <a:spcAft>
                <a:spcPts val="600"/>
              </a:spcAft>
              <a:buFont typeface="Arial" charset="0"/>
              <a:buNone/>
              <a:defRPr/>
            </a:pPr>
            <a:r>
              <a:rPr dirty="0">
                <a:solidFill>
                  <a:srgbClr val="FFCC00"/>
                </a:solidFill>
                <a:latin typeface="Arial" charset="0"/>
                <a:cs typeface="Arial" charset="0"/>
              </a:rPr>
              <a:t>Mindtools</a:t>
            </a:r>
            <a:r>
              <a:rPr lang="en-US" dirty="0">
                <a:solidFill>
                  <a:srgbClr val="FFCC00"/>
                </a:solidFill>
                <a:latin typeface="Arial" charset="0"/>
                <a:cs typeface="Arial" charset="0"/>
              </a:rPr>
              <a:t>, (2023).</a:t>
            </a:r>
            <a:r>
              <a:rPr dirty="0">
                <a:solidFill>
                  <a:srgbClr val="FFCC00"/>
                </a:solidFill>
                <a:latin typeface="Arial" charset="0"/>
                <a:cs typeface="Arial" charset="0"/>
              </a:rPr>
              <a:t> </a:t>
            </a:r>
            <a:r>
              <a:rPr i="1" dirty="0">
                <a:solidFill>
                  <a:srgbClr val="FFCC00"/>
                </a:solidFill>
                <a:latin typeface="Arial" charset="0"/>
                <a:cs typeface="Arial" charset="0"/>
              </a:rPr>
              <a:t>Effective Presentations Skills</a:t>
            </a:r>
            <a:r>
              <a:rPr dirty="0">
                <a:solidFill>
                  <a:srgbClr val="FFCC00"/>
                </a:solidFill>
                <a:latin typeface="Arial" charset="0"/>
                <a:cs typeface="Arial" charset="0"/>
              </a:rPr>
              <a:t>. [online]. Available at: </a:t>
            </a:r>
            <a:r>
              <a:rPr lang="en-US" dirty="0">
                <a:solidFill>
                  <a:srgbClr val="FFCC00"/>
                </a:solidFill>
                <a:latin typeface="Arial" charset="0"/>
                <a:cs typeface="Arial" charset="0"/>
                <a:hlinkClick r:id="rId4"/>
              </a:rPr>
              <a:t>https://www.mindtools.com/CommSkll/PresentationPlanningChecklist.htm</a:t>
            </a:r>
            <a:r>
              <a:rPr lang="en-US" dirty="0">
                <a:solidFill>
                  <a:srgbClr val="FFCC00"/>
                </a:solidFill>
                <a:latin typeface="Arial" charset="0"/>
                <a:cs typeface="Arial" charset="0"/>
              </a:rPr>
              <a:t> </a:t>
            </a:r>
            <a:r>
              <a:rPr dirty="0">
                <a:solidFill>
                  <a:srgbClr val="FFCC00"/>
                </a:solidFill>
                <a:latin typeface="Arial" charset="0"/>
                <a:cs typeface="Arial" charset="0"/>
              </a:rPr>
              <a:t>[Accessed </a:t>
            </a:r>
            <a:r>
              <a:rPr lang="en-US" dirty="0">
                <a:solidFill>
                  <a:srgbClr val="FFCC00"/>
                </a:solidFill>
                <a:latin typeface="Arial" charset="0"/>
                <a:cs typeface="Arial" charset="0"/>
              </a:rPr>
              <a:t>03 March 2023</a:t>
            </a:r>
            <a:r>
              <a:rPr dirty="0">
                <a:solidFill>
                  <a:srgbClr val="FFCC00"/>
                </a:solidFill>
                <a:latin typeface="Arial" charset="0"/>
                <a:cs typeface="Arial" charset="0"/>
              </a:rPr>
              <a:t>].</a:t>
            </a:r>
            <a:endParaRPr lang="en-US" dirty="0">
              <a:solidFill>
                <a:srgbClr val="FFCC00"/>
              </a:solidFill>
              <a:latin typeface="Arial" charset="0"/>
              <a:cs typeface="Arial" charset="0"/>
            </a:endParaRPr>
          </a:p>
          <a:p>
            <a:pPr marL="457200" lvl="1" indent="-457200">
              <a:lnSpc>
                <a:spcPct val="120000"/>
              </a:lnSpc>
              <a:spcBef>
                <a:spcPts val="1200"/>
              </a:spcBef>
              <a:spcAft>
                <a:spcPts val="600"/>
              </a:spcAft>
              <a:buNone/>
              <a:defRPr/>
            </a:pPr>
            <a:r>
              <a:rPr lang="en-US" dirty="0">
                <a:solidFill>
                  <a:srgbClr val="FFCC00"/>
                </a:solidFill>
                <a:latin typeface="Arial" charset="0"/>
                <a:cs typeface="Arial" charset="0"/>
              </a:rPr>
              <a:t>Mindtools, (2023). </a:t>
            </a:r>
            <a:r>
              <a:rPr lang="en-US" i="1" dirty="0">
                <a:solidFill>
                  <a:srgbClr val="FFCC00"/>
                </a:solidFill>
                <a:latin typeface="Arial" charset="0"/>
                <a:cs typeface="Arial" charset="0"/>
              </a:rPr>
              <a:t>Managing Presentation Nerves</a:t>
            </a:r>
            <a:r>
              <a:rPr lang="en-US" dirty="0">
                <a:solidFill>
                  <a:srgbClr val="FFCC00"/>
                </a:solidFill>
                <a:latin typeface="Arial" charset="0"/>
                <a:cs typeface="Arial" charset="0"/>
              </a:rPr>
              <a:t>. [online]. Available at: </a:t>
            </a:r>
            <a:r>
              <a:rPr lang="en-US" u="sng" dirty="0">
                <a:solidFill>
                  <a:srgbClr val="FFCC00"/>
                </a:solidFill>
                <a:latin typeface="Arial" charset="0"/>
                <a:cs typeface="Arial" charset="0"/>
                <a:hlinkClick r:id="rId5"/>
              </a:rPr>
              <a:t>https://www.mindtools.com/pages/article/PresentationNerves.htm</a:t>
            </a:r>
            <a:r>
              <a:rPr lang="en-US" u="sng" dirty="0">
                <a:solidFill>
                  <a:srgbClr val="FFCC00"/>
                </a:solidFill>
                <a:latin typeface="Arial" charset="0"/>
                <a:cs typeface="Arial" charset="0"/>
              </a:rPr>
              <a:t> </a:t>
            </a:r>
            <a:r>
              <a:rPr lang="en-US" dirty="0">
                <a:solidFill>
                  <a:srgbClr val="FFCC00"/>
                </a:solidFill>
                <a:latin typeface="Arial" charset="0"/>
                <a:cs typeface="Arial" charset="0"/>
              </a:rPr>
              <a:t>[Accessed 06 March 2023].</a:t>
            </a:r>
          </a:p>
          <a:p>
            <a:pPr marL="457200" lvl="1" indent="-457200">
              <a:lnSpc>
                <a:spcPct val="120000"/>
              </a:lnSpc>
              <a:spcBef>
                <a:spcPts val="1200"/>
              </a:spcBef>
              <a:spcAft>
                <a:spcPts val="600"/>
              </a:spcAft>
              <a:buNone/>
              <a:defRPr/>
            </a:pPr>
            <a:r>
              <a:rPr lang="en-US" dirty="0">
                <a:solidFill>
                  <a:srgbClr val="FFCC00"/>
                </a:solidFill>
                <a:latin typeface="Arial" charset="0"/>
                <a:cs typeface="Arial" charset="0"/>
              </a:rPr>
              <a:t>Truelove, S., (2006). </a:t>
            </a:r>
            <a:r>
              <a:rPr lang="en-US" i="1" dirty="0">
                <a:solidFill>
                  <a:srgbClr val="FFCC00"/>
                </a:solidFill>
                <a:latin typeface="Arial" charset="0"/>
                <a:cs typeface="Arial" charset="0"/>
              </a:rPr>
              <a:t>Training in Practice</a:t>
            </a:r>
            <a:r>
              <a:rPr lang="en-US" dirty="0">
                <a:solidFill>
                  <a:srgbClr val="FFCC00"/>
                </a:solidFill>
                <a:latin typeface="Arial" charset="0"/>
                <a:cs typeface="Arial" charset="0"/>
              </a:rPr>
              <a:t>.  London: Chartered Institute of Personnel and Development.</a:t>
            </a:r>
          </a:p>
        </p:txBody>
      </p:sp>
      <p:sp>
        <p:nvSpPr>
          <p:cNvPr id="26628" name="Slide Number Placeholder 3"/>
          <p:cNvSpPr>
            <a:spLocks noGrp="1"/>
          </p:cNvSpPr>
          <p:nvPr>
            <p:ph type="sldNum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A500489A-5598-453B-B49B-EF75BD5AC637}" type="slidenum">
              <a:rPr lang="en-GB" smtClean="0">
                <a:solidFill>
                  <a:schemeClr val="bg1"/>
                </a:solidFill>
                <a:latin typeface="Gill Sans MT" pitchFamily="34" charset="0"/>
              </a:rPr>
              <a:pPr eaLnBrk="1" hangingPunct="1"/>
              <a:t>28</a:t>
            </a:fld>
            <a:endParaRPr lang="en-GB" dirty="0">
              <a:solidFill>
                <a:schemeClr val="bg1"/>
              </a:solidFill>
              <a:latin typeface="Gill Sans MT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78906858"/>
      </p:ext>
    </p:extLst>
  </p:cSld>
  <p:clrMapOvr>
    <a:masterClrMapping/>
  </p:clrMapOvr>
  <p:transition/>
</p:sld>
</file>

<file path=ppt/theme/theme1.xml><?xml version="1.0" encoding="utf-8"?>
<a:theme xmlns:a="http://schemas.openxmlformats.org/drawingml/2006/main" name="Theme2">
  <a:themeElements>
    <a:clrScheme name="Level 6">
      <a:dk1>
        <a:srgbClr val="000000"/>
      </a:dk1>
      <a:lt1>
        <a:srgbClr val="FFFFFF"/>
      </a:lt1>
      <a:dk2>
        <a:srgbClr val="666699"/>
      </a:dk2>
      <a:lt2>
        <a:srgbClr val="FFCC00"/>
      </a:lt2>
      <a:accent1>
        <a:srgbClr val="FF9900"/>
      </a:accent1>
      <a:accent2>
        <a:srgbClr val="FF0000"/>
      </a:accent2>
      <a:accent3>
        <a:srgbClr val="FFFFFF"/>
      </a:accent3>
      <a:accent4>
        <a:srgbClr val="000000"/>
      </a:accent4>
      <a:accent5>
        <a:srgbClr val="FFCAAA"/>
      </a:accent5>
      <a:accent6>
        <a:srgbClr val="E70000"/>
      </a:accent6>
      <a:hlink>
        <a:srgbClr val="666699"/>
      </a:hlink>
      <a:folHlink>
        <a:srgbClr val="999966"/>
      </a:folHlink>
    </a:clrScheme>
    <a:fontScheme name="Level">
      <a:majorFont>
        <a:latin typeface="Garamond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Level 1">
        <a:dk1>
          <a:srgbClr val="006699"/>
        </a:dk1>
        <a:lt1>
          <a:srgbClr val="FFFFFF"/>
        </a:lt1>
        <a:dk2>
          <a:srgbClr val="000000"/>
        </a:dk2>
        <a:lt2>
          <a:srgbClr val="99FF99"/>
        </a:lt2>
        <a:accent1>
          <a:srgbClr val="00CC99"/>
        </a:accent1>
        <a:accent2>
          <a:srgbClr val="009999"/>
        </a:accent2>
        <a:accent3>
          <a:srgbClr val="AAAAAA"/>
        </a:accent3>
        <a:accent4>
          <a:srgbClr val="DADADA"/>
        </a:accent4>
        <a:accent5>
          <a:srgbClr val="AAE2CA"/>
        </a:accent5>
        <a:accent6>
          <a:srgbClr val="008A8A"/>
        </a:accent6>
        <a:hlink>
          <a:srgbClr val="0066FF"/>
        </a:hlink>
        <a:folHlink>
          <a:srgbClr val="989CBA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evel 2">
        <a:dk1>
          <a:srgbClr val="808000"/>
        </a:dk1>
        <a:lt1>
          <a:srgbClr val="FFFFFF"/>
        </a:lt1>
        <a:dk2>
          <a:srgbClr val="5C271E"/>
        </a:dk2>
        <a:lt2>
          <a:srgbClr val="FFDD89"/>
        </a:lt2>
        <a:accent1>
          <a:srgbClr val="CC6600"/>
        </a:accent1>
        <a:accent2>
          <a:srgbClr val="CC9900"/>
        </a:accent2>
        <a:accent3>
          <a:srgbClr val="B5ACAB"/>
        </a:accent3>
        <a:accent4>
          <a:srgbClr val="DADADA"/>
        </a:accent4>
        <a:accent5>
          <a:srgbClr val="E2B8AA"/>
        </a:accent5>
        <a:accent6>
          <a:srgbClr val="B98A00"/>
        </a:accent6>
        <a:hlink>
          <a:srgbClr val="6699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evel 3">
        <a:dk1>
          <a:srgbClr val="763B00"/>
        </a:dk1>
        <a:lt1>
          <a:srgbClr val="FFFFFF"/>
        </a:lt1>
        <a:dk2>
          <a:srgbClr val="330000"/>
        </a:dk2>
        <a:lt2>
          <a:srgbClr val="CC9900"/>
        </a:lt2>
        <a:accent1>
          <a:srgbClr val="FFCC00"/>
        </a:accent1>
        <a:accent2>
          <a:srgbClr val="CC3300"/>
        </a:accent2>
        <a:accent3>
          <a:srgbClr val="ADAAAA"/>
        </a:accent3>
        <a:accent4>
          <a:srgbClr val="DADADA"/>
        </a:accent4>
        <a:accent5>
          <a:srgbClr val="FFE2AA"/>
        </a:accent5>
        <a:accent6>
          <a:srgbClr val="B92D00"/>
        </a:accent6>
        <a:hlink>
          <a:srgbClr val="666699"/>
        </a:hlink>
        <a:folHlink>
          <a:srgbClr val="9999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evel 4">
        <a:dk1>
          <a:srgbClr val="6D3696"/>
        </a:dk1>
        <a:lt1>
          <a:srgbClr val="FFFFFF"/>
        </a:lt1>
        <a:dk2>
          <a:srgbClr val="51255D"/>
        </a:dk2>
        <a:lt2>
          <a:srgbClr val="FFFFCC"/>
        </a:lt2>
        <a:accent1>
          <a:srgbClr val="666699"/>
        </a:accent1>
        <a:accent2>
          <a:srgbClr val="800080"/>
        </a:accent2>
        <a:accent3>
          <a:srgbClr val="B3ACB6"/>
        </a:accent3>
        <a:accent4>
          <a:srgbClr val="DADADA"/>
        </a:accent4>
        <a:accent5>
          <a:srgbClr val="B8B8CA"/>
        </a:accent5>
        <a:accent6>
          <a:srgbClr val="730073"/>
        </a:accent6>
        <a:hlink>
          <a:srgbClr val="CCCC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evel 5">
        <a:dk1>
          <a:srgbClr val="CC6600"/>
        </a:dk1>
        <a:lt1>
          <a:srgbClr val="FFFFFF"/>
        </a:lt1>
        <a:dk2>
          <a:srgbClr val="4A553B"/>
        </a:dk2>
        <a:lt2>
          <a:srgbClr val="FFBF1F"/>
        </a:lt2>
        <a:accent1>
          <a:srgbClr val="FFCC00"/>
        </a:accent1>
        <a:accent2>
          <a:srgbClr val="CC9900"/>
        </a:accent2>
        <a:accent3>
          <a:srgbClr val="B1B4AF"/>
        </a:accent3>
        <a:accent4>
          <a:srgbClr val="DADADA"/>
        </a:accent4>
        <a:accent5>
          <a:srgbClr val="FFE2AA"/>
        </a:accent5>
        <a:accent6>
          <a:srgbClr val="B98A00"/>
        </a:accent6>
        <a:hlink>
          <a:srgbClr val="6699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evel 6">
        <a:dk1>
          <a:srgbClr val="000000"/>
        </a:dk1>
        <a:lt1>
          <a:srgbClr val="FFFFFF"/>
        </a:lt1>
        <a:dk2>
          <a:srgbClr val="666699"/>
        </a:dk2>
        <a:lt2>
          <a:srgbClr val="FFCC00"/>
        </a:lt2>
        <a:accent1>
          <a:srgbClr val="FF9900"/>
        </a:accent1>
        <a:accent2>
          <a:srgbClr val="FF0000"/>
        </a:accent2>
        <a:accent3>
          <a:srgbClr val="FFFFFF"/>
        </a:accent3>
        <a:accent4>
          <a:srgbClr val="000000"/>
        </a:accent4>
        <a:accent5>
          <a:srgbClr val="FFCAAA"/>
        </a:accent5>
        <a:accent6>
          <a:srgbClr val="E70000"/>
        </a:accent6>
        <a:hlink>
          <a:srgbClr val="666699"/>
        </a:hlink>
        <a:folHlink>
          <a:srgbClr val="9999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evel 7">
        <a:dk1>
          <a:srgbClr val="000000"/>
        </a:dk1>
        <a:lt1>
          <a:srgbClr val="FFFFFF"/>
        </a:lt1>
        <a:dk2>
          <a:srgbClr val="CC3300"/>
        </a:dk2>
        <a:lt2>
          <a:srgbClr val="663300"/>
        </a:lt2>
        <a:accent1>
          <a:srgbClr val="FFCC00"/>
        </a:accent1>
        <a:accent2>
          <a:srgbClr val="CC6600"/>
        </a:accent2>
        <a:accent3>
          <a:srgbClr val="FFFFFF"/>
        </a:accent3>
        <a:accent4>
          <a:srgbClr val="000000"/>
        </a:accent4>
        <a:accent5>
          <a:srgbClr val="FFE2AA"/>
        </a:accent5>
        <a:accent6>
          <a:srgbClr val="B95C00"/>
        </a:accent6>
        <a:hlink>
          <a:srgbClr val="CC9900"/>
        </a:hlink>
        <a:folHlink>
          <a:srgbClr val="996633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evel 8">
        <a:dk1>
          <a:srgbClr val="000000"/>
        </a:dk1>
        <a:lt1>
          <a:srgbClr val="FFFFFF"/>
        </a:lt1>
        <a:dk2>
          <a:srgbClr val="999900"/>
        </a:dk2>
        <a:lt2>
          <a:srgbClr val="666600"/>
        </a:lt2>
        <a:accent1>
          <a:srgbClr val="99CC00"/>
        </a:accent1>
        <a:accent2>
          <a:srgbClr val="CCCC66"/>
        </a:accent2>
        <a:accent3>
          <a:srgbClr val="FFFFFF"/>
        </a:accent3>
        <a:accent4>
          <a:srgbClr val="000000"/>
        </a:accent4>
        <a:accent5>
          <a:srgbClr val="CAE2AA"/>
        </a:accent5>
        <a:accent6>
          <a:srgbClr val="B9B95C"/>
        </a:accent6>
        <a:hlink>
          <a:srgbClr val="FFCC00"/>
        </a:hlink>
        <a:folHlink>
          <a:srgbClr val="CC99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2847</TotalTime>
  <Words>2100</Words>
  <Application>Microsoft Office PowerPoint</Application>
  <PresentationFormat>On-screen Show (4:3)</PresentationFormat>
  <Paragraphs>338</Paragraphs>
  <Slides>28</Slides>
  <Notes>28</Notes>
  <HiddenSlides>0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40" baseType="lpstr">
      <vt:lpstr>Arial</vt:lpstr>
      <vt:lpstr>Bell MT</vt:lpstr>
      <vt:lpstr>Calibri</vt:lpstr>
      <vt:lpstr>Courier New</vt:lpstr>
      <vt:lpstr>Garamond</vt:lpstr>
      <vt:lpstr>Gill Sans MT</vt:lpstr>
      <vt:lpstr>Script MT Bold</vt:lpstr>
      <vt:lpstr>Times New Roman</vt:lpstr>
      <vt:lpstr>Trebuchet MS</vt:lpstr>
      <vt:lpstr>Verdana</vt:lpstr>
      <vt:lpstr>Wingdings</vt:lpstr>
      <vt:lpstr>Theme2</vt:lpstr>
      <vt:lpstr>PowerPoint Presentation</vt:lpstr>
      <vt:lpstr>Presentations – the Good and the Bad!</vt:lpstr>
      <vt:lpstr>Learning Outcomes</vt:lpstr>
      <vt:lpstr>Presentations – Goals</vt:lpstr>
      <vt:lpstr>Making Presentations – Overcoming Fear</vt:lpstr>
      <vt:lpstr>Making Presentations – Overcoming Fear</vt:lpstr>
      <vt:lpstr>Building Confidence</vt:lpstr>
      <vt:lpstr>Building Confidence</vt:lpstr>
      <vt:lpstr>Relaxation Techniques</vt:lpstr>
      <vt:lpstr>Relaxation Techniques</vt:lpstr>
      <vt:lpstr>Relaxation Techniques</vt:lpstr>
      <vt:lpstr>Making Presentations – Stages</vt:lpstr>
      <vt:lpstr>Preparation</vt:lpstr>
      <vt:lpstr>Preparation</vt:lpstr>
      <vt:lpstr>Preparation</vt:lpstr>
      <vt:lpstr>Planning</vt:lpstr>
      <vt:lpstr>Planning – The Introduction</vt:lpstr>
      <vt:lpstr>Planning – The Main Section</vt:lpstr>
      <vt:lpstr>Planning – The Conclusion &amp; Recommendations</vt:lpstr>
      <vt:lpstr>Before Delivering Your Presentation…</vt:lpstr>
      <vt:lpstr>Delivery – Engaging the Audience</vt:lpstr>
      <vt:lpstr>Delivery – Verbal Presentation Style</vt:lpstr>
      <vt:lpstr>Delivery – Using Slides Effectively</vt:lpstr>
      <vt:lpstr>Delivery – Using Slides Effectively</vt:lpstr>
      <vt:lpstr>Delivery – Using Slides Effectively</vt:lpstr>
      <vt:lpstr>Presenting &amp; Public Speaking</vt:lpstr>
      <vt:lpstr>Summary</vt:lpstr>
      <vt:lpstr>References</vt:lpstr>
    </vt:vector>
  </TitlesOfParts>
  <Company>Informatics Institute of Technology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Title</dc:title>
  <dc:creator>shyani</dc:creator>
  <cp:lastModifiedBy>Siriwardene, Shyani</cp:lastModifiedBy>
  <cp:revision>432</cp:revision>
  <dcterms:created xsi:type="dcterms:W3CDTF">2008-12-05T06:09:19Z</dcterms:created>
  <dcterms:modified xsi:type="dcterms:W3CDTF">2023-03-06T16:39:34Z</dcterms:modified>
</cp:coreProperties>
</file>