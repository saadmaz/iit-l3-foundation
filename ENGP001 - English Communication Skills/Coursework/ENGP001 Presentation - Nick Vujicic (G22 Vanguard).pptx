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58" r:id="rId14"/>
  </p:sldIdLst>
  <p:sldSz cx="18288000" cy="10287000"/>
  <p:notesSz cx="6858000" cy="9144000"/>
  <p:embeddedFontLst>
    <p:embeddedFont>
      <p:font typeface="Archivo Black" panose="020B0604020202020204" charset="0"/>
      <p:regular r:id="rId15"/>
    </p:embeddedFont>
    <p:embeddedFont>
      <p:font typeface="Arial" panose="020B0604020202020204" pitchFamily="34" charset="0"/>
      <p:regular r:id="rId16"/>
    </p:embeddedFont>
    <p:embeddedFont>
      <p:font typeface="Arial Bold" panose="020B0704020202020204" pitchFamily="34" charset="0"/>
      <p:regular r:id="rId17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Gill Sans Display Ultra-Bold" panose="020B0604020202020204" charset="0"/>
      <p:regular r:id="rId23"/>
    </p:embeddedFont>
    <p:embeddedFont>
      <p:font typeface="Montserrat Classic" panose="020B0604020202020204" charset="0"/>
      <p:regular r:id="rId24"/>
    </p:embeddedFont>
    <p:embeddedFont>
      <p:font typeface="Montserrat Classic Bold" panose="020B0604020202020204" charset="0"/>
      <p:regular r:id="rId25"/>
    </p:embeddedFont>
    <p:embeddedFont>
      <p:font typeface="Montserrat Light" panose="00000400000000000000" pitchFamily="2" charset="0"/>
      <p:regular r:id="rId26"/>
      <p: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13" Type="http://schemas.openxmlformats.org/officeDocument/2006/relationships/image" Target="../media/image6.pn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12" Type="http://schemas.openxmlformats.org/officeDocument/2006/relationships/image" Target="../media/image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11" Type="http://schemas.openxmlformats.org/officeDocument/2006/relationships/image" Target="../media/image24.jpeg"/><Relationship Id="rId5" Type="http://schemas.openxmlformats.org/officeDocument/2006/relationships/image" Target="../media/image18.jpeg"/><Relationship Id="rId10" Type="http://schemas.openxmlformats.org/officeDocument/2006/relationships/image" Target="../media/image23.jpeg"/><Relationship Id="rId4" Type="http://schemas.openxmlformats.org/officeDocument/2006/relationships/image" Target="../media/image17.jpeg"/><Relationship Id="rId9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1111" b="-6111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57312" y="1028700"/>
            <a:ext cx="15591759" cy="8229600"/>
            <a:chOff x="0" y="0"/>
            <a:chExt cx="4106471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06471" cy="2167467"/>
            </a:xfrm>
            <a:custGeom>
              <a:avLst/>
              <a:gdLst/>
              <a:ahLst/>
              <a:cxnLst/>
              <a:rect l="l" t="t" r="r" b="b"/>
              <a:pathLst>
                <a:path w="4106471" h="2167467">
                  <a:moveTo>
                    <a:pt x="12413" y="0"/>
                  </a:moveTo>
                  <a:lnTo>
                    <a:pt x="4094058" y="0"/>
                  </a:lnTo>
                  <a:cubicBezTo>
                    <a:pt x="4100914" y="0"/>
                    <a:pt x="4106471" y="5558"/>
                    <a:pt x="4106471" y="12413"/>
                  </a:cubicBezTo>
                  <a:lnTo>
                    <a:pt x="4106471" y="2155053"/>
                  </a:lnTo>
                  <a:cubicBezTo>
                    <a:pt x="4106471" y="2158346"/>
                    <a:pt x="4105164" y="2161503"/>
                    <a:pt x="4102836" y="2163831"/>
                  </a:cubicBezTo>
                  <a:cubicBezTo>
                    <a:pt x="4100507" y="2166159"/>
                    <a:pt x="4097350" y="2167467"/>
                    <a:pt x="4094058" y="2167467"/>
                  </a:cubicBezTo>
                  <a:lnTo>
                    <a:pt x="12413" y="2167467"/>
                  </a:lnTo>
                  <a:cubicBezTo>
                    <a:pt x="9121" y="2167467"/>
                    <a:pt x="5964" y="2166159"/>
                    <a:pt x="3636" y="2163831"/>
                  </a:cubicBezTo>
                  <a:cubicBezTo>
                    <a:pt x="1308" y="2161503"/>
                    <a:pt x="0" y="2158346"/>
                    <a:pt x="0" y="2155053"/>
                  </a:cubicBezTo>
                  <a:lnTo>
                    <a:pt x="0" y="12413"/>
                  </a:lnTo>
                  <a:cubicBezTo>
                    <a:pt x="0" y="9121"/>
                    <a:pt x="1308" y="5964"/>
                    <a:pt x="3636" y="3636"/>
                  </a:cubicBezTo>
                  <a:cubicBezTo>
                    <a:pt x="5964" y="1308"/>
                    <a:pt x="9121" y="0"/>
                    <a:pt x="12413" y="0"/>
                  </a:cubicBezTo>
                  <a:close/>
                </a:path>
              </a:pathLst>
            </a:custGeom>
            <a:solidFill>
              <a:srgbClr val="FFFFFF">
                <a:alpha val="86667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4106471" cy="2186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24146" y="3747135"/>
            <a:ext cx="13239708" cy="253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59"/>
              </a:lnSpc>
              <a:spcBef>
                <a:spcPct val="0"/>
              </a:spcBef>
            </a:pPr>
            <a:r>
              <a:rPr lang="en-US" sz="6999" spc="55" dirty="0">
                <a:solidFill>
                  <a:srgbClr val="010101"/>
                </a:solidFill>
                <a:latin typeface="Arial Bold"/>
              </a:rPr>
              <a:t>HAVE YOU EVER IMAGINED A LIFE WITHOUT LIMITS?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4521330">
            <a:off x="4522202" y="1734737"/>
            <a:ext cx="14167639" cy="7119239"/>
          </a:xfrm>
          <a:custGeom>
            <a:avLst/>
            <a:gdLst/>
            <a:ahLst/>
            <a:cxnLst/>
            <a:rect l="l" t="t" r="r" b="b"/>
            <a:pathLst>
              <a:path w="14167639" h="7119239">
                <a:moveTo>
                  <a:pt x="0" y="0"/>
                </a:moveTo>
                <a:lnTo>
                  <a:pt x="14167639" y="0"/>
                </a:lnTo>
                <a:lnTo>
                  <a:pt x="14167639" y="7119238"/>
                </a:lnTo>
                <a:lnTo>
                  <a:pt x="0" y="7119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9684857" y="0"/>
            <a:ext cx="8698393" cy="10400373"/>
            <a:chOff x="0" y="0"/>
            <a:chExt cx="8603361" cy="10286746"/>
          </a:xfrm>
        </p:grpSpPr>
        <p:sp>
          <p:nvSpPr>
            <p:cNvPr id="5" name="Freeform 5"/>
            <p:cNvSpPr/>
            <p:nvPr/>
          </p:nvSpPr>
          <p:spPr>
            <a:xfrm>
              <a:off x="-2794" y="-128"/>
              <a:ext cx="8606155" cy="10286874"/>
            </a:xfrm>
            <a:custGeom>
              <a:avLst/>
              <a:gdLst/>
              <a:ahLst/>
              <a:cxnLst/>
              <a:rect l="l" t="t" r="r" b="b"/>
              <a:pathLst>
                <a:path w="8606155" h="10286874">
                  <a:moveTo>
                    <a:pt x="8606155" y="10251441"/>
                  </a:moveTo>
                  <a:cubicBezTo>
                    <a:pt x="8606155" y="10284588"/>
                    <a:pt x="8595487" y="10286874"/>
                    <a:pt x="8567674" y="10286874"/>
                  </a:cubicBezTo>
                  <a:cubicBezTo>
                    <a:pt x="5713094" y="10286239"/>
                    <a:pt x="2858643" y="10286239"/>
                    <a:pt x="4064" y="10286239"/>
                  </a:cubicBezTo>
                  <a:cubicBezTo>
                    <a:pt x="0" y="10272396"/>
                    <a:pt x="6350" y="10259823"/>
                    <a:pt x="9271" y="10246996"/>
                  </a:cubicBezTo>
                  <a:cubicBezTo>
                    <a:pt x="134747" y="9685402"/>
                    <a:pt x="260350" y="9123935"/>
                    <a:pt x="386207" y="8562467"/>
                  </a:cubicBezTo>
                  <a:cubicBezTo>
                    <a:pt x="565658" y="7761986"/>
                    <a:pt x="745490" y="6961633"/>
                    <a:pt x="924814" y="6161151"/>
                  </a:cubicBezTo>
                  <a:cubicBezTo>
                    <a:pt x="1146302" y="5172583"/>
                    <a:pt x="1367282" y="4184015"/>
                    <a:pt x="1588643" y="3195574"/>
                  </a:cubicBezTo>
                  <a:cubicBezTo>
                    <a:pt x="1813560" y="2191385"/>
                    <a:pt x="2038604" y="1187323"/>
                    <a:pt x="2264156" y="183261"/>
                  </a:cubicBezTo>
                  <a:cubicBezTo>
                    <a:pt x="2277872" y="122174"/>
                    <a:pt x="2286635" y="59690"/>
                    <a:pt x="2308860" y="635"/>
                  </a:cubicBezTo>
                  <a:cubicBezTo>
                    <a:pt x="4395216" y="635"/>
                    <a:pt x="6481572" y="635"/>
                    <a:pt x="8567928" y="0"/>
                  </a:cubicBezTo>
                  <a:cubicBezTo>
                    <a:pt x="8596249" y="0"/>
                    <a:pt x="8605901" y="3429"/>
                    <a:pt x="8605901" y="35814"/>
                  </a:cubicBezTo>
                  <a:cubicBezTo>
                    <a:pt x="8605139" y="3441066"/>
                    <a:pt x="8605139" y="6846317"/>
                    <a:pt x="8606155" y="10251441"/>
                  </a:cubicBezTo>
                  <a:close/>
                </a:path>
              </a:pathLst>
            </a:custGeom>
            <a:blipFill>
              <a:blip r:embed="rId4"/>
              <a:stretch>
                <a:fillRect l="-39387" r="-731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191521" y="3349077"/>
            <a:ext cx="9904959" cy="3588846"/>
            <a:chOff x="0" y="0"/>
            <a:chExt cx="2608713" cy="9452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08713" cy="945211"/>
            </a:xfrm>
            <a:custGeom>
              <a:avLst/>
              <a:gdLst/>
              <a:ahLst/>
              <a:cxnLst/>
              <a:rect l="l" t="t" r="r" b="b"/>
              <a:pathLst>
                <a:path w="2608713" h="945211">
                  <a:moveTo>
                    <a:pt x="0" y="0"/>
                  </a:moveTo>
                  <a:lnTo>
                    <a:pt x="2608713" y="0"/>
                  </a:lnTo>
                  <a:lnTo>
                    <a:pt x="2608713" y="945211"/>
                  </a:lnTo>
                  <a:lnTo>
                    <a:pt x="0" y="9452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608713" cy="964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4191521" y="6937923"/>
            <a:ext cx="9904959" cy="680751"/>
          </a:xfrm>
          <a:custGeom>
            <a:avLst/>
            <a:gdLst/>
            <a:ahLst/>
            <a:cxnLst/>
            <a:rect l="l" t="t" r="r" b="b"/>
            <a:pathLst>
              <a:path w="9904959" h="680751">
                <a:moveTo>
                  <a:pt x="0" y="0"/>
                </a:moveTo>
                <a:lnTo>
                  <a:pt x="9904958" y="0"/>
                </a:lnTo>
                <a:lnTo>
                  <a:pt x="9904958" y="680752"/>
                </a:lnTo>
                <a:lnTo>
                  <a:pt x="0" y="6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873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7778354" y="580034"/>
            <a:ext cx="2731293" cy="1141258"/>
          </a:xfrm>
          <a:custGeom>
            <a:avLst/>
            <a:gdLst/>
            <a:ahLst/>
            <a:cxnLst/>
            <a:rect l="l" t="t" r="r" b="b"/>
            <a:pathLst>
              <a:path w="2731293" h="1141258">
                <a:moveTo>
                  <a:pt x="0" y="0"/>
                </a:moveTo>
                <a:lnTo>
                  <a:pt x="2731292" y="0"/>
                </a:lnTo>
                <a:lnTo>
                  <a:pt x="2731292" y="1141259"/>
                </a:lnTo>
                <a:lnTo>
                  <a:pt x="0" y="11412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061" t="-21971" b="-193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5471449" y="4239576"/>
            <a:ext cx="7345101" cy="1512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39"/>
              </a:lnSpc>
            </a:pPr>
            <a:r>
              <a:rPr lang="en-US" sz="7999" spc="111">
                <a:solidFill>
                  <a:srgbClr val="040506"/>
                </a:solidFill>
                <a:latin typeface="Arial Bold"/>
              </a:rPr>
              <a:t>NICK VUJICIC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95259" y="5760201"/>
            <a:ext cx="9497482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499" spc="132">
                <a:solidFill>
                  <a:srgbClr val="231F20"/>
                </a:solidFill>
                <a:latin typeface="Arial Bold"/>
              </a:rPr>
              <a:t>“IF YOU CAN'T GET A MIRACLE, BECOME ONE”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3208093"/>
            <a:ext cx="2560247" cy="1316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59"/>
              </a:lnSpc>
              <a:spcBef>
                <a:spcPct val="0"/>
              </a:spcBef>
            </a:pPr>
            <a:r>
              <a:rPr lang="en-US" sz="6999" u="none" strike="noStrike" spc="370" dirty="0">
                <a:solidFill>
                  <a:srgbClr val="231F20"/>
                </a:solidFill>
                <a:latin typeface="Arial Bold"/>
              </a:rPr>
              <a:t>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183308"/>
            <a:ext cx="2560247" cy="1316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59"/>
              </a:lnSpc>
              <a:spcBef>
                <a:spcPct val="0"/>
              </a:spcBef>
            </a:pPr>
            <a:r>
              <a:rPr lang="en-US" sz="6999" spc="370">
                <a:solidFill>
                  <a:srgbClr val="231F20"/>
                </a:solidFill>
                <a:latin typeface="Arial Bold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7158523"/>
            <a:ext cx="2560247" cy="1316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59"/>
              </a:lnSpc>
              <a:spcBef>
                <a:spcPct val="0"/>
              </a:spcBef>
            </a:pPr>
            <a:r>
              <a:rPr lang="en-US" sz="6999" spc="370">
                <a:solidFill>
                  <a:srgbClr val="231F20"/>
                </a:solidFill>
                <a:latin typeface="Arial Bold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0" y="3208093"/>
            <a:ext cx="2560247" cy="1316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59"/>
              </a:lnSpc>
              <a:spcBef>
                <a:spcPct val="0"/>
              </a:spcBef>
            </a:pPr>
            <a:r>
              <a:rPr lang="en-US" sz="6999" u="none" strike="noStrike" spc="370">
                <a:solidFill>
                  <a:srgbClr val="231F20"/>
                </a:solidFill>
                <a:latin typeface="Arial Bold"/>
              </a:rPr>
              <a:t>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5183308"/>
            <a:ext cx="2560247" cy="1316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59"/>
              </a:lnSpc>
              <a:spcBef>
                <a:spcPct val="0"/>
              </a:spcBef>
            </a:pPr>
            <a:r>
              <a:rPr lang="en-US" sz="6999" spc="370">
                <a:solidFill>
                  <a:srgbClr val="231F20"/>
                </a:solidFill>
                <a:latin typeface="Arial Bold"/>
              </a:rPr>
              <a:t>05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88947" y="3433129"/>
            <a:ext cx="5555053" cy="70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105"/>
              </a:lnSpc>
              <a:spcBef>
                <a:spcPct val="0"/>
              </a:spcBef>
            </a:pPr>
            <a:r>
              <a:rPr lang="en-US" sz="3699" spc="196" dirty="0">
                <a:solidFill>
                  <a:srgbClr val="231F20"/>
                </a:solidFill>
                <a:latin typeface="Arial"/>
              </a:rPr>
              <a:t>EARLY LIFE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88947" y="5545639"/>
            <a:ext cx="5555053" cy="70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105"/>
              </a:lnSpc>
              <a:spcBef>
                <a:spcPct val="0"/>
              </a:spcBef>
            </a:pPr>
            <a:r>
              <a:rPr lang="en-US" sz="3699" spc="196">
                <a:solidFill>
                  <a:srgbClr val="231F20"/>
                </a:solidFill>
                <a:latin typeface="Arial"/>
              </a:rPr>
              <a:t>PRESENT LIFE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88947" y="7461688"/>
            <a:ext cx="7351196" cy="70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105"/>
              </a:lnSpc>
              <a:spcBef>
                <a:spcPct val="0"/>
              </a:spcBef>
            </a:pPr>
            <a:r>
              <a:rPr lang="en-US" sz="3699" spc="196">
                <a:solidFill>
                  <a:srgbClr val="231F20"/>
                </a:solidFill>
                <a:latin typeface="Arial"/>
              </a:rPr>
              <a:t>PROJECTS &amp; PUBLICATIONS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22321" y="3543754"/>
            <a:ext cx="5555053" cy="70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105"/>
              </a:lnSpc>
              <a:spcBef>
                <a:spcPct val="0"/>
              </a:spcBef>
            </a:pPr>
            <a:r>
              <a:rPr lang="en-US" sz="3699" spc="196">
                <a:solidFill>
                  <a:srgbClr val="231F20"/>
                </a:solidFill>
                <a:latin typeface="Arial"/>
              </a:rPr>
              <a:t>CHALLENGES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22321" y="5516572"/>
            <a:ext cx="6177143" cy="70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105"/>
              </a:lnSpc>
              <a:spcBef>
                <a:spcPct val="0"/>
              </a:spcBef>
            </a:pPr>
            <a:r>
              <a:rPr lang="en-US" sz="3699" spc="196">
                <a:solidFill>
                  <a:srgbClr val="231F20"/>
                </a:solidFill>
                <a:latin typeface="Arial"/>
              </a:rPr>
              <a:t>CONCLUSION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05287" y="560143"/>
            <a:ext cx="11077426" cy="171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spc="450">
                <a:solidFill>
                  <a:srgbClr val="040506"/>
                </a:solidFill>
                <a:latin typeface="Arial Bold"/>
              </a:rPr>
              <a:t>CONTENT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190527" cy="10287000"/>
            <a:chOff x="0" y="0"/>
            <a:chExt cx="558737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22977" r="12998"/>
            <a:stretch>
              <a:fillRect/>
            </a:stretch>
          </p:blipFill>
          <p:spPr>
            <a:xfrm>
              <a:off x="0" y="0"/>
              <a:ext cx="5587370" cy="13716000"/>
            </a:xfrm>
            <a:prstGeom prst="rect">
              <a:avLst/>
            </a:prstGeom>
          </p:spPr>
        </p:pic>
      </p:grpSp>
      <p:sp>
        <p:nvSpPr>
          <p:cNvPr id="4" name="AutoShape 4"/>
          <p:cNvSpPr/>
          <p:nvPr/>
        </p:nvSpPr>
        <p:spPr>
          <a:xfrm>
            <a:off x="4190475" y="1101743"/>
            <a:ext cx="12359797" cy="0"/>
          </a:xfrm>
          <a:prstGeom prst="line">
            <a:avLst/>
          </a:prstGeom>
          <a:ln w="95250" cap="rnd">
            <a:solidFill>
              <a:srgbClr val="04050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293221" y="2260608"/>
            <a:ext cx="11257051" cy="580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al"/>
              </a:rPr>
              <a:t>Nick Vujicic was born on December 4, 1982, in Melbourne, Australia.</a:t>
            </a:r>
          </a:p>
          <a:p>
            <a:pPr algn="just">
              <a:lnSpc>
                <a:spcPts val="4199"/>
              </a:lnSpc>
            </a:pPr>
            <a:endParaRPr lang="en-US" sz="2999" dirty="0">
              <a:solidFill>
                <a:srgbClr val="000000"/>
              </a:solidFill>
              <a:latin typeface="Arial"/>
            </a:endParaRPr>
          </a:p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al"/>
              </a:rPr>
              <a:t>Nick was born with a rare condition known as phocomelia, which is characterized by the absence of limbs.</a:t>
            </a:r>
          </a:p>
          <a:p>
            <a:pPr algn="just">
              <a:lnSpc>
                <a:spcPts val="4199"/>
              </a:lnSpc>
            </a:pPr>
            <a:endParaRPr lang="en-US" sz="2999" dirty="0">
              <a:solidFill>
                <a:srgbClr val="000000"/>
              </a:solidFill>
              <a:latin typeface="Arial"/>
            </a:endParaRPr>
          </a:p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al"/>
              </a:rPr>
              <a:t>Family supported Nick with adaptations for easier life with disability.</a:t>
            </a:r>
          </a:p>
          <a:p>
            <a:pPr algn="just">
              <a:lnSpc>
                <a:spcPts val="4199"/>
              </a:lnSpc>
            </a:pPr>
            <a:endParaRPr lang="en-US" sz="2999" dirty="0">
              <a:solidFill>
                <a:srgbClr val="000000"/>
              </a:solidFill>
              <a:latin typeface="Arial"/>
            </a:endParaRPr>
          </a:p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al"/>
              </a:rPr>
              <a:t>Nick faced challenges in mainstream school, overcoming bullying and discrimination.</a:t>
            </a:r>
          </a:p>
        </p:txBody>
      </p:sp>
      <p:sp>
        <p:nvSpPr>
          <p:cNvPr id="6" name="Freeform 6"/>
          <p:cNvSpPr/>
          <p:nvPr/>
        </p:nvSpPr>
        <p:spPr>
          <a:xfrm>
            <a:off x="16762773" y="493560"/>
            <a:ext cx="993054" cy="1311618"/>
          </a:xfrm>
          <a:custGeom>
            <a:avLst/>
            <a:gdLst/>
            <a:ahLst/>
            <a:cxnLst/>
            <a:rect l="l" t="t" r="r" b="b"/>
            <a:pathLst>
              <a:path w="993054" h="1311618">
                <a:moveTo>
                  <a:pt x="0" y="0"/>
                </a:moveTo>
                <a:lnTo>
                  <a:pt x="993054" y="0"/>
                </a:lnTo>
                <a:lnTo>
                  <a:pt x="993054" y="1311617"/>
                </a:lnTo>
                <a:lnTo>
                  <a:pt x="0" y="1311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770" t="-15957" r="-202448" b="-172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190527" y="187960"/>
            <a:ext cx="12359745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spc="219">
                <a:solidFill>
                  <a:srgbClr val="040506"/>
                </a:solidFill>
                <a:latin typeface="Arial Bold"/>
              </a:rPr>
              <a:t>EARLY LIFE OF NICK VUJICIC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190527" cy="10513555"/>
            <a:chOff x="0" y="0"/>
            <a:chExt cx="5587370" cy="14018073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44570" r="33008"/>
            <a:stretch>
              <a:fillRect/>
            </a:stretch>
          </p:blipFill>
          <p:spPr>
            <a:xfrm>
              <a:off x="0" y="0"/>
              <a:ext cx="5587370" cy="14018073"/>
            </a:xfrm>
            <a:prstGeom prst="rect">
              <a:avLst/>
            </a:prstGeom>
          </p:spPr>
        </p:pic>
      </p:grpSp>
      <p:sp>
        <p:nvSpPr>
          <p:cNvPr id="4" name="AutoShape 4"/>
          <p:cNvSpPr/>
          <p:nvPr/>
        </p:nvSpPr>
        <p:spPr>
          <a:xfrm>
            <a:off x="4190475" y="1101743"/>
            <a:ext cx="12359797" cy="0"/>
          </a:xfrm>
          <a:prstGeom prst="line">
            <a:avLst/>
          </a:prstGeom>
          <a:ln w="95250" cap="rnd">
            <a:solidFill>
              <a:srgbClr val="04050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097051" y="1226222"/>
            <a:ext cx="12154875" cy="9692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US" sz="2999" dirty="0">
                <a:solidFill>
                  <a:srgbClr val="000000"/>
                </a:solidFill>
                <a:latin typeface="Arial Bold"/>
              </a:rPr>
              <a:t>Father </a:t>
            </a:r>
          </a:p>
          <a:p>
            <a:pPr algn="just"/>
            <a:r>
              <a:rPr lang="en-US" sz="2999" dirty="0">
                <a:solidFill>
                  <a:srgbClr val="000000"/>
                </a:solidFill>
                <a:latin typeface="Arial"/>
              </a:rPr>
              <a:t>Nick Vujicic is married to Kanae Miyahara, and the couple has four children.</a:t>
            </a:r>
          </a:p>
          <a:p>
            <a:pPr algn="just"/>
            <a:endParaRPr lang="en-US" sz="2999" dirty="0">
              <a:solidFill>
                <a:srgbClr val="000000"/>
              </a:solidFill>
              <a:latin typeface="Arial Bold"/>
            </a:endParaRPr>
          </a:p>
          <a:p>
            <a:pPr algn="just"/>
            <a:r>
              <a:rPr lang="en-US" sz="2999" dirty="0">
                <a:solidFill>
                  <a:srgbClr val="000000"/>
                </a:solidFill>
                <a:latin typeface="Arial Bold"/>
              </a:rPr>
              <a:t>Motivational Speaker</a:t>
            </a:r>
          </a:p>
          <a:p>
            <a:pPr algn="just"/>
            <a:r>
              <a:rPr lang="en-US" sz="2999" dirty="0">
                <a:solidFill>
                  <a:srgbClr val="000000"/>
                </a:solidFill>
                <a:latin typeface="Arial"/>
              </a:rPr>
              <a:t>Vujicic travels extensively around the globe, delivering inspiring speeches to audiences of all ages and backgrounds.</a:t>
            </a:r>
          </a:p>
          <a:p>
            <a:pPr algn="just"/>
            <a:endParaRPr lang="en-US" sz="2999" dirty="0">
              <a:solidFill>
                <a:srgbClr val="000000"/>
              </a:solidFill>
              <a:latin typeface="Arial"/>
            </a:endParaRPr>
          </a:p>
          <a:p>
            <a:pPr algn="just"/>
            <a:r>
              <a:rPr lang="en-US" sz="2999" dirty="0">
                <a:solidFill>
                  <a:srgbClr val="000000"/>
                </a:solidFill>
                <a:latin typeface="Arial Bold"/>
              </a:rPr>
              <a:t>Writer</a:t>
            </a:r>
          </a:p>
          <a:p>
            <a:pPr algn="just"/>
            <a:r>
              <a:rPr lang="en-US" sz="2999" dirty="0">
                <a:solidFill>
                  <a:srgbClr val="000000"/>
                </a:solidFill>
                <a:latin typeface="Arial"/>
              </a:rPr>
              <a:t>Vujicic is a prolific author, having penned several books that have touched the lives of millions worldwide.</a:t>
            </a:r>
          </a:p>
          <a:p>
            <a:pPr algn="just"/>
            <a:endParaRPr lang="en-US" sz="2999" dirty="0">
              <a:solidFill>
                <a:srgbClr val="000000"/>
              </a:solidFill>
              <a:latin typeface="Arial"/>
            </a:endParaRPr>
          </a:p>
          <a:p>
            <a:pPr algn="just"/>
            <a:r>
              <a:rPr lang="en-US" sz="2999" dirty="0">
                <a:solidFill>
                  <a:srgbClr val="000000"/>
                </a:solidFill>
                <a:latin typeface="Arial Bold"/>
              </a:rPr>
              <a:t>Actor</a:t>
            </a:r>
          </a:p>
          <a:p>
            <a:pPr algn="just"/>
            <a:r>
              <a:rPr lang="en-US" sz="2999" dirty="0">
                <a:solidFill>
                  <a:srgbClr val="000000"/>
                </a:solidFill>
                <a:latin typeface="Arial"/>
              </a:rPr>
              <a:t>Vujicic has ventured into the world of acting, appearing in several short films and a few television shows. </a:t>
            </a:r>
          </a:p>
          <a:p>
            <a:pPr algn="just"/>
            <a:endParaRPr lang="en-US" sz="2999" dirty="0">
              <a:solidFill>
                <a:srgbClr val="000000"/>
              </a:solidFill>
              <a:latin typeface="Arial"/>
            </a:endParaRPr>
          </a:p>
          <a:p>
            <a:pPr algn="just"/>
            <a:r>
              <a:rPr lang="en-US" sz="2999" dirty="0">
                <a:solidFill>
                  <a:srgbClr val="000000"/>
                </a:solidFill>
                <a:latin typeface="Arial Bold"/>
              </a:rPr>
              <a:t>Entrepreneur</a:t>
            </a:r>
          </a:p>
          <a:p>
            <a:pPr algn="just"/>
            <a:r>
              <a:rPr lang="en-US" sz="2999" dirty="0">
                <a:solidFill>
                  <a:srgbClr val="000000"/>
                </a:solidFill>
                <a:latin typeface="Arial"/>
              </a:rPr>
              <a:t>Vujicic is not only a motivational speaker and author but also a successful entrepreneur.</a:t>
            </a:r>
          </a:p>
          <a:p>
            <a:pPr algn="just"/>
            <a:endParaRPr lang="en-US" sz="2999" dirty="0">
              <a:solidFill>
                <a:srgbClr val="000000"/>
              </a:solidFill>
              <a:latin typeface="Arial"/>
            </a:endParaRPr>
          </a:p>
          <a:p>
            <a:pPr algn="just"/>
            <a:endParaRPr lang="en-US" sz="2999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6762773" y="493560"/>
            <a:ext cx="993054" cy="1311618"/>
          </a:xfrm>
          <a:custGeom>
            <a:avLst/>
            <a:gdLst/>
            <a:ahLst/>
            <a:cxnLst/>
            <a:rect l="l" t="t" r="r" b="b"/>
            <a:pathLst>
              <a:path w="993054" h="1311618">
                <a:moveTo>
                  <a:pt x="0" y="0"/>
                </a:moveTo>
                <a:lnTo>
                  <a:pt x="993054" y="0"/>
                </a:lnTo>
                <a:lnTo>
                  <a:pt x="993054" y="1311617"/>
                </a:lnTo>
                <a:lnTo>
                  <a:pt x="0" y="1311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770" t="-15957" r="-202448" b="-172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190527" y="187960"/>
            <a:ext cx="12359745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spc="219">
                <a:solidFill>
                  <a:srgbClr val="040506"/>
                </a:solidFill>
                <a:latin typeface="Arial Bold"/>
              </a:rPr>
              <a:t>PRESENT LIFE OF NICK VUJICIC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377591" y="5034942"/>
            <a:ext cx="19005423" cy="5478612"/>
            <a:chOff x="0" y="0"/>
            <a:chExt cx="25340564" cy="7304817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 t="11239" b="31107"/>
            <a:stretch>
              <a:fillRect/>
            </a:stretch>
          </p:blipFill>
          <p:spPr>
            <a:xfrm>
              <a:off x="0" y="0"/>
              <a:ext cx="25340564" cy="7304817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 rot="-5400000">
            <a:off x="8599743" y="-4461483"/>
            <a:ext cx="1088513" cy="18288000"/>
            <a:chOff x="0" y="0"/>
            <a:chExt cx="286687" cy="48165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6687" cy="4816592"/>
            </a:xfrm>
            <a:custGeom>
              <a:avLst/>
              <a:gdLst/>
              <a:ahLst/>
              <a:cxnLst/>
              <a:rect l="l" t="t" r="r" b="b"/>
              <a:pathLst>
                <a:path w="286687" h="4816592">
                  <a:moveTo>
                    <a:pt x="0" y="0"/>
                  </a:moveTo>
                  <a:lnTo>
                    <a:pt x="286687" y="0"/>
                  </a:lnTo>
                  <a:lnTo>
                    <a:pt x="286687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696969">
                    <a:alpha val="41040"/>
                  </a:srgbClr>
                </a:gs>
                <a:gs pos="33333">
                  <a:srgbClr val="B4B4B4">
                    <a:alpha val="47025"/>
                  </a:srgbClr>
                </a:gs>
                <a:gs pos="66667">
                  <a:srgbClr val="EEEEEE">
                    <a:alpha val="40185"/>
                  </a:srgbClr>
                </a:gs>
                <a:gs pos="100000">
                  <a:srgbClr val="FBFBFB">
                    <a:alpha val="1254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86687" cy="4835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39474" y="2831574"/>
            <a:ext cx="4595005" cy="3573491"/>
            <a:chOff x="0" y="0"/>
            <a:chExt cx="1210207" cy="94116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0207" cy="941166"/>
            </a:xfrm>
            <a:custGeom>
              <a:avLst/>
              <a:gdLst/>
              <a:ahLst/>
              <a:cxnLst/>
              <a:rect l="l" t="t" r="r" b="b"/>
              <a:pathLst>
                <a:path w="1210207" h="941166">
                  <a:moveTo>
                    <a:pt x="33697" y="0"/>
                  </a:moveTo>
                  <a:lnTo>
                    <a:pt x="1176510" y="0"/>
                  </a:lnTo>
                  <a:cubicBezTo>
                    <a:pt x="1195120" y="0"/>
                    <a:pt x="1210207" y="15087"/>
                    <a:pt x="1210207" y="33697"/>
                  </a:cubicBezTo>
                  <a:lnTo>
                    <a:pt x="1210207" y="907469"/>
                  </a:lnTo>
                  <a:cubicBezTo>
                    <a:pt x="1210207" y="916406"/>
                    <a:pt x="1206657" y="924977"/>
                    <a:pt x="1200337" y="931297"/>
                  </a:cubicBezTo>
                  <a:cubicBezTo>
                    <a:pt x="1194018" y="937616"/>
                    <a:pt x="1185447" y="941166"/>
                    <a:pt x="1176510" y="941166"/>
                  </a:cubicBezTo>
                  <a:lnTo>
                    <a:pt x="33697" y="941166"/>
                  </a:lnTo>
                  <a:cubicBezTo>
                    <a:pt x="24760" y="941166"/>
                    <a:pt x="16189" y="937616"/>
                    <a:pt x="9870" y="931297"/>
                  </a:cubicBezTo>
                  <a:cubicBezTo>
                    <a:pt x="3550" y="924977"/>
                    <a:pt x="0" y="916406"/>
                    <a:pt x="0" y="907469"/>
                  </a:cubicBezTo>
                  <a:lnTo>
                    <a:pt x="0" y="33697"/>
                  </a:lnTo>
                  <a:cubicBezTo>
                    <a:pt x="0" y="24760"/>
                    <a:pt x="3550" y="16189"/>
                    <a:pt x="9870" y="9870"/>
                  </a:cubicBezTo>
                  <a:cubicBezTo>
                    <a:pt x="16189" y="3550"/>
                    <a:pt x="24760" y="0"/>
                    <a:pt x="3369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6363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210207" cy="9602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954088" y="2675205"/>
            <a:ext cx="157787" cy="156369"/>
            <a:chOff x="0" y="0"/>
            <a:chExt cx="320400" cy="3175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20421" cy="329184"/>
            </a:xfrm>
            <a:custGeom>
              <a:avLst/>
              <a:gdLst/>
              <a:ahLst/>
              <a:cxnLst/>
              <a:rect l="l" t="t" r="r" b="b"/>
              <a:pathLst>
                <a:path w="320421" h="329184">
                  <a:moveTo>
                    <a:pt x="320421" y="329184"/>
                  </a:moveTo>
                  <a:lnTo>
                    <a:pt x="0" y="329184"/>
                  </a:lnTo>
                  <a:lnTo>
                    <a:pt x="0" y="158750"/>
                  </a:lnTo>
                  <a:cubicBezTo>
                    <a:pt x="0" y="70866"/>
                    <a:pt x="71501" y="0"/>
                    <a:pt x="160147" y="0"/>
                  </a:cubicBezTo>
                  <a:cubicBezTo>
                    <a:pt x="248793" y="0"/>
                    <a:pt x="320421" y="70866"/>
                    <a:pt x="320421" y="158750"/>
                  </a:cubicBezTo>
                  <a:lnTo>
                    <a:pt x="320421" y="329184"/>
                  </a:lnTo>
                  <a:close/>
                </a:path>
              </a:pathLst>
            </a:custGeom>
            <a:solidFill>
              <a:srgbClr val="04050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981480" y="2675205"/>
            <a:ext cx="1047779" cy="1124013"/>
            <a:chOff x="0" y="0"/>
            <a:chExt cx="2127600" cy="2282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36648" cy="2334387"/>
            </a:xfrm>
            <a:custGeom>
              <a:avLst/>
              <a:gdLst/>
              <a:ahLst/>
              <a:cxnLst/>
              <a:rect l="l" t="t" r="r" b="b"/>
              <a:pathLst>
                <a:path w="2136648" h="2334387">
                  <a:moveTo>
                    <a:pt x="1983994" y="0"/>
                  </a:moveTo>
                  <a:lnTo>
                    <a:pt x="144145" y="0"/>
                  </a:lnTo>
                  <a:cubicBezTo>
                    <a:pt x="64389" y="0"/>
                    <a:pt x="0" y="64262"/>
                    <a:pt x="0" y="143891"/>
                  </a:cubicBezTo>
                  <a:lnTo>
                    <a:pt x="0" y="2334387"/>
                  </a:lnTo>
                  <a:lnTo>
                    <a:pt x="991997" y="1949577"/>
                  </a:lnTo>
                  <a:lnTo>
                    <a:pt x="1983994" y="2334387"/>
                  </a:lnTo>
                  <a:lnTo>
                    <a:pt x="1983994" y="152400"/>
                  </a:lnTo>
                  <a:cubicBezTo>
                    <a:pt x="1983994" y="67945"/>
                    <a:pt x="2052574" y="0"/>
                    <a:pt x="2136648" y="0"/>
                  </a:cubicBezTo>
                  <a:lnTo>
                    <a:pt x="1983994" y="0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981480" y="4081660"/>
            <a:ext cx="2055497" cy="2055497"/>
            <a:chOff x="0" y="0"/>
            <a:chExt cx="6350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4"/>
              <a:stretch>
                <a:fillRect l="-7154" r="-715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44166" y="2831574"/>
            <a:ext cx="4595005" cy="3573491"/>
            <a:chOff x="0" y="0"/>
            <a:chExt cx="1210207" cy="94116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10207" cy="941166"/>
            </a:xfrm>
            <a:custGeom>
              <a:avLst/>
              <a:gdLst/>
              <a:ahLst/>
              <a:cxnLst/>
              <a:rect l="l" t="t" r="r" b="b"/>
              <a:pathLst>
                <a:path w="1210207" h="941166">
                  <a:moveTo>
                    <a:pt x="33697" y="0"/>
                  </a:moveTo>
                  <a:lnTo>
                    <a:pt x="1176510" y="0"/>
                  </a:lnTo>
                  <a:cubicBezTo>
                    <a:pt x="1195120" y="0"/>
                    <a:pt x="1210207" y="15087"/>
                    <a:pt x="1210207" y="33697"/>
                  </a:cubicBezTo>
                  <a:lnTo>
                    <a:pt x="1210207" y="907469"/>
                  </a:lnTo>
                  <a:cubicBezTo>
                    <a:pt x="1210207" y="916406"/>
                    <a:pt x="1206657" y="924977"/>
                    <a:pt x="1200337" y="931297"/>
                  </a:cubicBezTo>
                  <a:cubicBezTo>
                    <a:pt x="1194018" y="937616"/>
                    <a:pt x="1185447" y="941166"/>
                    <a:pt x="1176510" y="941166"/>
                  </a:cubicBezTo>
                  <a:lnTo>
                    <a:pt x="33697" y="941166"/>
                  </a:lnTo>
                  <a:cubicBezTo>
                    <a:pt x="24760" y="941166"/>
                    <a:pt x="16189" y="937616"/>
                    <a:pt x="9870" y="931297"/>
                  </a:cubicBezTo>
                  <a:cubicBezTo>
                    <a:pt x="3550" y="924977"/>
                    <a:pt x="0" y="916406"/>
                    <a:pt x="0" y="907469"/>
                  </a:cubicBezTo>
                  <a:lnTo>
                    <a:pt x="0" y="33697"/>
                  </a:lnTo>
                  <a:cubicBezTo>
                    <a:pt x="0" y="24760"/>
                    <a:pt x="3550" y="16189"/>
                    <a:pt x="9870" y="9870"/>
                  </a:cubicBezTo>
                  <a:cubicBezTo>
                    <a:pt x="16189" y="3550"/>
                    <a:pt x="24760" y="0"/>
                    <a:pt x="3369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6363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210207" cy="9602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058780" y="2675205"/>
            <a:ext cx="157787" cy="156369"/>
            <a:chOff x="0" y="0"/>
            <a:chExt cx="320400" cy="3175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20421" cy="329184"/>
            </a:xfrm>
            <a:custGeom>
              <a:avLst/>
              <a:gdLst/>
              <a:ahLst/>
              <a:cxnLst/>
              <a:rect l="l" t="t" r="r" b="b"/>
              <a:pathLst>
                <a:path w="320421" h="329184">
                  <a:moveTo>
                    <a:pt x="320421" y="329184"/>
                  </a:moveTo>
                  <a:lnTo>
                    <a:pt x="0" y="329184"/>
                  </a:lnTo>
                  <a:lnTo>
                    <a:pt x="0" y="158750"/>
                  </a:lnTo>
                  <a:cubicBezTo>
                    <a:pt x="0" y="70866"/>
                    <a:pt x="71501" y="0"/>
                    <a:pt x="160147" y="0"/>
                  </a:cubicBezTo>
                  <a:cubicBezTo>
                    <a:pt x="248793" y="0"/>
                    <a:pt x="320421" y="70866"/>
                    <a:pt x="320421" y="158750"/>
                  </a:cubicBezTo>
                  <a:lnTo>
                    <a:pt x="320421" y="329184"/>
                  </a:lnTo>
                  <a:close/>
                </a:path>
              </a:pathLst>
            </a:custGeom>
            <a:solidFill>
              <a:srgbClr val="04050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86172" y="2675205"/>
            <a:ext cx="1047779" cy="1124013"/>
            <a:chOff x="0" y="0"/>
            <a:chExt cx="2127600" cy="2282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36648" cy="2334387"/>
            </a:xfrm>
            <a:custGeom>
              <a:avLst/>
              <a:gdLst/>
              <a:ahLst/>
              <a:cxnLst/>
              <a:rect l="l" t="t" r="r" b="b"/>
              <a:pathLst>
                <a:path w="2136648" h="2334387">
                  <a:moveTo>
                    <a:pt x="1983994" y="0"/>
                  </a:moveTo>
                  <a:lnTo>
                    <a:pt x="144145" y="0"/>
                  </a:lnTo>
                  <a:cubicBezTo>
                    <a:pt x="64389" y="0"/>
                    <a:pt x="0" y="64262"/>
                    <a:pt x="0" y="143891"/>
                  </a:cubicBezTo>
                  <a:lnTo>
                    <a:pt x="0" y="2334387"/>
                  </a:lnTo>
                  <a:lnTo>
                    <a:pt x="991997" y="1949577"/>
                  </a:lnTo>
                  <a:lnTo>
                    <a:pt x="1983994" y="2334387"/>
                  </a:lnTo>
                  <a:lnTo>
                    <a:pt x="1983994" y="152400"/>
                  </a:lnTo>
                  <a:cubicBezTo>
                    <a:pt x="1983994" y="67945"/>
                    <a:pt x="2052574" y="0"/>
                    <a:pt x="2136648" y="0"/>
                  </a:cubicBezTo>
                  <a:lnTo>
                    <a:pt x="1983994" y="0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7086172" y="4081660"/>
            <a:ext cx="2055497" cy="2055497"/>
            <a:chOff x="0" y="0"/>
            <a:chExt cx="6350000" cy="6350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5"/>
              <a:stretch>
                <a:fillRect l="-10" r="-1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953521" y="2831574"/>
            <a:ext cx="4595005" cy="3573491"/>
            <a:chOff x="0" y="0"/>
            <a:chExt cx="1210207" cy="94116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10207" cy="941166"/>
            </a:xfrm>
            <a:custGeom>
              <a:avLst/>
              <a:gdLst/>
              <a:ahLst/>
              <a:cxnLst/>
              <a:rect l="l" t="t" r="r" b="b"/>
              <a:pathLst>
                <a:path w="1210207" h="941166">
                  <a:moveTo>
                    <a:pt x="33697" y="0"/>
                  </a:moveTo>
                  <a:lnTo>
                    <a:pt x="1176510" y="0"/>
                  </a:lnTo>
                  <a:cubicBezTo>
                    <a:pt x="1195120" y="0"/>
                    <a:pt x="1210207" y="15087"/>
                    <a:pt x="1210207" y="33697"/>
                  </a:cubicBezTo>
                  <a:lnTo>
                    <a:pt x="1210207" y="907469"/>
                  </a:lnTo>
                  <a:cubicBezTo>
                    <a:pt x="1210207" y="916406"/>
                    <a:pt x="1206657" y="924977"/>
                    <a:pt x="1200337" y="931297"/>
                  </a:cubicBezTo>
                  <a:cubicBezTo>
                    <a:pt x="1194018" y="937616"/>
                    <a:pt x="1185447" y="941166"/>
                    <a:pt x="1176510" y="941166"/>
                  </a:cubicBezTo>
                  <a:lnTo>
                    <a:pt x="33697" y="941166"/>
                  </a:lnTo>
                  <a:cubicBezTo>
                    <a:pt x="24760" y="941166"/>
                    <a:pt x="16189" y="937616"/>
                    <a:pt x="9870" y="931297"/>
                  </a:cubicBezTo>
                  <a:cubicBezTo>
                    <a:pt x="3550" y="924977"/>
                    <a:pt x="0" y="916406"/>
                    <a:pt x="0" y="907469"/>
                  </a:cubicBezTo>
                  <a:lnTo>
                    <a:pt x="0" y="33697"/>
                  </a:lnTo>
                  <a:cubicBezTo>
                    <a:pt x="0" y="24760"/>
                    <a:pt x="3550" y="16189"/>
                    <a:pt x="9870" y="9870"/>
                  </a:cubicBezTo>
                  <a:cubicBezTo>
                    <a:pt x="16189" y="3550"/>
                    <a:pt x="24760" y="0"/>
                    <a:pt x="3369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6363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1210207" cy="9602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168135" y="2675205"/>
            <a:ext cx="157787" cy="156369"/>
            <a:chOff x="0" y="0"/>
            <a:chExt cx="320400" cy="317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20421" cy="329184"/>
            </a:xfrm>
            <a:custGeom>
              <a:avLst/>
              <a:gdLst/>
              <a:ahLst/>
              <a:cxnLst/>
              <a:rect l="l" t="t" r="r" b="b"/>
              <a:pathLst>
                <a:path w="320421" h="329184">
                  <a:moveTo>
                    <a:pt x="320421" y="329184"/>
                  </a:moveTo>
                  <a:lnTo>
                    <a:pt x="0" y="329184"/>
                  </a:lnTo>
                  <a:lnTo>
                    <a:pt x="0" y="158750"/>
                  </a:lnTo>
                  <a:cubicBezTo>
                    <a:pt x="0" y="70866"/>
                    <a:pt x="71501" y="0"/>
                    <a:pt x="160147" y="0"/>
                  </a:cubicBezTo>
                  <a:cubicBezTo>
                    <a:pt x="248793" y="0"/>
                    <a:pt x="320421" y="70866"/>
                    <a:pt x="320421" y="158750"/>
                  </a:cubicBezTo>
                  <a:lnTo>
                    <a:pt x="320421" y="329184"/>
                  </a:lnTo>
                  <a:close/>
                </a:path>
              </a:pathLst>
            </a:custGeom>
            <a:solidFill>
              <a:srgbClr val="04050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195527" y="2675205"/>
            <a:ext cx="1047779" cy="1124013"/>
            <a:chOff x="0" y="0"/>
            <a:chExt cx="2127600" cy="2282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36648" cy="2334387"/>
            </a:xfrm>
            <a:custGeom>
              <a:avLst/>
              <a:gdLst/>
              <a:ahLst/>
              <a:cxnLst/>
              <a:rect l="l" t="t" r="r" b="b"/>
              <a:pathLst>
                <a:path w="2136648" h="2334387">
                  <a:moveTo>
                    <a:pt x="1983994" y="0"/>
                  </a:moveTo>
                  <a:lnTo>
                    <a:pt x="144145" y="0"/>
                  </a:lnTo>
                  <a:cubicBezTo>
                    <a:pt x="64389" y="0"/>
                    <a:pt x="0" y="64262"/>
                    <a:pt x="0" y="143891"/>
                  </a:cubicBezTo>
                  <a:lnTo>
                    <a:pt x="0" y="2334387"/>
                  </a:lnTo>
                  <a:lnTo>
                    <a:pt x="991997" y="1949577"/>
                  </a:lnTo>
                  <a:lnTo>
                    <a:pt x="1983994" y="2334387"/>
                  </a:lnTo>
                  <a:lnTo>
                    <a:pt x="1983994" y="152400"/>
                  </a:lnTo>
                  <a:cubicBezTo>
                    <a:pt x="1983994" y="67945"/>
                    <a:pt x="2052574" y="0"/>
                    <a:pt x="2136648" y="0"/>
                  </a:cubicBezTo>
                  <a:lnTo>
                    <a:pt x="1983994" y="0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>
            <a:grpSpLocks noChangeAspect="1"/>
          </p:cNvGrpSpPr>
          <p:nvPr/>
        </p:nvGrpSpPr>
        <p:grpSpPr>
          <a:xfrm>
            <a:off x="12195527" y="4081660"/>
            <a:ext cx="2055497" cy="2055497"/>
            <a:chOff x="0" y="0"/>
            <a:chExt cx="6350000" cy="6350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6"/>
              <a:stretch>
                <a:fillRect l="-9" r="-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AutoShape 35"/>
          <p:cNvSpPr/>
          <p:nvPr/>
        </p:nvSpPr>
        <p:spPr>
          <a:xfrm flipV="1">
            <a:off x="-775141" y="1046961"/>
            <a:ext cx="17325513" cy="0"/>
          </a:xfrm>
          <a:prstGeom prst="line">
            <a:avLst/>
          </a:prstGeom>
          <a:ln w="95250" cap="rnd">
            <a:solidFill>
              <a:srgbClr val="04050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16762773" y="493560"/>
            <a:ext cx="993054" cy="1311618"/>
          </a:xfrm>
          <a:custGeom>
            <a:avLst/>
            <a:gdLst/>
            <a:ahLst/>
            <a:cxnLst/>
            <a:rect l="l" t="t" r="r" b="b"/>
            <a:pathLst>
              <a:path w="993054" h="1311618">
                <a:moveTo>
                  <a:pt x="0" y="0"/>
                </a:moveTo>
                <a:lnTo>
                  <a:pt x="993054" y="0"/>
                </a:lnTo>
                <a:lnTo>
                  <a:pt x="993054" y="1311617"/>
                </a:lnTo>
                <a:lnTo>
                  <a:pt x="0" y="13116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770" t="-15957" r="-202448" b="-172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3211520" y="3055198"/>
            <a:ext cx="2745392" cy="358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992"/>
              </a:lnSpc>
              <a:spcBef>
                <a:spcPct val="0"/>
              </a:spcBef>
            </a:pPr>
            <a:r>
              <a:rPr lang="en-US" sz="2168" u="none" strike="noStrike" spc="212">
                <a:solidFill>
                  <a:srgbClr val="000000"/>
                </a:solidFill>
                <a:latin typeface="Montserrat Classic Bold"/>
              </a:rPr>
              <a:t>Project 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155250" y="4109686"/>
            <a:ext cx="1975728" cy="1532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73"/>
              </a:lnSpc>
            </a:pPr>
            <a:r>
              <a:rPr lang="en-US" sz="1285" spc="125">
                <a:solidFill>
                  <a:srgbClr val="000000"/>
                </a:solidFill>
                <a:latin typeface="Montserrat Light"/>
              </a:rPr>
              <a:t>Founder and CEO</a:t>
            </a:r>
          </a:p>
          <a:p>
            <a:pPr>
              <a:lnSpc>
                <a:spcPts val="1773"/>
              </a:lnSpc>
            </a:pPr>
            <a:endParaRPr lang="en-US" sz="1285" spc="125">
              <a:solidFill>
                <a:srgbClr val="000000"/>
              </a:solidFill>
              <a:latin typeface="Montserrat Light"/>
            </a:endParaRPr>
          </a:p>
          <a:p>
            <a:pPr>
              <a:lnSpc>
                <a:spcPts val="1773"/>
              </a:lnSpc>
            </a:pPr>
            <a:r>
              <a:rPr lang="en-US" sz="1285" spc="125">
                <a:solidFill>
                  <a:srgbClr val="000000"/>
                </a:solidFill>
                <a:latin typeface="Montserrat Light"/>
              </a:rPr>
              <a:t>Mission: Sharing the message of hope, love, and faith globally</a:t>
            </a:r>
          </a:p>
          <a:p>
            <a:pPr>
              <a:lnSpc>
                <a:spcPts val="1773"/>
              </a:lnSpc>
            </a:pPr>
            <a:endParaRPr lang="en-US" sz="1285" spc="125">
              <a:solidFill>
                <a:srgbClr val="000000"/>
              </a:solidFill>
              <a:latin typeface="Montserrat Light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3211520" y="3484216"/>
            <a:ext cx="2919458" cy="30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0"/>
              </a:lnSpc>
              <a:spcBef>
                <a:spcPct val="0"/>
              </a:spcBef>
            </a:pPr>
            <a:r>
              <a:rPr lang="en-US" sz="1768" spc="173">
                <a:solidFill>
                  <a:srgbClr val="000000"/>
                </a:solidFill>
                <a:latin typeface="Montserrat Classic"/>
              </a:rPr>
              <a:t>LIFE WITHOUT LIMBS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16212" y="3055198"/>
            <a:ext cx="2745392" cy="358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992"/>
              </a:lnSpc>
              <a:spcBef>
                <a:spcPct val="0"/>
              </a:spcBef>
            </a:pPr>
            <a:r>
              <a:rPr lang="en-US" sz="2168" u="none" strike="noStrike" spc="212">
                <a:solidFill>
                  <a:srgbClr val="000000"/>
                </a:solidFill>
                <a:latin typeface="Montserrat Classic Bold"/>
              </a:rPr>
              <a:t>Project 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259943" y="4109686"/>
            <a:ext cx="1975728" cy="1532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73"/>
              </a:lnSpc>
            </a:pPr>
            <a:r>
              <a:rPr lang="en-US" sz="1285" spc="125">
                <a:solidFill>
                  <a:srgbClr val="000000"/>
                </a:solidFill>
                <a:latin typeface="Montserrat Light"/>
              </a:rPr>
              <a:t>Founder</a:t>
            </a:r>
          </a:p>
          <a:p>
            <a:pPr>
              <a:lnSpc>
                <a:spcPts val="1773"/>
              </a:lnSpc>
            </a:pPr>
            <a:endParaRPr lang="en-US" sz="1285" spc="125">
              <a:solidFill>
                <a:srgbClr val="000000"/>
              </a:solidFill>
              <a:latin typeface="Montserrat Light"/>
            </a:endParaRPr>
          </a:p>
          <a:p>
            <a:pPr>
              <a:lnSpc>
                <a:spcPts val="1773"/>
              </a:lnSpc>
            </a:pPr>
            <a:r>
              <a:rPr lang="en-US" sz="1285" spc="125">
                <a:solidFill>
                  <a:srgbClr val="000000"/>
                </a:solidFill>
                <a:latin typeface="Montserrat Light"/>
              </a:rPr>
              <a:t>Goal: Motivating individuals to overcome challenges</a:t>
            </a:r>
          </a:p>
          <a:p>
            <a:pPr>
              <a:lnSpc>
                <a:spcPts val="1773"/>
              </a:lnSpc>
            </a:pPr>
            <a:endParaRPr lang="en-US" sz="1285" spc="125">
              <a:solidFill>
                <a:srgbClr val="000000"/>
              </a:solidFill>
              <a:latin typeface="Montserrat Light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8316212" y="3484216"/>
            <a:ext cx="3122959" cy="30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0"/>
              </a:lnSpc>
              <a:spcBef>
                <a:spcPct val="0"/>
              </a:spcBef>
            </a:pPr>
            <a:r>
              <a:rPr lang="en-US" sz="1768" spc="173">
                <a:solidFill>
                  <a:srgbClr val="000000"/>
                </a:solidFill>
                <a:latin typeface="Montserrat Classic"/>
              </a:rPr>
              <a:t>ATTITUDE IS ALTITUDE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425567" y="3055198"/>
            <a:ext cx="2745392" cy="358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992"/>
              </a:lnSpc>
              <a:spcBef>
                <a:spcPct val="0"/>
              </a:spcBef>
            </a:pPr>
            <a:r>
              <a:rPr lang="en-US" sz="2168" u="none" strike="noStrike" spc="212">
                <a:solidFill>
                  <a:srgbClr val="000000"/>
                </a:solidFill>
                <a:latin typeface="Montserrat Classic Bold"/>
              </a:rPr>
              <a:t>Project 3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369298" y="4109686"/>
            <a:ext cx="1975728" cy="1532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73"/>
              </a:lnSpc>
            </a:pPr>
            <a:r>
              <a:rPr lang="en-US" sz="1285" spc="125">
                <a:solidFill>
                  <a:srgbClr val="000000"/>
                </a:solidFill>
                <a:latin typeface="Montserrat Light"/>
              </a:rPr>
              <a:t>Involvement in the anti-bullying campaign</a:t>
            </a:r>
          </a:p>
          <a:p>
            <a:pPr>
              <a:lnSpc>
                <a:spcPts val="1773"/>
              </a:lnSpc>
            </a:pPr>
            <a:endParaRPr lang="en-US" sz="1285" spc="125">
              <a:solidFill>
                <a:srgbClr val="000000"/>
              </a:solidFill>
              <a:latin typeface="Montserrat Light"/>
            </a:endParaRPr>
          </a:p>
          <a:p>
            <a:pPr>
              <a:lnSpc>
                <a:spcPts val="1773"/>
              </a:lnSpc>
            </a:pPr>
            <a:r>
              <a:rPr lang="en-US" sz="1285" spc="125">
                <a:solidFill>
                  <a:srgbClr val="000000"/>
                </a:solidFill>
                <a:latin typeface="Montserrat Light"/>
              </a:rPr>
              <a:t>Focus on building resilience.</a:t>
            </a:r>
          </a:p>
          <a:p>
            <a:pPr>
              <a:lnSpc>
                <a:spcPts val="1773"/>
              </a:lnSpc>
            </a:pPr>
            <a:endParaRPr lang="en-US" sz="1285" spc="125">
              <a:solidFill>
                <a:srgbClr val="000000"/>
              </a:solidFill>
              <a:latin typeface="Montserrat Light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3425567" y="3484216"/>
            <a:ext cx="2745392" cy="30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0"/>
              </a:lnSpc>
              <a:spcBef>
                <a:spcPct val="0"/>
              </a:spcBef>
            </a:pPr>
            <a:r>
              <a:rPr lang="en-US" sz="1768" spc="173">
                <a:solidFill>
                  <a:srgbClr val="000000"/>
                </a:solidFill>
                <a:latin typeface="Montserrat Classic"/>
              </a:rPr>
              <a:t>STAND STRONG USA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83214" y="187960"/>
            <a:ext cx="15521572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spc="219">
                <a:solidFill>
                  <a:srgbClr val="040506"/>
                </a:solidFill>
                <a:latin typeface="Arial Bold"/>
              </a:rPr>
              <a:t>PROJECTS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775141" y="1046961"/>
            <a:ext cx="17325513" cy="0"/>
          </a:xfrm>
          <a:prstGeom prst="line">
            <a:avLst/>
          </a:prstGeom>
          <a:ln w="95250" cap="rnd">
            <a:solidFill>
              <a:srgbClr val="04050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762773" y="493560"/>
            <a:ext cx="993054" cy="1311618"/>
          </a:xfrm>
          <a:custGeom>
            <a:avLst/>
            <a:gdLst/>
            <a:ahLst/>
            <a:cxnLst/>
            <a:rect l="l" t="t" r="r" b="b"/>
            <a:pathLst>
              <a:path w="993054" h="1311618">
                <a:moveTo>
                  <a:pt x="0" y="0"/>
                </a:moveTo>
                <a:lnTo>
                  <a:pt x="993054" y="0"/>
                </a:lnTo>
                <a:lnTo>
                  <a:pt x="993054" y="1311617"/>
                </a:lnTo>
                <a:lnTo>
                  <a:pt x="0" y="13116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70" t="-15957" r="-202448" b="-172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83214" y="187960"/>
            <a:ext cx="15521572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spc="219">
                <a:solidFill>
                  <a:srgbClr val="040506"/>
                </a:solidFill>
                <a:latin typeface="Arial Bold"/>
              </a:rPr>
              <a:t>PUBLICATIONS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4190527" cy="10287000"/>
            <a:chOff x="0" y="0"/>
            <a:chExt cx="5587370" cy="13716000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22641" t="15985" r="40664" b="9432"/>
            <a:stretch>
              <a:fillRect/>
            </a:stretch>
          </p:blipFill>
          <p:spPr>
            <a:xfrm>
              <a:off x="0" y="0"/>
              <a:ext cx="5587370" cy="13716000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5252193" y="1662302"/>
            <a:ext cx="12007107" cy="590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2800" dirty="0">
                <a:solidFill>
                  <a:srgbClr val="040506"/>
                </a:solidFill>
                <a:latin typeface="Arial Bold"/>
              </a:rPr>
              <a:t>“Life without Limits (2010)”</a:t>
            </a:r>
          </a:p>
          <a:p>
            <a:pPr algn="just">
              <a:lnSpc>
                <a:spcPts val="4200"/>
              </a:lnSpc>
            </a:pPr>
            <a:r>
              <a:rPr lang="en-US" sz="2800" dirty="0">
                <a:solidFill>
                  <a:srgbClr val="040506"/>
                </a:solidFill>
                <a:latin typeface="Arial"/>
              </a:rPr>
              <a:t> Nick’s first book sharing his story and principles</a:t>
            </a:r>
          </a:p>
          <a:p>
            <a:pPr algn="just">
              <a:lnSpc>
                <a:spcPts val="4200"/>
              </a:lnSpc>
            </a:pPr>
            <a:endParaRPr lang="en-US" sz="2800" dirty="0">
              <a:solidFill>
                <a:srgbClr val="040506"/>
              </a:solidFill>
              <a:latin typeface="Arial"/>
            </a:endParaRPr>
          </a:p>
          <a:p>
            <a:pPr algn="just">
              <a:lnSpc>
                <a:spcPts val="4200"/>
              </a:lnSpc>
            </a:pPr>
            <a:r>
              <a:rPr lang="en-US" sz="2800" dirty="0">
                <a:solidFill>
                  <a:srgbClr val="040506"/>
                </a:solidFill>
                <a:latin typeface="Arial Bold"/>
              </a:rPr>
              <a:t>“Unstoppable (2012)”</a:t>
            </a:r>
          </a:p>
          <a:p>
            <a:pPr algn="just">
              <a:lnSpc>
                <a:spcPts val="4200"/>
              </a:lnSpc>
            </a:pPr>
            <a:r>
              <a:rPr lang="en-US" sz="2800" dirty="0">
                <a:solidFill>
                  <a:srgbClr val="040506"/>
                </a:solidFill>
                <a:latin typeface="Arial Bold"/>
              </a:rPr>
              <a:t> </a:t>
            </a:r>
            <a:r>
              <a:rPr lang="en-US" sz="2800" dirty="0">
                <a:solidFill>
                  <a:srgbClr val="040506"/>
                </a:solidFill>
                <a:latin typeface="Arial"/>
              </a:rPr>
              <a:t>Discussion on the role of faith in overcoming obstacles</a:t>
            </a:r>
          </a:p>
          <a:p>
            <a:pPr algn="just">
              <a:lnSpc>
                <a:spcPts val="4200"/>
              </a:lnSpc>
            </a:pPr>
            <a:endParaRPr lang="en-US" sz="2800" dirty="0">
              <a:solidFill>
                <a:srgbClr val="040506"/>
              </a:solidFill>
              <a:latin typeface="Arial"/>
            </a:endParaRPr>
          </a:p>
          <a:p>
            <a:pPr algn="just">
              <a:lnSpc>
                <a:spcPts val="4200"/>
              </a:lnSpc>
            </a:pPr>
            <a:r>
              <a:rPr lang="en-US" sz="2800" dirty="0">
                <a:solidFill>
                  <a:srgbClr val="040506"/>
                </a:solidFill>
                <a:latin typeface="Arial Bold"/>
              </a:rPr>
              <a:t>“Love without Limits (2014)”</a:t>
            </a:r>
          </a:p>
          <a:p>
            <a:pPr algn="just">
              <a:lnSpc>
                <a:spcPts val="4200"/>
              </a:lnSpc>
            </a:pPr>
            <a:r>
              <a:rPr lang="en-US" sz="2800" dirty="0">
                <a:solidFill>
                  <a:srgbClr val="040506"/>
                </a:solidFill>
                <a:latin typeface="Arial"/>
              </a:rPr>
              <a:t>Co-authored with wife </a:t>
            </a:r>
            <a:r>
              <a:rPr lang="en-US" sz="2800" dirty="0" err="1">
                <a:solidFill>
                  <a:srgbClr val="040506"/>
                </a:solidFill>
                <a:latin typeface="Arial"/>
              </a:rPr>
              <a:t>kanae</a:t>
            </a:r>
            <a:r>
              <a:rPr lang="en-US" sz="2800" dirty="0">
                <a:solidFill>
                  <a:srgbClr val="040506"/>
                </a:solidFill>
                <a:latin typeface="Arial"/>
              </a:rPr>
              <a:t> Vujicic sharing their love story and challenges </a:t>
            </a:r>
          </a:p>
          <a:p>
            <a:pPr algn="just">
              <a:lnSpc>
                <a:spcPts val="4200"/>
              </a:lnSpc>
            </a:pPr>
            <a:endParaRPr lang="en-US" sz="2800" dirty="0">
              <a:solidFill>
                <a:srgbClr val="040506"/>
              </a:solidFill>
              <a:latin typeface="Arial"/>
            </a:endParaRPr>
          </a:p>
          <a:p>
            <a:pPr algn="just">
              <a:lnSpc>
                <a:spcPts val="4200"/>
              </a:lnSpc>
            </a:pPr>
            <a:r>
              <a:rPr lang="en-US" sz="2800" dirty="0">
                <a:solidFill>
                  <a:srgbClr val="040506"/>
                </a:solidFill>
                <a:latin typeface="Arial Bold"/>
              </a:rPr>
              <a:t>“Be The Hands and Feet (2018)”</a:t>
            </a:r>
          </a:p>
          <a:p>
            <a:pPr algn="just">
              <a:lnSpc>
                <a:spcPts val="4200"/>
              </a:lnSpc>
            </a:pPr>
            <a:r>
              <a:rPr lang="en-US" sz="2800" dirty="0">
                <a:solidFill>
                  <a:srgbClr val="040506"/>
                </a:solidFill>
                <a:latin typeface="Arial"/>
              </a:rPr>
              <a:t>Encouraging readers to actively show love and compassion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-775141" y="1046961"/>
            <a:ext cx="17325513" cy="0"/>
          </a:xfrm>
          <a:prstGeom prst="line">
            <a:avLst/>
          </a:prstGeom>
          <a:ln w="95250" cap="rnd">
            <a:solidFill>
              <a:srgbClr val="04050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762773" y="493560"/>
            <a:ext cx="993054" cy="1311618"/>
          </a:xfrm>
          <a:custGeom>
            <a:avLst/>
            <a:gdLst/>
            <a:ahLst/>
            <a:cxnLst/>
            <a:rect l="l" t="t" r="r" b="b"/>
            <a:pathLst>
              <a:path w="993054" h="1311618">
                <a:moveTo>
                  <a:pt x="0" y="0"/>
                </a:moveTo>
                <a:lnTo>
                  <a:pt x="993054" y="0"/>
                </a:lnTo>
                <a:lnTo>
                  <a:pt x="993054" y="1311617"/>
                </a:lnTo>
                <a:lnTo>
                  <a:pt x="0" y="1311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770" t="-15957" r="-202448" b="-172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383214" y="187960"/>
            <a:ext cx="15521572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spc="219">
                <a:solidFill>
                  <a:srgbClr val="040506"/>
                </a:solidFill>
                <a:latin typeface="Arial Bold"/>
              </a:rPr>
              <a:t>CHALLENGES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690877"/>
            <a:ext cx="16230600" cy="789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 Bold"/>
              </a:rPr>
              <a:t>Physical limitations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"/>
              </a:rPr>
              <a:t>Born limbless, Nick Vujicic adapts with devices, showcasing resilience, inspiring others to overcome challenges with a positive mindset.</a:t>
            </a:r>
          </a:p>
          <a:p>
            <a:pPr algn="just">
              <a:lnSpc>
                <a:spcPts val="4199"/>
              </a:lnSpc>
            </a:pPr>
            <a:endParaRPr lang="en-US" sz="2999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 Bold"/>
              </a:rPr>
              <a:t>School harassment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"/>
              </a:rPr>
              <a:t>Nick Vujicic faced school harassment due to his physical differences. Overcoming adversity, he now advocates against bullying, promoting inclusivity.</a:t>
            </a:r>
          </a:p>
          <a:p>
            <a:pPr algn="just">
              <a:lnSpc>
                <a:spcPts val="4199"/>
              </a:lnSpc>
            </a:pPr>
            <a:endParaRPr lang="en-US" sz="2999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 Bold"/>
              </a:rPr>
              <a:t>Emotional Struggle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"/>
              </a:rPr>
              <a:t>Nick Vujicic, impacted by bullying and misconceptions, emphasizes emotional well-being, resilience, and a positive mindset for overcoming challenges.</a:t>
            </a:r>
          </a:p>
          <a:p>
            <a:pPr algn="just">
              <a:lnSpc>
                <a:spcPts val="4199"/>
              </a:lnSpc>
            </a:pPr>
            <a:endParaRPr lang="en-US" sz="2999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 Bold"/>
              </a:rPr>
              <a:t>Loneliness and suicide thoughts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"/>
              </a:rPr>
              <a:t>In adolescence, Nick Vujicic faced loneliness and suicidal thoughts, highlighting the vital role of mental health and resilience in his journey.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543155"/>
            <a:chOff x="0" y="0"/>
            <a:chExt cx="24384000" cy="1405754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214" r="1214"/>
            <a:stretch>
              <a:fillRect/>
            </a:stretch>
          </p:blipFill>
          <p:spPr>
            <a:xfrm>
              <a:off x="0" y="0"/>
              <a:ext cx="24384000" cy="14057540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4136630" y="3939664"/>
            <a:ext cx="10014739" cy="209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99"/>
              </a:lnSpc>
            </a:pPr>
            <a:r>
              <a:rPr lang="en-US" sz="9999" spc="139">
                <a:solidFill>
                  <a:srgbClr val="FFFFFF"/>
                </a:solidFill>
                <a:latin typeface="Gill Sans Display Ultra-Bold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83214" y="7722905"/>
            <a:ext cx="15521572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spc="219">
                <a:solidFill>
                  <a:srgbClr val="FFFFFF"/>
                </a:solidFill>
                <a:latin typeface="Arial Bold"/>
              </a:rPr>
              <a:t>LIFE WITHOUT LIMBS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-775141" y="1046961"/>
            <a:ext cx="17325513" cy="0"/>
          </a:xfrm>
          <a:prstGeom prst="line">
            <a:avLst/>
          </a:prstGeom>
          <a:ln w="95250" cap="rnd">
            <a:solidFill>
              <a:srgbClr val="04050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762773" y="493560"/>
            <a:ext cx="993054" cy="1311618"/>
          </a:xfrm>
          <a:custGeom>
            <a:avLst/>
            <a:gdLst/>
            <a:ahLst/>
            <a:cxnLst/>
            <a:rect l="l" t="t" r="r" b="b"/>
            <a:pathLst>
              <a:path w="993054" h="1311618">
                <a:moveTo>
                  <a:pt x="0" y="0"/>
                </a:moveTo>
                <a:lnTo>
                  <a:pt x="993054" y="0"/>
                </a:lnTo>
                <a:lnTo>
                  <a:pt x="993054" y="1311617"/>
                </a:lnTo>
                <a:lnTo>
                  <a:pt x="0" y="1311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770" t="-15957" r="-202448" b="-172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383214" y="187960"/>
            <a:ext cx="15521572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spc="219">
                <a:solidFill>
                  <a:srgbClr val="040506"/>
                </a:solidFill>
                <a:latin typeface="Arial Bold"/>
              </a:rPr>
              <a:t>REFERENCES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185987"/>
            <a:ext cx="16230600" cy="580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"/>
              </a:rPr>
              <a:t>Home (2023) Nick Vujicic. Available at: https://nickvujicic.com/ (Accessed: 14 November 2023). </a:t>
            </a:r>
          </a:p>
          <a:p>
            <a:pPr algn="just">
              <a:lnSpc>
                <a:spcPts val="4199"/>
              </a:lnSpc>
            </a:pPr>
            <a:endParaRPr lang="en-US" sz="2999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"/>
              </a:rPr>
              <a:t>Inspirational story of Nick Vujicic to warmly move you (2017) Author Voices. Available at: https://authorvoices.com/inspirational-writing/inspirational-story-nick-vujicic-warmly-move/ (Accessed: 15 November 2023). </a:t>
            </a:r>
          </a:p>
          <a:p>
            <a:pPr algn="just">
              <a:lnSpc>
                <a:spcPts val="4199"/>
              </a:lnSpc>
            </a:pPr>
            <a:endParaRPr lang="en-US" sz="2999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"/>
              </a:rPr>
              <a:t>Michael (2023) 11 inspiring facts about Nick Vujicic, Facts.net. Available at: https://facts.net/nick-vujicic-facts/ (Accessed: 14 November 2023). </a:t>
            </a:r>
          </a:p>
          <a:p>
            <a:pPr algn="just">
              <a:lnSpc>
                <a:spcPts val="4199"/>
              </a:lnSpc>
            </a:pPr>
            <a:endParaRPr lang="en-US" sz="2999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"/>
              </a:rPr>
              <a:t>Nick Vujicic (2023) Wikipedia. Available at: https://en.wikipedia.org/wiki/Nick_Vujicic (Accessed: 15 November 2023). 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-775141" y="1046961"/>
            <a:ext cx="17325513" cy="0"/>
          </a:xfrm>
          <a:prstGeom prst="line">
            <a:avLst/>
          </a:prstGeom>
          <a:ln w="95250" cap="rnd">
            <a:solidFill>
              <a:srgbClr val="04050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762773" y="493560"/>
            <a:ext cx="993054" cy="1311618"/>
          </a:xfrm>
          <a:custGeom>
            <a:avLst/>
            <a:gdLst/>
            <a:ahLst/>
            <a:cxnLst/>
            <a:rect l="l" t="t" r="r" b="b"/>
            <a:pathLst>
              <a:path w="993054" h="1311618">
                <a:moveTo>
                  <a:pt x="0" y="0"/>
                </a:moveTo>
                <a:lnTo>
                  <a:pt x="993054" y="0"/>
                </a:lnTo>
                <a:lnTo>
                  <a:pt x="993054" y="1311617"/>
                </a:lnTo>
                <a:lnTo>
                  <a:pt x="0" y="1311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770" t="-15957" r="-202448" b="-172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28700" y="4142224"/>
            <a:ext cx="5133653" cy="5133653"/>
          </a:xfrm>
          <a:custGeom>
            <a:avLst/>
            <a:gdLst/>
            <a:ahLst/>
            <a:cxnLst/>
            <a:rect l="l" t="t" r="r" b="b"/>
            <a:pathLst>
              <a:path w="5133653" h="5133653">
                <a:moveTo>
                  <a:pt x="0" y="0"/>
                </a:moveTo>
                <a:lnTo>
                  <a:pt x="5133653" y="0"/>
                </a:lnTo>
                <a:lnTo>
                  <a:pt x="5133653" y="5133654"/>
                </a:lnTo>
                <a:lnTo>
                  <a:pt x="0" y="5133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383214" y="4462462"/>
            <a:ext cx="15521572" cy="1133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spc="449">
                <a:solidFill>
                  <a:srgbClr val="040506"/>
                </a:solidFill>
                <a:latin typeface="Arial Bold"/>
              </a:rPr>
              <a:t>ANY QUESTIONS!?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9420" y="8263127"/>
            <a:ext cx="2799147" cy="440074"/>
          </a:xfrm>
          <a:custGeom>
            <a:avLst/>
            <a:gdLst/>
            <a:ahLst/>
            <a:cxnLst/>
            <a:rect l="l" t="t" r="r" b="b"/>
            <a:pathLst>
              <a:path w="2799147" h="440074">
                <a:moveTo>
                  <a:pt x="0" y="0"/>
                </a:moveTo>
                <a:lnTo>
                  <a:pt x="2799147" y="0"/>
                </a:lnTo>
                <a:lnTo>
                  <a:pt x="2799147" y="440074"/>
                </a:lnTo>
                <a:lnTo>
                  <a:pt x="0" y="44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9659420" y="5607622"/>
            <a:ext cx="2799147" cy="2799147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3"/>
              <a:stretch>
                <a:fillRect l="-66789" r="-1102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9659420" y="4799097"/>
            <a:ext cx="2799147" cy="440074"/>
          </a:xfrm>
          <a:custGeom>
            <a:avLst/>
            <a:gdLst/>
            <a:ahLst/>
            <a:cxnLst/>
            <a:rect l="l" t="t" r="r" b="b"/>
            <a:pathLst>
              <a:path w="2799147" h="440074">
                <a:moveTo>
                  <a:pt x="0" y="0"/>
                </a:moveTo>
                <a:lnTo>
                  <a:pt x="2799147" y="0"/>
                </a:lnTo>
                <a:lnTo>
                  <a:pt x="2799147" y="440074"/>
                </a:lnTo>
                <a:lnTo>
                  <a:pt x="0" y="44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9659420" y="2143592"/>
            <a:ext cx="2799147" cy="2799147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4"/>
              <a:stretch>
                <a:fillRect l="-7435" r="-4252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2179183" y="6826068"/>
            <a:ext cx="6851587" cy="1077187"/>
          </a:xfrm>
          <a:custGeom>
            <a:avLst/>
            <a:gdLst/>
            <a:ahLst/>
            <a:cxnLst/>
            <a:rect l="l" t="t" r="r" b="b"/>
            <a:pathLst>
              <a:path w="6851587" h="1077187">
                <a:moveTo>
                  <a:pt x="0" y="0"/>
                </a:moveTo>
                <a:lnTo>
                  <a:pt x="6851587" y="0"/>
                </a:lnTo>
                <a:lnTo>
                  <a:pt x="6851587" y="1077187"/>
                </a:lnTo>
                <a:lnTo>
                  <a:pt x="0" y="1077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2240447" y="3594570"/>
            <a:ext cx="6790323" cy="3819509"/>
            <a:chOff x="0" y="0"/>
            <a:chExt cx="1128903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287761" cy="6350000"/>
            </a:xfrm>
            <a:custGeom>
              <a:avLst/>
              <a:gdLst/>
              <a:ahLst/>
              <a:cxnLst/>
              <a:rect l="l" t="t" r="r" b="b"/>
              <a:pathLst>
                <a:path w="11287761" h="635000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1" y="0"/>
                    <a:pt x="11287761" y="234950"/>
                    <a:pt x="11287761" y="525780"/>
                  </a:cubicBezTo>
                  <a:lnTo>
                    <a:pt x="11287761" y="5822950"/>
                  </a:lnTo>
                  <a:cubicBezTo>
                    <a:pt x="11287761" y="6113780"/>
                    <a:pt x="11052811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ubicBezTo>
                    <a:pt x="0" y="5824220"/>
                    <a:pt x="0" y="5824220"/>
                    <a:pt x="0" y="5824220"/>
                  </a:cubicBezTo>
                  <a:close/>
                </a:path>
              </a:pathLst>
            </a:custGeom>
            <a:blipFill>
              <a:blip r:embed="rId5">
                <a:alphaModFix amt="72000"/>
              </a:blip>
              <a:stretch>
                <a:fillRect t="-4" b="-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924060" y="9846926"/>
            <a:ext cx="2799147" cy="440074"/>
          </a:xfrm>
          <a:custGeom>
            <a:avLst/>
            <a:gdLst/>
            <a:ahLst/>
            <a:cxnLst/>
            <a:rect l="l" t="t" r="r" b="b"/>
            <a:pathLst>
              <a:path w="2799147" h="440074">
                <a:moveTo>
                  <a:pt x="0" y="0"/>
                </a:moveTo>
                <a:lnTo>
                  <a:pt x="2799146" y="0"/>
                </a:lnTo>
                <a:lnTo>
                  <a:pt x="2799146" y="440074"/>
                </a:lnTo>
                <a:lnTo>
                  <a:pt x="0" y="44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2924060" y="7191421"/>
            <a:ext cx="2799147" cy="2799147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6"/>
              <a:stretch>
                <a:fillRect l="-38906" r="-3890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2924060" y="6382896"/>
            <a:ext cx="2799147" cy="440074"/>
          </a:xfrm>
          <a:custGeom>
            <a:avLst/>
            <a:gdLst/>
            <a:ahLst/>
            <a:cxnLst/>
            <a:rect l="l" t="t" r="r" b="b"/>
            <a:pathLst>
              <a:path w="2799147" h="440074">
                <a:moveTo>
                  <a:pt x="0" y="0"/>
                </a:moveTo>
                <a:lnTo>
                  <a:pt x="2799146" y="0"/>
                </a:lnTo>
                <a:lnTo>
                  <a:pt x="2799146" y="440074"/>
                </a:lnTo>
                <a:lnTo>
                  <a:pt x="0" y="44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2924060" y="3727391"/>
            <a:ext cx="2799147" cy="2799147"/>
            <a:chOff x="0" y="0"/>
            <a:chExt cx="6350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7"/>
              <a:stretch>
                <a:fillRect l="-23320" t="-11998" r="-11512" b="-9021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2924060" y="2915843"/>
            <a:ext cx="2799147" cy="440074"/>
          </a:xfrm>
          <a:custGeom>
            <a:avLst/>
            <a:gdLst/>
            <a:ahLst/>
            <a:cxnLst/>
            <a:rect l="l" t="t" r="r" b="b"/>
            <a:pathLst>
              <a:path w="2799147" h="440074">
                <a:moveTo>
                  <a:pt x="0" y="0"/>
                </a:moveTo>
                <a:lnTo>
                  <a:pt x="2799146" y="0"/>
                </a:lnTo>
                <a:lnTo>
                  <a:pt x="2799146" y="440073"/>
                </a:lnTo>
                <a:lnTo>
                  <a:pt x="0" y="440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2924060" y="260338"/>
            <a:ext cx="2799147" cy="2799147"/>
            <a:chOff x="0" y="0"/>
            <a:chExt cx="6350000" cy="635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8"/>
              <a:stretch>
                <a:fillRect r="-1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189931" y="7929174"/>
            <a:ext cx="2799147" cy="440074"/>
          </a:xfrm>
          <a:custGeom>
            <a:avLst/>
            <a:gdLst/>
            <a:ahLst/>
            <a:cxnLst/>
            <a:rect l="l" t="t" r="r" b="b"/>
            <a:pathLst>
              <a:path w="2799147" h="440074">
                <a:moveTo>
                  <a:pt x="0" y="0"/>
                </a:moveTo>
                <a:lnTo>
                  <a:pt x="2799147" y="0"/>
                </a:lnTo>
                <a:lnTo>
                  <a:pt x="2799147" y="440073"/>
                </a:lnTo>
                <a:lnTo>
                  <a:pt x="0" y="440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16189931" y="5273669"/>
            <a:ext cx="2799147" cy="2799147"/>
            <a:chOff x="0" y="0"/>
            <a:chExt cx="6350000" cy="6350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9"/>
              <a:stretch>
                <a:fillRect l="-10" r="-1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6189931" y="4465144"/>
            <a:ext cx="2799147" cy="440074"/>
          </a:xfrm>
          <a:custGeom>
            <a:avLst/>
            <a:gdLst/>
            <a:ahLst/>
            <a:cxnLst/>
            <a:rect l="l" t="t" r="r" b="b"/>
            <a:pathLst>
              <a:path w="2799147" h="440074">
                <a:moveTo>
                  <a:pt x="0" y="0"/>
                </a:moveTo>
                <a:lnTo>
                  <a:pt x="2799147" y="0"/>
                </a:lnTo>
                <a:lnTo>
                  <a:pt x="2799147" y="440073"/>
                </a:lnTo>
                <a:lnTo>
                  <a:pt x="0" y="440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16189931" y="1809639"/>
            <a:ext cx="2799147" cy="2799147"/>
            <a:chOff x="0" y="0"/>
            <a:chExt cx="6350000" cy="6350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10"/>
              <a:stretch>
                <a:fillRect l="-8281" t="-2844" b="-5989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Freeform 26"/>
          <p:cNvSpPr/>
          <p:nvPr/>
        </p:nvSpPr>
        <p:spPr>
          <a:xfrm>
            <a:off x="16189931" y="998090"/>
            <a:ext cx="2799147" cy="440074"/>
          </a:xfrm>
          <a:custGeom>
            <a:avLst/>
            <a:gdLst/>
            <a:ahLst/>
            <a:cxnLst/>
            <a:rect l="l" t="t" r="r" b="b"/>
            <a:pathLst>
              <a:path w="2799147" h="440074">
                <a:moveTo>
                  <a:pt x="0" y="0"/>
                </a:moveTo>
                <a:lnTo>
                  <a:pt x="2799147" y="0"/>
                </a:lnTo>
                <a:lnTo>
                  <a:pt x="2799147" y="440074"/>
                </a:lnTo>
                <a:lnTo>
                  <a:pt x="0" y="44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6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16189931" y="-1657415"/>
            <a:ext cx="2799147" cy="2799147"/>
            <a:chOff x="0" y="0"/>
            <a:chExt cx="6350000" cy="6350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11"/>
              <a:stretch>
                <a:fillRect t="-167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>
            <a:grpSpLocks noChangeAspect="1"/>
          </p:cNvGrpSpPr>
          <p:nvPr/>
        </p:nvGrpSpPr>
        <p:grpSpPr>
          <a:xfrm>
            <a:off x="16189931" y="8703201"/>
            <a:ext cx="2799147" cy="2799147"/>
            <a:chOff x="0" y="0"/>
            <a:chExt cx="6350000" cy="6350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12"/>
              <a:stretch>
                <a:fillRect l="-61212" r="-1660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Freeform 31"/>
          <p:cNvSpPr/>
          <p:nvPr/>
        </p:nvSpPr>
        <p:spPr>
          <a:xfrm>
            <a:off x="4076227" y="1659911"/>
            <a:ext cx="3057498" cy="1717926"/>
          </a:xfrm>
          <a:custGeom>
            <a:avLst/>
            <a:gdLst/>
            <a:ahLst/>
            <a:cxnLst/>
            <a:rect l="l" t="t" r="r" b="b"/>
            <a:pathLst>
              <a:path w="3057498" h="1717926">
                <a:moveTo>
                  <a:pt x="0" y="0"/>
                </a:moveTo>
                <a:lnTo>
                  <a:pt x="3057498" y="0"/>
                </a:lnTo>
                <a:lnTo>
                  <a:pt x="3057498" y="1717926"/>
                </a:lnTo>
                <a:lnTo>
                  <a:pt x="0" y="171792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2521025" y="4923884"/>
            <a:ext cx="6229167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8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Archivo Black"/>
              </a:rPr>
              <a:t>THANK YOU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-775141" y="1046961"/>
            <a:ext cx="17325513" cy="0"/>
          </a:xfrm>
          <a:prstGeom prst="line">
            <a:avLst/>
          </a:prstGeom>
          <a:ln w="95250" cap="rnd">
            <a:solidFill>
              <a:srgbClr val="04050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762773" y="493560"/>
            <a:ext cx="993054" cy="1311618"/>
          </a:xfrm>
          <a:custGeom>
            <a:avLst/>
            <a:gdLst/>
            <a:ahLst/>
            <a:cxnLst/>
            <a:rect l="l" t="t" r="r" b="b"/>
            <a:pathLst>
              <a:path w="993054" h="1311618">
                <a:moveTo>
                  <a:pt x="0" y="0"/>
                </a:moveTo>
                <a:lnTo>
                  <a:pt x="993054" y="0"/>
                </a:lnTo>
                <a:lnTo>
                  <a:pt x="993054" y="1311617"/>
                </a:lnTo>
                <a:lnTo>
                  <a:pt x="0" y="1311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770" t="-15957" r="-202448" b="-172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383214" y="187960"/>
            <a:ext cx="15521572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spc="219">
                <a:solidFill>
                  <a:srgbClr val="040506"/>
                </a:solidFill>
                <a:latin typeface="Arial Bold"/>
              </a:rPr>
              <a:t>OUR TEAM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3511312" y="1805177"/>
            <a:ext cx="3747988" cy="4263118"/>
            <a:chOff x="0" y="0"/>
            <a:chExt cx="4997318" cy="5684156"/>
          </a:xfrm>
        </p:grpSpPr>
        <p:sp>
          <p:nvSpPr>
            <p:cNvPr id="7" name="TextBox 7"/>
            <p:cNvSpPr txBox="1"/>
            <p:nvPr/>
          </p:nvSpPr>
          <p:spPr>
            <a:xfrm>
              <a:off x="0" y="3592558"/>
              <a:ext cx="4997318" cy="20915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040506"/>
                  </a:solidFill>
                  <a:latin typeface="Arial"/>
                </a:rPr>
                <a:t>Project &amp; Publications</a:t>
              </a:r>
            </a:p>
            <a:p>
              <a:pPr algn="ctr">
                <a:lnSpc>
                  <a:spcPts val="4200"/>
                </a:lnSpc>
              </a:pPr>
              <a:r>
                <a:rPr lang="en-US" sz="3000" dirty="0" err="1">
                  <a:solidFill>
                    <a:srgbClr val="040506"/>
                  </a:solidFill>
                  <a:latin typeface="Arial"/>
                </a:rPr>
                <a:t>Nuran</a:t>
              </a:r>
              <a:r>
                <a:rPr lang="en-US" sz="3000" dirty="0">
                  <a:solidFill>
                    <a:srgbClr val="040506"/>
                  </a:solidFill>
                  <a:latin typeface="Arial"/>
                </a:rPr>
                <a:t> </a:t>
              </a:r>
              <a:r>
                <a:rPr lang="en-US" sz="3000" dirty="0" err="1">
                  <a:solidFill>
                    <a:srgbClr val="040506"/>
                  </a:solidFill>
                  <a:latin typeface="Arial"/>
                </a:rPr>
                <a:t>Chandrasekara</a:t>
              </a:r>
              <a:endParaRPr lang="en-US" sz="3000" dirty="0">
                <a:solidFill>
                  <a:srgbClr val="040506"/>
                </a:solidFill>
                <a:latin typeface="Arial"/>
              </a:endParaRPr>
            </a:p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040506"/>
                  </a:solidFill>
                  <a:latin typeface="Arial"/>
                </a:rPr>
                <a:t>20221926</a:t>
              </a:r>
            </a:p>
          </p:txBody>
        </p:sp>
        <p:grpSp>
          <p:nvGrpSpPr>
            <p:cNvPr id="8" name="Group 8"/>
            <p:cNvGrpSpPr>
              <a:grpSpLocks noChangeAspect="1"/>
            </p:cNvGrpSpPr>
            <p:nvPr/>
          </p:nvGrpSpPr>
          <p:grpSpPr>
            <a:xfrm>
              <a:off x="868454" y="0"/>
              <a:ext cx="3097852" cy="3085751"/>
              <a:chOff x="0" y="0"/>
              <a:chExt cx="6502400" cy="6477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-23042" y="119185"/>
                <a:ext cx="6542159" cy="6244242"/>
              </a:xfrm>
              <a:custGeom>
                <a:avLst/>
                <a:gdLst/>
                <a:ahLst/>
                <a:cxnLst/>
                <a:rect l="l" t="t" r="r" b="b"/>
                <a:pathLst>
                  <a:path w="6542159" h="6244242">
                    <a:moveTo>
                      <a:pt x="3271080" y="4996"/>
                    </a:moveTo>
                    <a:cubicBezTo>
                      <a:pt x="2154117" y="0"/>
                      <a:pt x="1119857" y="593026"/>
                      <a:pt x="559929" y="1559521"/>
                    </a:cubicBezTo>
                    <a:cubicBezTo>
                      <a:pt x="0" y="2526015"/>
                      <a:pt x="0" y="3718228"/>
                      <a:pt x="559929" y="4684723"/>
                    </a:cubicBezTo>
                    <a:cubicBezTo>
                      <a:pt x="1119857" y="5651217"/>
                      <a:pt x="2154117" y="6244243"/>
                      <a:pt x="3271080" y="6239248"/>
                    </a:cubicBezTo>
                    <a:cubicBezTo>
                      <a:pt x="4388043" y="6244243"/>
                      <a:pt x="5422303" y="5651217"/>
                      <a:pt x="5982231" y="4684723"/>
                    </a:cubicBezTo>
                    <a:cubicBezTo>
                      <a:pt x="6542160" y="3718229"/>
                      <a:pt x="6542160" y="2526015"/>
                      <a:pt x="5982231" y="1559521"/>
                    </a:cubicBezTo>
                    <a:cubicBezTo>
                      <a:pt x="5422303" y="593027"/>
                      <a:pt x="4388043" y="1"/>
                      <a:pt x="3271080" y="4996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223" t="-50" r="223" b="-5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73038" y="66269"/>
                <a:ext cx="6350000" cy="6349987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87">
                    <a:moveTo>
                      <a:pt x="3175000" y="6349987"/>
                    </a:moveTo>
                    <a:cubicBezTo>
                      <a:pt x="1424279" y="6349987"/>
                      <a:pt x="0" y="4925733"/>
                      <a:pt x="0" y="3175038"/>
                    </a:cubicBezTo>
                    <a:cubicBezTo>
                      <a:pt x="0" y="1424317"/>
                      <a:pt x="1424292" y="0"/>
                      <a:pt x="3175000" y="0"/>
                    </a:cubicBezTo>
                    <a:cubicBezTo>
                      <a:pt x="4925733" y="0"/>
                      <a:pt x="6350000" y="1424330"/>
                      <a:pt x="6350000" y="3175038"/>
                    </a:cubicBezTo>
                    <a:cubicBezTo>
                      <a:pt x="6350000" y="4925720"/>
                      <a:pt x="4925733" y="6349987"/>
                      <a:pt x="3175000" y="6349987"/>
                    </a:cubicBezTo>
                    <a:close/>
                    <a:moveTo>
                      <a:pt x="3175000" y="115760"/>
                    </a:moveTo>
                    <a:cubicBezTo>
                      <a:pt x="1488135" y="115760"/>
                      <a:pt x="115760" y="1488148"/>
                      <a:pt x="115760" y="3175038"/>
                    </a:cubicBezTo>
                    <a:cubicBezTo>
                      <a:pt x="115760" y="4861915"/>
                      <a:pt x="1488135" y="6234265"/>
                      <a:pt x="3175000" y="6234265"/>
                    </a:cubicBezTo>
                    <a:cubicBezTo>
                      <a:pt x="4861852" y="6234265"/>
                      <a:pt x="6234265" y="4861890"/>
                      <a:pt x="6234265" y="3175038"/>
                    </a:cubicBezTo>
                    <a:cubicBezTo>
                      <a:pt x="6234265" y="1488148"/>
                      <a:pt x="4861852" y="115760"/>
                      <a:pt x="3175000" y="115760"/>
                    </a:cubicBezTo>
                    <a:close/>
                  </a:path>
                </a:pathLst>
              </a:custGeom>
              <a:solidFill>
                <a:srgbClr val="040506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1028700" y="1805177"/>
            <a:ext cx="3747988" cy="4263118"/>
            <a:chOff x="0" y="0"/>
            <a:chExt cx="4997318" cy="5684156"/>
          </a:xfrm>
        </p:grpSpPr>
        <p:sp>
          <p:nvSpPr>
            <p:cNvPr id="12" name="TextBox 12"/>
            <p:cNvSpPr txBox="1"/>
            <p:nvPr/>
          </p:nvSpPr>
          <p:spPr>
            <a:xfrm>
              <a:off x="0" y="3592558"/>
              <a:ext cx="4997318" cy="20915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040506"/>
                  </a:solidFill>
                  <a:latin typeface="Arial"/>
                </a:rPr>
                <a:t>Conclusion :</a:t>
              </a:r>
            </a:p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040506"/>
                  </a:solidFill>
                  <a:latin typeface="Arial"/>
                </a:rPr>
                <a:t>Pujana Rathnayake </a:t>
              </a:r>
            </a:p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040506"/>
                  </a:solidFill>
                  <a:latin typeface="Arial"/>
                </a:rPr>
                <a:t>20222362</a:t>
              </a:r>
            </a:p>
          </p:txBody>
        </p:sp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868454" y="0"/>
              <a:ext cx="3097852" cy="3085751"/>
              <a:chOff x="0" y="0"/>
              <a:chExt cx="6502400" cy="6477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-23042" y="119185"/>
                <a:ext cx="6542159" cy="6244242"/>
              </a:xfrm>
              <a:custGeom>
                <a:avLst/>
                <a:gdLst/>
                <a:ahLst/>
                <a:cxnLst/>
                <a:rect l="l" t="t" r="r" b="b"/>
                <a:pathLst>
                  <a:path w="6542159" h="6244242">
                    <a:moveTo>
                      <a:pt x="3271080" y="4996"/>
                    </a:moveTo>
                    <a:cubicBezTo>
                      <a:pt x="2154117" y="0"/>
                      <a:pt x="1119857" y="593026"/>
                      <a:pt x="559929" y="1559521"/>
                    </a:cubicBezTo>
                    <a:cubicBezTo>
                      <a:pt x="0" y="2526015"/>
                      <a:pt x="0" y="3718228"/>
                      <a:pt x="559929" y="4684723"/>
                    </a:cubicBezTo>
                    <a:cubicBezTo>
                      <a:pt x="1119857" y="5651217"/>
                      <a:pt x="2154117" y="6244243"/>
                      <a:pt x="3271080" y="6239248"/>
                    </a:cubicBezTo>
                    <a:cubicBezTo>
                      <a:pt x="4388043" y="6244243"/>
                      <a:pt x="5422303" y="5651217"/>
                      <a:pt x="5982231" y="4684723"/>
                    </a:cubicBezTo>
                    <a:cubicBezTo>
                      <a:pt x="6542160" y="3718229"/>
                      <a:pt x="6542160" y="2526015"/>
                      <a:pt x="5982231" y="1559521"/>
                    </a:cubicBezTo>
                    <a:cubicBezTo>
                      <a:pt x="5422303" y="593027"/>
                      <a:pt x="4388043" y="1"/>
                      <a:pt x="3271080" y="4996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223" t="-50" r="223" b="-5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73038" y="66269"/>
                <a:ext cx="6350000" cy="6349987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87">
                    <a:moveTo>
                      <a:pt x="3175000" y="6349987"/>
                    </a:moveTo>
                    <a:cubicBezTo>
                      <a:pt x="1424279" y="6349987"/>
                      <a:pt x="0" y="4925733"/>
                      <a:pt x="0" y="3175038"/>
                    </a:cubicBezTo>
                    <a:cubicBezTo>
                      <a:pt x="0" y="1424317"/>
                      <a:pt x="1424292" y="0"/>
                      <a:pt x="3175000" y="0"/>
                    </a:cubicBezTo>
                    <a:cubicBezTo>
                      <a:pt x="4925733" y="0"/>
                      <a:pt x="6350000" y="1424330"/>
                      <a:pt x="6350000" y="3175038"/>
                    </a:cubicBezTo>
                    <a:cubicBezTo>
                      <a:pt x="6350000" y="4925720"/>
                      <a:pt x="4925733" y="6349987"/>
                      <a:pt x="3175000" y="6349987"/>
                    </a:cubicBezTo>
                    <a:close/>
                    <a:moveTo>
                      <a:pt x="3175000" y="115760"/>
                    </a:moveTo>
                    <a:cubicBezTo>
                      <a:pt x="1488135" y="115760"/>
                      <a:pt x="115760" y="1488148"/>
                      <a:pt x="115760" y="3175038"/>
                    </a:cubicBezTo>
                    <a:cubicBezTo>
                      <a:pt x="115760" y="4861915"/>
                      <a:pt x="1488135" y="6234265"/>
                      <a:pt x="3175000" y="6234265"/>
                    </a:cubicBezTo>
                    <a:cubicBezTo>
                      <a:pt x="4861852" y="6234265"/>
                      <a:pt x="6234265" y="4861890"/>
                      <a:pt x="6234265" y="3175038"/>
                    </a:cubicBezTo>
                    <a:cubicBezTo>
                      <a:pt x="6234265" y="1488148"/>
                      <a:pt x="4861852" y="115760"/>
                      <a:pt x="3175000" y="115760"/>
                    </a:cubicBezTo>
                    <a:close/>
                  </a:path>
                </a:pathLst>
              </a:custGeom>
              <a:solidFill>
                <a:srgbClr val="040506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7270006" y="1805177"/>
            <a:ext cx="3747988" cy="4263118"/>
            <a:chOff x="0" y="0"/>
            <a:chExt cx="4997318" cy="5684156"/>
          </a:xfrm>
        </p:grpSpPr>
        <p:sp>
          <p:nvSpPr>
            <p:cNvPr id="17" name="TextBox 17"/>
            <p:cNvSpPr txBox="1"/>
            <p:nvPr/>
          </p:nvSpPr>
          <p:spPr>
            <a:xfrm>
              <a:off x="0" y="3592558"/>
              <a:ext cx="4997318" cy="20915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040506"/>
                  </a:solidFill>
                  <a:latin typeface="Arial"/>
                </a:rPr>
                <a:t>Present Life: </a:t>
              </a:r>
            </a:p>
            <a:p>
              <a:pPr algn="ctr">
                <a:lnSpc>
                  <a:spcPts val="4200"/>
                </a:lnSpc>
              </a:pPr>
              <a:r>
                <a:rPr lang="en-US" sz="3000" dirty="0" err="1">
                  <a:solidFill>
                    <a:srgbClr val="040506"/>
                  </a:solidFill>
                  <a:latin typeface="Arial"/>
                </a:rPr>
                <a:t>Mohomad</a:t>
              </a:r>
              <a:r>
                <a:rPr lang="en-US" sz="3000" dirty="0">
                  <a:solidFill>
                    <a:srgbClr val="040506"/>
                  </a:solidFill>
                  <a:latin typeface="Arial"/>
                </a:rPr>
                <a:t> </a:t>
              </a:r>
              <a:r>
                <a:rPr lang="en-US" sz="3000" dirty="0" err="1">
                  <a:solidFill>
                    <a:srgbClr val="040506"/>
                  </a:solidFill>
                  <a:latin typeface="Arial"/>
                </a:rPr>
                <a:t>Huzrin</a:t>
              </a:r>
              <a:endParaRPr lang="en-US" sz="3000" dirty="0">
                <a:solidFill>
                  <a:srgbClr val="040506"/>
                </a:solidFill>
                <a:latin typeface="Arial"/>
              </a:endParaRPr>
            </a:p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040506"/>
                  </a:solidFill>
                  <a:latin typeface="Arial"/>
                </a:rPr>
                <a:t>20222269</a:t>
              </a:r>
            </a:p>
          </p:txBody>
        </p:sp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868454" y="0"/>
              <a:ext cx="3097852" cy="3085751"/>
              <a:chOff x="0" y="0"/>
              <a:chExt cx="6502400" cy="6477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-23042" y="119185"/>
                <a:ext cx="6542159" cy="6244242"/>
              </a:xfrm>
              <a:custGeom>
                <a:avLst/>
                <a:gdLst/>
                <a:ahLst/>
                <a:cxnLst/>
                <a:rect l="l" t="t" r="r" b="b"/>
                <a:pathLst>
                  <a:path w="6542159" h="6244242">
                    <a:moveTo>
                      <a:pt x="3271080" y="4996"/>
                    </a:moveTo>
                    <a:cubicBezTo>
                      <a:pt x="2154117" y="0"/>
                      <a:pt x="1119857" y="593026"/>
                      <a:pt x="559929" y="1559521"/>
                    </a:cubicBezTo>
                    <a:cubicBezTo>
                      <a:pt x="0" y="2526015"/>
                      <a:pt x="0" y="3718228"/>
                      <a:pt x="559929" y="4684723"/>
                    </a:cubicBezTo>
                    <a:cubicBezTo>
                      <a:pt x="1119857" y="5651217"/>
                      <a:pt x="2154117" y="6244243"/>
                      <a:pt x="3271080" y="6239248"/>
                    </a:cubicBezTo>
                    <a:cubicBezTo>
                      <a:pt x="4388043" y="6244243"/>
                      <a:pt x="5422303" y="5651217"/>
                      <a:pt x="5982231" y="4684723"/>
                    </a:cubicBezTo>
                    <a:cubicBezTo>
                      <a:pt x="6542160" y="3718229"/>
                      <a:pt x="6542160" y="2526015"/>
                      <a:pt x="5982231" y="1559521"/>
                    </a:cubicBezTo>
                    <a:cubicBezTo>
                      <a:pt x="5422303" y="593027"/>
                      <a:pt x="4388043" y="1"/>
                      <a:pt x="3271080" y="4996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223" t="-50" r="223" b="-5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73038" y="66269"/>
                <a:ext cx="6350000" cy="6349987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87">
                    <a:moveTo>
                      <a:pt x="3175000" y="6349987"/>
                    </a:moveTo>
                    <a:cubicBezTo>
                      <a:pt x="1424279" y="6349987"/>
                      <a:pt x="0" y="4925733"/>
                      <a:pt x="0" y="3175038"/>
                    </a:cubicBezTo>
                    <a:cubicBezTo>
                      <a:pt x="0" y="1424317"/>
                      <a:pt x="1424292" y="0"/>
                      <a:pt x="3175000" y="0"/>
                    </a:cubicBezTo>
                    <a:cubicBezTo>
                      <a:pt x="4925733" y="0"/>
                      <a:pt x="6350000" y="1424330"/>
                      <a:pt x="6350000" y="3175038"/>
                    </a:cubicBezTo>
                    <a:cubicBezTo>
                      <a:pt x="6350000" y="4925720"/>
                      <a:pt x="4925733" y="6349987"/>
                      <a:pt x="3175000" y="6349987"/>
                    </a:cubicBezTo>
                    <a:close/>
                    <a:moveTo>
                      <a:pt x="3175000" y="115760"/>
                    </a:moveTo>
                    <a:cubicBezTo>
                      <a:pt x="1488135" y="115760"/>
                      <a:pt x="115760" y="1488148"/>
                      <a:pt x="115760" y="3175038"/>
                    </a:cubicBezTo>
                    <a:cubicBezTo>
                      <a:pt x="115760" y="4861915"/>
                      <a:pt x="1488135" y="6234265"/>
                      <a:pt x="3175000" y="6234265"/>
                    </a:cubicBezTo>
                    <a:cubicBezTo>
                      <a:pt x="4861852" y="6234265"/>
                      <a:pt x="6234265" y="4861890"/>
                      <a:pt x="6234265" y="3175038"/>
                    </a:cubicBezTo>
                    <a:cubicBezTo>
                      <a:pt x="6234265" y="1488148"/>
                      <a:pt x="4861852" y="115760"/>
                      <a:pt x="3175000" y="115760"/>
                    </a:cubicBezTo>
                    <a:close/>
                  </a:path>
                </a:pathLst>
              </a:custGeom>
              <a:solidFill>
                <a:srgbClr val="040506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>
            <a:off x="10390658" y="5822863"/>
            <a:ext cx="4315941" cy="4263118"/>
            <a:chOff x="-1" y="0"/>
            <a:chExt cx="5754589" cy="5684156"/>
          </a:xfrm>
        </p:grpSpPr>
        <p:sp>
          <p:nvSpPr>
            <p:cNvPr id="22" name="TextBox 22"/>
            <p:cNvSpPr txBox="1"/>
            <p:nvPr/>
          </p:nvSpPr>
          <p:spPr>
            <a:xfrm>
              <a:off x="-1" y="3592558"/>
              <a:ext cx="5754589" cy="20915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040506"/>
                  </a:solidFill>
                  <a:latin typeface="Arial"/>
                </a:rPr>
                <a:t>Introduction &amp; Early life:</a:t>
              </a:r>
            </a:p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040506"/>
                  </a:solidFill>
                  <a:latin typeface="Arial"/>
                </a:rPr>
                <a:t>Saad Mazhar</a:t>
              </a:r>
            </a:p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040506"/>
                  </a:solidFill>
                  <a:latin typeface="Arial"/>
                </a:rPr>
                <a:t>20221804</a:t>
              </a:r>
            </a:p>
          </p:txBody>
        </p:sp>
        <p:grpSp>
          <p:nvGrpSpPr>
            <p:cNvPr id="23" name="Group 23"/>
            <p:cNvGrpSpPr>
              <a:grpSpLocks noChangeAspect="1"/>
            </p:cNvGrpSpPr>
            <p:nvPr/>
          </p:nvGrpSpPr>
          <p:grpSpPr>
            <a:xfrm>
              <a:off x="868454" y="0"/>
              <a:ext cx="3097852" cy="3085751"/>
              <a:chOff x="0" y="0"/>
              <a:chExt cx="6502400" cy="6477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-23042" y="119185"/>
                <a:ext cx="6542159" cy="6244242"/>
              </a:xfrm>
              <a:custGeom>
                <a:avLst/>
                <a:gdLst/>
                <a:ahLst/>
                <a:cxnLst/>
                <a:rect l="l" t="t" r="r" b="b"/>
                <a:pathLst>
                  <a:path w="6542159" h="6244242">
                    <a:moveTo>
                      <a:pt x="3271080" y="4996"/>
                    </a:moveTo>
                    <a:cubicBezTo>
                      <a:pt x="2154117" y="0"/>
                      <a:pt x="1119857" y="593026"/>
                      <a:pt x="559929" y="1559521"/>
                    </a:cubicBezTo>
                    <a:cubicBezTo>
                      <a:pt x="0" y="2526015"/>
                      <a:pt x="0" y="3718228"/>
                      <a:pt x="559929" y="4684723"/>
                    </a:cubicBezTo>
                    <a:cubicBezTo>
                      <a:pt x="1119857" y="5651217"/>
                      <a:pt x="2154117" y="6244243"/>
                      <a:pt x="3271080" y="6239248"/>
                    </a:cubicBezTo>
                    <a:cubicBezTo>
                      <a:pt x="4388043" y="6244243"/>
                      <a:pt x="5422303" y="5651217"/>
                      <a:pt x="5982231" y="4684723"/>
                    </a:cubicBezTo>
                    <a:cubicBezTo>
                      <a:pt x="6542160" y="3718229"/>
                      <a:pt x="6542160" y="2526015"/>
                      <a:pt x="5982231" y="1559521"/>
                    </a:cubicBezTo>
                    <a:cubicBezTo>
                      <a:pt x="5422303" y="593027"/>
                      <a:pt x="4388043" y="1"/>
                      <a:pt x="3271080" y="4996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223" t="-50" r="223" b="-5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73038" y="66269"/>
                <a:ext cx="6350000" cy="6349987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87">
                    <a:moveTo>
                      <a:pt x="3175000" y="6349987"/>
                    </a:moveTo>
                    <a:cubicBezTo>
                      <a:pt x="1424279" y="6349987"/>
                      <a:pt x="0" y="4925733"/>
                      <a:pt x="0" y="3175038"/>
                    </a:cubicBezTo>
                    <a:cubicBezTo>
                      <a:pt x="0" y="1424317"/>
                      <a:pt x="1424292" y="0"/>
                      <a:pt x="3175000" y="0"/>
                    </a:cubicBezTo>
                    <a:cubicBezTo>
                      <a:pt x="4925733" y="0"/>
                      <a:pt x="6350000" y="1424330"/>
                      <a:pt x="6350000" y="3175038"/>
                    </a:cubicBezTo>
                    <a:cubicBezTo>
                      <a:pt x="6350000" y="4925720"/>
                      <a:pt x="4925733" y="6349987"/>
                      <a:pt x="3175000" y="6349987"/>
                    </a:cubicBezTo>
                    <a:close/>
                    <a:moveTo>
                      <a:pt x="3175000" y="115760"/>
                    </a:moveTo>
                    <a:cubicBezTo>
                      <a:pt x="1488135" y="115760"/>
                      <a:pt x="115760" y="1488148"/>
                      <a:pt x="115760" y="3175038"/>
                    </a:cubicBezTo>
                    <a:cubicBezTo>
                      <a:pt x="115760" y="4861915"/>
                      <a:pt x="1488135" y="6234265"/>
                      <a:pt x="3175000" y="6234265"/>
                    </a:cubicBezTo>
                    <a:cubicBezTo>
                      <a:pt x="4861852" y="6234265"/>
                      <a:pt x="6234265" y="4861890"/>
                      <a:pt x="6234265" y="3175038"/>
                    </a:cubicBezTo>
                    <a:cubicBezTo>
                      <a:pt x="6234265" y="1488148"/>
                      <a:pt x="4861852" y="115760"/>
                      <a:pt x="3175000" y="115760"/>
                    </a:cubicBezTo>
                    <a:close/>
                  </a:path>
                </a:pathLst>
              </a:custGeom>
              <a:solidFill>
                <a:srgbClr val="040506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4149353" y="5822863"/>
            <a:ext cx="3747988" cy="4263118"/>
            <a:chOff x="0" y="0"/>
            <a:chExt cx="4997318" cy="5684156"/>
          </a:xfrm>
        </p:grpSpPr>
        <p:sp>
          <p:nvSpPr>
            <p:cNvPr id="27" name="TextBox 27"/>
            <p:cNvSpPr txBox="1"/>
            <p:nvPr/>
          </p:nvSpPr>
          <p:spPr>
            <a:xfrm>
              <a:off x="0" y="3592558"/>
              <a:ext cx="4997318" cy="20915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040506"/>
                  </a:solidFill>
                  <a:latin typeface="Arial"/>
                </a:rPr>
                <a:t>Challenges:</a:t>
              </a:r>
            </a:p>
            <a:p>
              <a:pPr algn="ctr">
                <a:lnSpc>
                  <a:spcPts val="4200"/>
                </a:lnSpc>
              </a:pPr>
              <a:r>
                <a:rPr lang="en-US" sz="3000" dirty="0" err="1">
                  <a:solidFill>
                    <a:srgbClr val="040506"/>
                  </a:solidFill>
                  <a:latin typeface="Arial"/>
                </a:rPr>
                <a:t>Jithnuka</a:t>
              </a:r>
              <a:r>
                <a:rPr lang="en-US" sz="3000" dirty="0">
                  <a:solidFill>
                    <a:srgbClr val="040506"/>
                  </a:solidFill>
                  <a:latin typeface="Arial"/>
                </a:rPr>
                <a:t> </a:t>
              </a:r>
              <a:r>
                <a:rPr lang="en-US" sz="3000" dirty="0" err="1">
                  <a:solidFill>
                    <a:srgbClr val="040506"/>
                  </a:solidFill>
                  <a:latin typeface="Arial"/>
                </a:rPr>
                <a:t>Athurugiriya</a:t>
              </a:r>
              <a:r>
                <a:rPr lang="en-US" sz="3000" dirty="0">
                  <a:solidFill>
                    <a:srgbClr val="040506"/>
                  </a:solidFill>
                  <a:latin typeface="Arial"/>
                </a:rPr>
                <a:t> </a:t>
              </a:r>
            </a:p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040506"/>
                  </a:solidFill>
                  <a:latin typeface="Arial"/>
                </a:rPr>
                <a:t>20222123</a:t>
              </a:r>
            </a:p>
          </p:txBody>
        </p:sp>
        <p:grpSp>
          <p:nvGrpSpPr>
            <p:cNvPr id="28" name="Group 28"/>
            <p:cNvGrpSpPr>
              <a:grpSpLocks noChangeAspect="1"/>
            </p:cNvGrpSpPr>
            <p:nvPr/>
          </p:nvGrpSpPr>
          <p:grpSpPr>
            <a:xfrm>
              <a:off x="868454" y="0"/>
              <a:ext cx="3097852" cy="3085751"/>
              <a:chOff x="0" y="0"/>
              <a:chExt cx="6502400" cy="6477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-23042" y="119185"/>
                <a:ext cx="6542159" cy="6244242"/>
              </a:xfrm>
              <a:custGeom>
                <a:avLst/>
                <a:gdLst/>
                <a:ahLst/>
                <a:cxnLst/>
                <a:rect l="l" t="t" r="r" b="b"/>
                <a:pathLst>
                  <a:path w="6542159" h="6244242">
                    <a:moveTo>
                      <a:pt x="3271080" y="4996"/>
                    </a:moveTo>
                    <a:cubicBezTo>
                      <a:pt x="2154117" y="0"/>
                      <a:pt x="1119857" y="593026"/>
                      <a:pt x="559929" y="1559521"/>
                    </a:cubicBezTo>
                    <a:cubicBezTo>
                      <a:pt x="0" y="2526015"/>
                      <a:pt x="0" y="3718228"/>
                      <a:pt x="559929" y="4684723"/>
                    </a:cubicBezTo>
                    <a:cubicBezTo>
                      <a:pt x="1119857" y="5651217"/>
                      <a:pt x="2154117" y="6244243"/>
                      <a:pt x="3271080" y="6239248"/>
                    </a:cubicBezTo>
                    <a:cubicBezTo>
                      <a:pt x="4388043" y="6244243"/>
                      <a:pt x="5422303" y="5651217"/>
                      <a:pt x="5982231" y="4684723"/>
                    </a:cubicBezTo>
                    <a:cubicBezTo>
                      <a:pt x="6542160" y="3718229"/>
                      <a:pt x="6542160" y="2526015"/>
                      <a:pt x="5982231" y="1559521"/>
                    </a:cubicBezTo>
                    <a:cubicBezTo>
                      <a:pt x="5422303" y="593027"/>
                      <a:pt x="4388043" y="1"/>
                      <a:pt x="3271080" y="4996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223" t="-50" r="223" b="-5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73038" y="66269"/>
                <a:ext cx="6350000" cy="6349987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87">
                    <a:moveTo>
                      <a:pt x="3175000" y="6349987"/>
                    </a:moveTo>
                    <a:cubicBezTo>
                      <a:pt x="1424279" y="6349987"/>
                      <a:pt x="0" y="4925733"/>
                      <a:pt x="0" y="3175038"/>
                    </a:cubicBezTo>
                    <a:cubicBezTo>
                      <a:pt x="0" y="1424317"/>
                      <a:pt x="1424292" y="0"/>
                      <a:pt x="3175000" y="0"/>
                    </a:cubicBezTo>
                    <a:cubicBezTo>
                      <a:pt x="4925733" y="0"/>
                      <a:pt x="6350000" y="1424330"/>
                      <a:pt x="6350000" y="3175038"/>
                    </a:cubicBezTo>
                    <a:cubicBezTo>
                      <a:pt x="6350000" y="4925720"/>
                      <a:pt x="4925733" y="6349987"/>
                      <a:pt x="3175000" y="6349987"/>
                    </a:cubicBezTo>
                    <a:close/>
                    <a:moveTo>
                      <a:pt x="3175000" y="115760"/>
                    </a:moveTo>
                    <a:cubicBezTo>
                      <a:pt x="1488135" y="115760"/>
                      <a:pt x="115760" y="1488148"/>
                      <a:pt x="115760" y="3175038"/>
                    </a:cubicBezTo>
                    <a:cubicBezTo>
                      <a:pt x="115760" y="4861915"/>
                      <a:pt x="1488135" y="6234265"/>
                      <a:pt x="3175000" y="6234265"/>
                    </a:cubicBezTo>
                    <a:cubicBezTo>
                      <a:pt x="4861852" y="6234265"/>
                      <a:pt x="6234265" y="4861890"/>
                      <a:pt x="6234265" y="3175038"/>
                    </a:cubicBezTo>
                    <a:cubicBezTo>
                      <a:pt x="6234265" y="1488148"/>
                      <a:pt x="4861852" y="115760"/>
                      <a:pt x="3175000" y="115760"/>
                    </a:cubicBezTo>
                    <a:close/>
                  </a:path>
                </a:pathLst>
              </a:custGeom>
              <a:solidFill>
                <a:srgbClr val="040506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581</Words>
  <Application>Microsoft Office PowerPoint</Application>
  <PresentationFormat>Custom</PresentationFormat>
  <Paragraphs>105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Montserrat Light</vt:lpstr>
      <vt:lpstr>Gill Sans Display Ultra-Bold</vt:lpstr>
      <vt:lpstr>Arial Bold</vt:lpstr>
      <vt:lpstr>Montserrat Classic Bold</vt:lpstr>
      <vt:lpstr>Montserrat Classic</vt:lpstr>
      <vt:lpstr>Calibri</vt:lpstr>
      <vt:lpstr>Archivo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</dc:title>
  <dc:creator>pujana</dc:creator>
  <cp:lastModifiedBy>pujana rathnayake</cp:lastModifiedBy>
  <cp:revision>4</cp:revision>
  <dcterms:created xsi:type="dcterms:W3CDTF">2006-08-16T00:00:00Z</dcterms:created>
  <dcterms:modified xsi:type="dcterms:W3CDTF">2023-11-18T06:25:58Z</dcterms:modified>
  <dc:identifier>DAF0ZKesIRw</dc:identifier>
</cp:coreProperties>
</file>