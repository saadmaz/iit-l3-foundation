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15"/>
  </p:notesMasterIdLst>
  <p:sldIdLst>
    <p:sldId id="256" r:id="rId3"/>
    <p:sldId id="273" r:id="rId4"/>
    <p:sldId id="259" r:id="rId5"/>
    <p:sldId id="257" r:id="rId6"/>
    <p:sldId id="274" r:id="rId7"/>
    <p:sldId id="258" r:id="rId8"/>
    <p:sldId id="275" r:id="rId9"/>
    <p:sldId id="276" r:id="rId10"/>
    <p:sldId id="278" r:id="rId11"/>
    <p:sldId id="262" r:id="rId12"/>
    <p:sldId id="277" r:id="rId13"/>
    <p:sldId id="268" r:id="rId1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Fira Sans" panose="020B0503050000020004" pitchFamily="34" charset="0"/>
      <p:regular r:id="rId20"/>
      <p:bold r:id="rId21"/>
      <p:italic r:id="rId22"/>
      <p:boldItalic r:id="rId23"/>
    </p:embeddedFont>
    <p:embeddedFont>
      <p:font typeface="Gloria Hallelujah" panose="020B0604020202020204" charset="0"/>
      <p:regular r:id="rId24"/>
    </p:embeddedFont>
    <p:embeddedFont>
      <p:font typeface="Merriweather" panose="00000500000000000000" pitchFamily="2" charset="0"/>
      <p:regular r:id="rId25"/>
      <p:bold r:id="rId26"/>
      <p:italic r:id="rId27"/>
      <p:boldItalic r:id="rId28"/>
    </p:embeddedFont>
    <p:embeddedFont>
      <p:font typeface="Nunito" panose="00000500000000000000" pitchFamily="2" charset="0"/>
      <p:regular r:id="rId29"/>
      <p:bold r:id="rId30"/>
      <p:italic r:id="rId31"/>
      <p:boldItalic r:id="rId32"/>
    </p:embeddedFont>
    <p:embeddedFont>
      <p:font typeface="Oswald" panose="00000500000000000000" pitchFamily="2" charset="0"/>
      <p:regular r:id="rId33"/>
      <p:bold r:id="rId34"/>
    </p:embeddedFont>
    <p:embeddedFont>
      <p:font typeface="Oswald SemiBold" panose="00000700000000000000" pitchFamily="2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60"/>
  </p:normalViewPr>
  <p:slideViewPr>
    <p:cSldViewPr snapToGrid="0">
      <p:cViewPr>
        <p:scale>
          <a:sx n="100" d="100"/>
          <a:sy n="100" d="100"/>
        </p:scale>
        <p:origin x="1085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5de890f496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25de890f496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5de890f496_2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g25de890f496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5de890f496_2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25de890f496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5de890f496_2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25de890f496_2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5de890f496_2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25de890f496_2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5de890f496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25de890f496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 rot="-3967483">
            <a:off x="4862358" y="1444947"/>
            <a:ext cx="8120370" cy="3106041"/>
          </a:xfrm>
          <a:custGeom>
            <a:avLst/>
            <a:gdLst/>
            <a:ahLst/>
            <a:cxnLst/>
            <a:rect l="l" t="t" r="r" b="b"/>
            <a:pathLst>
              <a:path w="16230600" h="6208204" extrusionOk="0">
                <a:moveTo>
                  <a:pt x="0" y="0"/>
                </a:moveTo>
                <a:lnTo>
                  <a:pt x="16230600" y="0"/>
                </a:lnTo>
                <a:lnTo>
                  <a:pt x="16230600" y="6208205"/>
                </a:lnTo>
                <a:lnTo>
                  <a:pt x="0" y="6208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" name="Google Shape;14;p2"/>
          <p:cNvSpPr/>
          <p:nvPr/>
        </p:nvSpPr>
        <p:spPr>
          <a:xfrm rot="-4741666">
            <a:off x="-4177588" y="1033539"/>
            <a:ext cx="8101086" cy="3098665"/>
          </a:xfrm>
          <a:custGeom>
            <a:avLst/>
            <a:gdLst/>
            <a:ahLst/>
            <a:cxnLst/>
            <a:rect l="l" t="t" r="r" b="b"/>
            <a:pathLst>
              <a:path w="16230600" h="6208204" extrusionOk="0">
                <a:moveTo>
                  <a:pt x="0" y="0"/>
                </a:moveTo>
                <a:lnTo>
                  <a:pt x="16230600" y="0"/>
                </a:lnTo>
                <a:lnTo>
                  <a:pt x="16230600" y="6208205"/>
                </a:lnTo>
                <a:lnTo>
                  <a:pt x="0" y="6208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/>
          <p:nvPr/>
        </p:nvSpPr>
        <p:spPr>
          <a:xfrm rot="6217112">
            <a:off x="-4869792" y="1531373"/>
            <a:ext cx="8099561" cy="3014837"/>
          </a:xfrm>
          <a:custGeom>
            <a:avLst/>
            <a:gdLst/>
            <a:ahLst/>
            <a:cxnLst/>
            <a:rect l="l" t="t" r="r" b="b"/>
            <a:pathLst>
              <a:path w="16230600" h="6041390" extrusionOk="0">
                <a:moveTo>
                  <a:pt x="0" y="0"/>
                </a:moveTo>
                <a:lnTo>
                  <a:pt x="16230600" y="0"/>
                </a:lnTo>
                <a:lnTo>
                  <a:pt x="16230600" y="6041390"/>
                </a:lnTo>
                <a:lnTo>
                  <a:pt x="0" y="6041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" name="Google Shape;19;p3"/>
          <p:cNvSpPr/>
          <p:nvPr/>
        </p:nvSpPr>
        <p:spPr>
          <a:xfrm rot="-3967483">
            <a:off x="4995708" y="1444947"/>
            <a:ext cx="8120370" cy="3106041"/>
          </a:xfrm>
          <a:custGeom>
            <a:avLst/>
            <a:gdLst/>
            <a:ahLst/>
            <a:cxnLst/>
            <a:rect l="l" t="t" r="r" b="b"/>
            <a:pathLst>
              <a:path w="16230600" h="6208204" extrusionOk="0">
                <a:moveTo>
                  <a:pt x="0" y="0"/>
                </a:moveTo>
                <a:lnTo>
                  <a:pt x="16230600" y="0"/>
                </a:lnTo>
                <a:lnTo>
                  <a:pt x="16230600" y="6208205"/>
                </a:lnTo>
                <a:lnTo>
                  <a:pt x="0" y="6208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" name="Google Shape;20;p3"/>
          <p:cNvSpPr/>
          <p:nvPr/>
        </p:nvSpPr>
        <p:spPr>
          <a:xfrm rot="-2359779">
            <a:off x="-2588437" y="-2167668"/>
            <a:ext cx="8130907" cy="3110072"/>
          </a:xfrm>
          <a:custGeom>
            <a:avLst/>
            <a:gdLst/>
            <a:ahLst/>
            <a:cxnLst/>
            <a:rect l="l" t="t" r="r" b="b"/>
            <a:pathLst>
              <a:path w="16230600" h="6208204" extrusionOk="0">
                <a:moveTo>
                  <a:pt x="0" y="0"/>
                </a:moveTo>
                <a:lnTo>
                  <a:pt x="16230600" y="0"/>
                </a:lnTo>
                <a:lnTo>
                  <a:pt x="16230600" y="6208205"/>
                </a:lnTo>
                <a:lnTo>
                  <a:pt x="0" y="6208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"/>
          <p:cNvGrpSpPr/>
          <p:nvPr/>
        </p:nvGrpSpPr>
        <p:grpSpPr>
          <a:xfrm rot="-5135588">
            <a:off x="3236601" y="379004"/>
            <a:ext cx="2670789" cy="9811184"/>
            <a:chOff x="-1274" y="0"/>
            <a:chExt cx="1982795" cy="14195595"/>
          </a:xfrm>
        </p:grpSpPr>
        <p:sp>
          <p:nvSpPr>
            <p:cNvPr id="23" name="Google Shape;23;p4"/>
            <p:cNvSpPr/>
            <p:nvPr/>
          </p:nvSpPr>
          <p:spPr>
            <a:xfrm rot="5253984">
              <a:off x="-628934" y="11635385"/>
              <a:ext cx="3691388" cy="1374017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4" name="Google Shape;24;p4"/>
            <p:cNvSpPr/>
            <p:nvPr/>
          </p:nvSpPr>
          <p:spPr>
            <a:xfrm rot="-5400000">
              <a:off x="-793773" y="4657666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5" name="Google Shape;25;p4"/>
            <p:cNvSpPr/>
            <p:nvPr/>
          </p:nvSpPr>
          <p:spPr>
            <a:xfrm rot="5253984">
              <a:off x="-822513" y="8163207"/>
              <a:ext cx="3691388" cy="1374017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6" name="Google Shape;26;p4"/>
            <p:cNvSpPr/>
            <p:nvPr/>
          </p:nvSpPr>
          <p:spPr>
            <a:xfrm rot="5253984">
              <a:off x="-1082208" y="1186192"/>
              <a:ext cx="3691388" cy="1374017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 rot="10800000">
            <a:off x="884150" y="4029892"/>
            <a:ext cx="2254983" cy="1615758"/>
          </a:xfrm>
          <a:custGeom>
            <a:avLst/>
            <a:gdLst/>
            <a:ahLst/>
            <a:cxnLst/>
            <a:rect l="l" t="t" r="r" b="b"/>
            <a:pathLst>
              <a:path w="4509966" h="1678710" extrusionOk="0">
                <a:moveTo>
                  <a:pt x="0" y="0"/>
                </a:moveTo>
                <a:lnTo>
                  <a:pt x="4509967" y="0"/>
                </a:lnTo>
                <a:lnTo>
                  <a:pt x="4509967" y="1678710"/>
                </a:lnTo>
                <a:lnTo>
                  <a:pt x="0" y="1678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6" name="Google Shape;36;p5"/>
          <p:cNvSpPr/>
          <p:nvPr/>
        </p:nvSpPr>
        <p:spPr>
          <a:xfrm>
            <a:off x="6004867" y="4028300"/>
            <a:ext cx="2254983" cy="1615758"/>
          </a:xfrm>
          <a:custGeom>
            <a:avLst/>
            <a:gdLst/>
            <a:ahLst/>
            <a:cxnLst/>
            <a:rect l="l" t="t" r="r" b="b"/>
            <a:pathLst>
              <a:path w="4509966" h="1678710" extrusionOk="0">
                <a:moveTo>
                  <a:pt x="0" y="0"/>
                </a:moveTo>
                <a:lnTo>
                  <a:pt x="4509967" y="0"/>
                </a:lnTo>
                <a:lnTo>
                  <a:pt x="4509967" y="1678710"/>
                </a:lnTo>
                <a:lnTo>
                  <a:pt x="0" y="1678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" name="Google Shape;37;p5"/>
          <p:cNvSpPr/>
          <p:nvPr/>
        </p:nvSpPr>
        <p:spPr>
          <a:xfrm>
            <a:off x="3443933" y="4028300"/>
            <a:ext cx="2254983" cy="1615758"/>
          </a:xfrm>
          <a:custGeom>
            <a:avLst/>
            <a:gdLst/>
            <a:ahLst/>
            <a:cxnLst/>
            <a:rect l="l" t="t" r="r" b="b"/>
            <a:pathLst>
              <a:path w="4509966" h="1678710" extrusionOk="0">
                <a:moveTo>
                  <a:pt x="4509966" y="1678710"/>
                </a:moveTo>
                <a:lnTo>
                  <a:pt x="0" y="1678710"/>
                </a:lnTo>
                <a:lnTo>
                  <a:pt x="0" y="0"/>
                </a:lnTo>
                <a:lnTo>
                  <a:pt x="4509966" y="0"/>
                </a:lnTo>
                <a:lnTo>
                  <a:pt x="4509966" y="167871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30869" b="-30869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1" name="Google Shape;41;p6"/>
          <p:cNvGrpSpPr/>
          <p:nvPr/>
        </p:nvGrpSpPr>
        <p:grpSpPr>
          <a:xfrm>
            <a:off x="-255305" y="1097743"/>
            <a:ext cx="10399888" cy="544168"/>
            <a:chOff x="-296180" y="2610393"/>
            <a:chExt cx="10399888" cy="544168"/>
          </a:xfrm>
        </p:grpSpPr>
        <p:sp>
          <p:nvSpPr>
            <p:cNvPr id="42" name="Google Shape;42;p6"/>
            <p:cNvSpPr/>
            <p:nvPr/>
          </p:nvSpPr>
          <p:spPr>
            <a:xfrm>
              <a:off x="3420515" y="2676830"/>
              <a:ext cx="1240369" cy="461693"/>
            </a:xfrm>
            <a:custGeom>
              <a:avLst/>
              <a:gdLst/>
              <a:ahLst/>
              <a:cxnLst/>
              <a:rect l="l" t="t" r="r" b="b"/>
              <a:pathLst>
                <a:path w="2480738" h="923386" extrusionOk="0">
                  <a:moveTo>
                    <a:pt x="0" y="0"/>
                  </a:moveTo>
                  <a:lnTo>
                    <a:pt x="2480738" y="0"/>
                  </a:lnTo>
                  <a:lnTo>
                    <a:pt x="2480738" y="923386"/>
                  </a:lnTo>
                  <a:lnTo>
                    <a:pt x="0" y="9233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3" name="Google Shape;43;p6"/>
            <p:cNvSpPr/>
            <p:nvPr/>
          </p:nvSpPr>
          <p:spPr>
            <a:xfrm>
              <a:off x="2251048" y="2692868"/>
              <a:ext cx="1240369" cy="461693"/>
            </a:xfrm>
            <a:custGeom>
              <a:avLst/>
              <a:gdLst/>
              <a:ahLst/>
              <a:cxnLst/>
              <a:rect l="l" t="t" r="r" b="b"/>
              <a:pathLst>
                <a:path w="2480738" h="923386" extrusionOk="0">
                  <a:moveTo>
                    <a:pt x="0" y="0"/>
                  </a:moveTo>
                  <a:lnTo>
                    <a:pt x="2480739" y="0"/>
                  </a:lnTo>
                  <a:lnTo>
                    <a:pt x="2480739" y="923386"/>
                  </a:lnTo>
                  <a:lnTo>
                    <a:pt x="0" y="9233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4" name="Google Shape;44;p6"/>
            <p:cNvSpPr/>
            <p:nvPr/>
          </p:nvSpPr>
          <p:spPr>
            <a:xfrm>
              <a:off x="447958" y="2681651"/>
              <a:ext cx="1240369" cy="461693"/>
            </a:xfrm>
            <a:custGeom>
              <a:avLst/>
              <a:gdLst/>
              <a:ahLst/>
              <a:cxnLst/>
              <a:rect l="l" t="t" r="r" b="b"/>
              <a:pathLst>
                <a:path w="2480738" h="923386" extrusionOk="0">
                  <a:moveTo>
                    <a:pt x="0" y="0"/>
                  </a:moveTo>
                  <a:lnTo>
                    <a:pt x="2480738" y="0"/>
                  </a:lnTo>
                  <a:lnTo>
                    <a:pt x="2480738" y="923385"/>
                  </a:lnTo>
                  <a:lnTo>
                    <a:pt x="0" y="9233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5" name="Google Shape;45;p6"/>
            <p:cNvSpPr/>
            <p:nvPr/>
          </p:nvSpPr>
          <p:spPr>
            <a:xfrm>
              <a:off x="-296180" y="2673605"/>
              <a:ext cx="1240369" cy="461693"/>
            </a:xfrm>
            <a:custGeom>
              <a:avLst/>
              <a:gdLst/>
              <a:ahLst/>
              <a:cxnLst/>
              <a:rect l="l" t="t" r="r" b="b"/>
              <a:pathLst>
                <a:path w="2480738" h="923386" extrusionOk="0">
                  <a:moveTo>
                    <a:pt x="0" y="0"/>
                  </a:moveTo>
                  <a:lnTo>
                    <a:pt x="2480738" y="0"/>
                  </a:lnTo>
                  <a:lnTo>
                    <a:pt x="2480738" y="923386"/>
                  </a:lnTo>
                  <a:lnTo>
                    <a:pt x="0" y="92338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6" name="Google Shape;46;p6"/>
            <p:cNvSpPr/>
            <p:nvPr/>
          </p:nvSpPr>
          <p:spPr>
            <a:xfrm rot="-10662563">
              <a:off x="1572776" y="2635016"/>
              <a:ext cx="1241361" cy="462062"/>
            </a:xfrm>
            <a:custGeom>
              <a:avLst/>
              <a:gdLst/>
              <a:ahLst/>
              <a:cxnLst/>
              <a:rect l="l" t="t" r="r" b="b"/>
              <a:pathLst>
                <a:path w="2480738" h="923386" extrusionOk="0">
                  <a:moveTo>
                    <a:pt x="0" y="0"/>
                  </a:moveTo>
                  <a:lnTo>
                    <a:pt x="2480738" y="0"/>
                  </a:lnTo>
                  <a:lnTo>
                    <a:pt x="2480738" y="923385"/>
                  </a:lnTo>
                  <a:lnTo>
                    <a:pt x="0" y="9233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7" name="Google Shape;47;p6"/>
            <p:cNvSpPr/>
            <p:nvPr/>
          </p:nvSpPr>
          <p:spPr>
            <a:xfrm rot="-10662563">
              <a:off x="5794166" y="2636467"/>
              <a:ext cx="1211348" cy="450891"/>
            </a:xfrm>
            <a:custGeom>
              <a:avLst/>
              <a:gdLst/>
              <a:ahLst/>
              <a:cxnLst/>
              <a:rect l="l" t="t" r="r" b="b"/>
              <a:pathLst>
                <a:path w="2420761" h="901061" extrusionOk="0">
                  <a:moveTo>
                    <a:pt x="0" y="0"/>
                  </a:moveTo>
                  <a:lnTo>
                    <a:pt x="2420761" y="0"/>
                  </a:lnTo>
                  <a:lnTo>
                    <a:pt x="2420761" y="901061"/>
                  </a:lnTo>
                  <a:lnTo>
                    <a:pt x="0" y="9010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8" name="Google Shape;48;p6"/>
            <p:cNvSpPr/>
            <p:nvPr/>
          </p:nvSpPr>
          <p:spPr>
            <a:xfrm>
              <a:off x="6944266" y="2692920"/>
              <a:ext cx="1210381" cy="450531"/>
            </a:xfrm>
            <a:custGeom>
              <a:avLst/>
              <a:gdLst/>
              <a:ahLst/>
              <a:cxnLst/>
              <a:rect l="l" t="t" r="r" b="b"/>
              <a:pathLst>
                <a:path w="2420761" h="901061" extrusionOk="0">
                  <a:moveTo>
                    <a:pt x="0" y="0"/>
                  </a:moveTo>
                  <a:lnTo>
                    <a:pt x="2420762" y="0"/>
                  </a:lnTo>
                  <a:lnTo>
                    <a:pt x="2420762" y="901061"/>
                  </a:lnTo>
                  <a:lnTo>
                    <a:pt x="0" y="9010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9" name="Google Shape;49;p6"/>
            <p:cNvSpPr/>
            <p:nvPr/>
          </p:nvSpPr>
          <p:spPr>
            <a:xfrm>
              <a:off x="4652927" y="2681974"/>
              <a:ext cx="1210381" cy="450531"/>
            </a:xfrm>
            <a:custGeom>
              <a:avLst/>
              <a:gdLst/>
              <a:ahLst/>
              <a:cxnLst/>
              <a:rect l="l" t="t" r="r" b="b"/>
              <a:pathLst>
                <a:path w="2420761" h="901061" extrusionOk="0">
                  <a:moveTo>
                    <a:pt x="0" y="0"/>
                  </a:moveTo>
                  <a:lnTo>
                    <a:pt x="2420761" y="0"/>
                  </a:lnTo>
                  <a:lnTo>
                    <a:pt x="2420761" y="901061"/>
                  </a:lnTo>
                  <a:lnTo>
                    <a:pt x="0" y="9010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0" name="Google Shape;50;p6"/>
            <p:cNvSpPr/>
            <p:nvPr/>
          </p:nvSpPr>
          <p:spPr>
            <a:xfrm>
              <a:off x="7753116" y="2677270"/>
              <a:ext cx="1210381" cy="450531"/>
            </a:xfrm>
            <a:custGeom>
              <a:avLst/>
              <a:gdLst/>
              <a:ahLst/>
              <a:cxnLst/>
              <a:rect l="l" t="t" r="r" b="b"/>
              <a:pathLst>
                <a:path w="2420761" h="901061" extrusionOk="0">
                  <a:moveTo>
                    <a:pt x="0" y="0"/>
                  </a:moveTo>
                  <a:lnTo>
                    <a:pt x="2420762" y="0"/>
                  </a:lnTo>
                  <a:lnTo>
                    <a:pt x="2420762" y="901061"/>
                  </a:lnTo>
                  <a:lnTo>
                    <a:pt x="0" y="9010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1" name="Google Shape;51;p6"/>
            <p:cNvSpPr/>
            <p:nvPr/>
          </p:nvSpPr>
          <p:spPr>
            <a:xfrm>
              <a:off x="8893327" y="2640427"/>
              <a:ext cx="1210380" cy="450531"/>
            </a:xfrm>
            <a:custGeom>
              <a:avLst/>
              <a:gdLst/>
              <a:ahLst/>
              <a:cxnLst/>
              <a:rect l="l" t="t" r="r" b="b"/>
              <a:pathLst>
                <a:path w="2420761" h="901061" extrusionOk="0">
                  <a:moveTo>
                    <a:pt x="0" y="0"/>
                  </a:moveTo>
                  <a:lnTo>
                    <a:pt x="2420761" y="0"/>
                  </a:lnTo>
                  <a:lnTo>
                    <a:pt x="2420761" y="901061"/>
                  </a:lnTo>
                  <a:lnTo>
                    <a:pt x="0" y="9010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864375" y="450150"/>
            <a:ext cx="63369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-4862908" y="1520835"/>
            <a:ext cx="8074724" cy="3005592"/>
          </a:xfrm>
          <a:custGeom>
            <a:avLst/>
            <a:gdLst/>
            <a:ahLst/>
            <a:cxnLst/>
            <a:rect l="l" t="t" r="r" b="b"/>
            <a:pathLst>
              <a:path w="16230600" h="6041390" extrusionOk="0">
                <a:moveTo>
                  <a:pt x="0" y="0"/>
                </a:moveTo>
                <a:lnTo>
                  <a:pt x="16230600" y="0"/>
                </a:lnTo>
                <a:lnTo>
                  <a:pt x="16230600" y="6041390"/>
                </a:lnTo>
                <a:lnTo>
                  <a:pt x="0" y="6041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6" name="Google Shape;56;p7"/>
          <p:cNvSpPr/>
          <p:nvPr/>
        </p:nvSpPr>
        <p:spPr>
          <a:xfrm rot="-3967483">
            <a:off x="4995708" y="1444947"/>
            <a:ext cx="8120370" cy="3106041"/>
          </a:xfrm>
          <a:custGeom>
            <a:avLst/>
            <a:gdLst/>
            <a:ahLst/>
            <a:cxnLst/>
            <a:rect l="l" t="t" r="r" b="b"/>
            <a:pathLst>
              <a:path w="16230600" h="6208204" extrusionOk="0">
                <a:moveTo>
                  <a:pt x="0" y="0"/>
                </a:moveTo>
                <a:lnTo>
                  <a:pt x="16230600" y="0"/>
                </a:lnTo>
                <a:lnTo>
                  <a:pt x="16230600" y="6208205"/>
                </a:lnTo>
                <a:lnTo>
                  <a:pt x="0" y="6208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 rot="-10605549">
            <a:off x="4200233" y="-90045"/>
            <a:ext cx="743547" cy="5323344"/>
            <a:chOff x="-1274" y="0"/>
            <a:chExt cx="1982795" cy="14195595"/>
          </a:xfrm>
        </p:grpSpPr>
        <p:sp>
          <p:nvSpPr>
            <p:cNvPr id="64" name="Google Shape;64;p8"/>
            <p:cNvSpPr/>
            <p:nvPr/>
          </p:nvSpPr>
          <p:spPr>
            <a:xfrm rot="5253984">
              <a:off x="-628934" y="11635385"/>
              <a:ext cx="3691388" cy="1374017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65" name="Google Shape;65;p8"/>
            <p:cNvSpPr/>
            <p:nvPr/>
          </p:nvSpPr>
          <p:spPr>
            <a:xfrm rot="-5400000">
              <a:off x="-793773" y="4657666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66" name="Google Shape;66;p8"/>
            <p:cNvSpPr/>
            <p:nvPr/>
          </p:nvSpPr>
          <p:spPr>
            <a:xfrm rot="5253984">
              <a:off x="-822513" y="8163207"/>
              <a:ext cx="3691388" cy="1374017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67" name="Google Shape;67;p8"/>
            <p:cNvSpPr/>
            <p:nvPr/>
          </p:nvSpPr>
          <p:spPr>
            <a:xfrm rot="5253984">
              <a:off x="-1082208" y="1186192"/>
              <a:ext cx="3691388" cy="1374017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68" name="Google Shape;68;p8"/>
          <p:cNvSpPr/>
          <p:nvPr/>
        </p:nvSpPr>
        <p:spPr>
          <a:xfrm rot="1029957">
            <a:off x="-875435" y="3063015"/>
            <a:ext cx="10894867" cy="4350912"/>
          </a:xfrm>
          <a:custGeom>
            <a:avLst/>
            <a:gdLst/>
            <a:ahLst/>
            <a:cxnLst/>
            <a:rect l="l" t="t" r="r" b="b"/>
            <a:pathLst>
              <a:path w="21800091" h="8705960" extrusionOk="0">
                <a:moveTo>
                  <a:pt x="0" y="0"/>
                </a:moveTo>
                <a:lnTo>
                  <a:pt x="21800091" y="0"/>
                </a:lnTo>
                <a:lnTo>
                  <a:pt x="21800091" y="8705960"/>
                </a:lnTo>
                <a:lnTo>
                  <a:pt x="0" y="8705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199" r="-2209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9"/>
          <p:cNvSpPr/>
          <p:nvPr/>
        </p:nvSpPr>
        <p:spPr>
          <a:xfrm rot="240250">
            <a:off x="3659014" y="3532221"/>
            <a:ext cx="8135158" cy="3111698"/>
          </a:xfrm>
          <a:custGeom>
            <a:avLst/>
            <a:gdLst/>
            <a:ahLst/>
            <a:cxnLst/>
            <a:rect l="l" t="t" r="r" b="b"/>
            <a:pathLst>
              <a:path w="16230600" h="6208204" extrusionOk="0">
                <a:moveTo>
                  <a:pt x="0" y="0"/>
                </a:moveTo>
                <a:lnTo>
                  <a:pt x="16230600" y="0"/>
                </a:lnTo>
                <a:lnTo>
                  <a:pt x="16230600" y="6208205"/>
                </a:lnTo>
                <a:lnTo>
                  <a:pt x="0" y="6208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3" name="Google Shape;73;p9"/>
          <p:cNvSpPr/>
          <p:nvPr/>
        </p:nvSpPr>
        <p:spPr>
          <a:xfrm rot="240250">
            <a:off x="-4649027" y="-1477929"/>
            <a:ext cx="8135158" cy="3111698"/>
          </a:xfrm>
          <a:custGeom>
            <a:avLst/>
            <a:gdLst/>
            <a:ahLst/>
            <a:cxnLst/>
            <a:rect l="l" t="t" r="r" b="b"/>
            <a:pathLst>
              <a:path w="16230600" h="6208204" extrusionOk="0">
                <a:moveTo>
                  <a:pt x="0" y="0"/>
                </a:moveTo>
                <a:lnTo>
                  <a:pt x="16230600" y="0"/>
                </a:lnTo>
                <a:lnTo>
                  <a:pt x="16230600" y="6208205"/>
                </a:lnTo>
                <a:lnTo>
                  <a:pt x="0" y="6208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0"/>
          <p:cNvSpPr/>
          <p:nvPr/>
        </p:nvSpPr>
        <p:spPr>
          <a:xfrm rot="-921333">
            <a:off x="-3964638" y="-1588739"/>
            <a:ext cx="8121181" cy="3022884"/>
          </a:xfrm>
          <a:custGeom>
            <a:avLst/>
            <a:gdLst/>
            <a:ahLst/>
            <a:cxnLst/>
            <a:rect l="l" t="t" r="r" b="b"/>
            <a:pathLst>
              <a:path w="16230600" h="6041390" extrusionOk="0">
                <a:moveTo>
                  <a:pt x="0" y="0"/>
                </a:moveTo>
                <a:lnTo>
                  <a:pt x="16230600" y="0"/>
                </a:lnTo>
                <a:lnTo>
                  <a:pt x="16230600" y="6041390"/>
                </a:lnTo>
                <a:lnTo>
                  <a:pt x="0" y="6041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7" name="Google Shape;77;p10"/>
          <p:cNvSpPr/>
          <p:nvPr/>
        </p:nvSpPr>
        <p:spPr>
          <a:xfrm rot="-8539584">
            <a:off x="-2384975" y="3437347"/>
            <a:ext cx="8099866" cy="3014950"/>
          </a:xfrm>
          <a:custGeom>
            <a:avLst/>
            <a:gdLst/>
            <a:ahLst/>
            <a:cxnLst/>
            <a:rect l="l" t="t" r="r" b="b"/>
            <a:pathLst>
              <a:path w="16230600" h="6041390" extrusionOk="0">
                <a:moveTo>
                  <a:pt x="0" y="0"/>
                </a:moveTo>
                <a:lnTo>
                  <a:pt x="16230600" y="0"/>
                </a:lnTo>
                <a:lnTo>
                  <a:pt x="16230600" y="6041390"/>
                </a:lnTo>
                <a:lnTo>
                  <a:pt x="0" y="6041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10" name="Google Shape;110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0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20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swald SemiBold"/>
              <a:buChar char="●"/>
              <a:defRPr sz="1800">
                <a:solidFill>
                  <a:schemeClr val="dk2"/>
                </a:solidFill>
                <a:latin typeface="Oswald SemiBold"/>
                <a:ea typeface="Oswald SemiBold"/>
                <a:cs typeface="Oswald SemiBold"/>
                <a:sym typeface="Oswald SemiBold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loria Hallelujah"/>
              <a:buChar char="○"/>
              <a:defRPr>
                <a:solidFill>
                  <a:schemeClr val="dk2"/>
                </a:solidFill>
                <a:latin typeface="Gloria Hallelujah"/>
                <a:ea typeface="Gloria Hallelujah"/>
                <a:cs typeface="Gloria Hallelujah"/>
                <a:sym typeface="Gloria Hallelujah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5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jpg"/><Relationship Id="rId5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3"/>
          <p:cNvPicPr preferRelativeResize="0"/>
          <p:nvPr/>
        </p:nvPicPr>
        <p:blipFill>
          <a:blip r:embed="rId3"/>
          <a:srcRect/>
          <a:stretch/>
        </p:blipFill>
        <p:spPr>
          <a:xfrm>
            <a:off x="2086619" y="-293844"/>
            <a:ext cx="9136032" cy="60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/>
          <p:nvPr/>
        </p:nvSpPr>
        <p:spPr>
          <a:xfrm rot="5574836">
            <a:off x="1540290" y="1415554"/>
            <a:ext cx="5297115" cy="1971704"/>
          </a:xfrm>
          <a:custGeom>
            <a:avLst/>
            <a:gdLst/>
            <a:ahLst/>
            <a:cxnLst/>
            <a:rect l="l" t="t" r="r" b="b"/>
            <a:pathLst>
              <a:path w="10594229" h="3943407" extrusionOk="0">
                <a:moveTo>
                  <a:pt x="0" y="0"/>
                </a:moveTo>
                <a:lnTo>
                  <a:pt x="10594229" y="0"/>
                </a:lnTo>
                <a:lnTo>
                  <a:pt x="10594229" y="3943408"/>
                </a:lnTo>
                <a:lnTo>
                  <a:pt x="0" y="3943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9" name="Google Shape;159;p23"/>
          <p:cNvSpPr/>
          <p:nvPr/>
        </p:nvSpPr>
        <p:spPr>
          <a:xfrm rot="5574836">
            <a:off x="841865" y="1415554"/>
            <a:ext cx="5297115" cy="1971704"/>
          </a:xfrm>
          <a:custGeom>
            <a:avLst/>
            <a:gdLst/>
            <a:ahLst/>
            <a:cxnLst/>
            <a:rect l="l" t="t" r="r" b="b"/>
            <a:pathLst>
              <a:path w="10594229" h="3943407" extrusionOk="0">
                <a:moveTo>
                  <a:pt x="0" y="0"/>
                </a:moveTo>
                <a:lnTo>
                  <a:pt x="10594229" y="0"/>
                </a:lnTo>
                <a:lnTo>
                  <a:pt x="10594229" y="3943408"/>
                </a:lnTo>
                <a:lnTo>
                  <a:pt x="0" y="3943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Google Shape;160;p23"/>
          <p:cNvSpPr/>
          <p:nvPr/>
        </p:nvSpPr>
        <p:spPr>
          <a:xfrm rot="5574836">
            <a:off x="-1703064" y="1061403"/>
            <a:ext cx="8115300" cy="3020695"/>
          </a:xfrm>
          <a:custGeom>
            <a:avLst/>
            <a:gdLst/>
            <a:ahLst/>
            <a:cxnLst/>
            <a:rect l="l" t="t" r="r" b="b"/>
            <a:pathLst>
              <a:path w="16230600" h="6041390" extrusionOk="0">
                <a:moveTo>
                  <a:pt x="0" y="0"/>
                </a:moveTo>
                <a:lnTo>
                  <a:pt x="16230600" y="0"/>
                </a:lnTo>
                <a:lnTo>
                  <a:pt x="16230600" y="6041390"/>
                </a:lnTo>
                <a:lnTo>
                  <a:pt x="0" y="6041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Google Shape;161;p23"/>
          <p:cNvSpPr/>
          <p:nvPr/>
        </p:nvSpPr>
        <p:spPr>
          <a:xfrm rot="5574836">
            <a:off x="-3270353" y="1061403"/>
            <a:ext cx="8115300" cy="3020695"/>
          </a:xfrm>
          <a:custGeom>
            <a:avLst/>
            <a:gdLst/>
            <a:ahLst/>
            <a:cxnLst/>
            <a:rect l="l" t="t" r="r" b="b"/>
            <a:pathLst>
              <a:path w="16230600" h="6041390" extrusionOk="0">
                <a:moveTo>
                  <a:pt x="0" y="0"/>
                </a:moveTo>
                <a:lnTo>
                  <a:pt x="16230600" y="0"/>
                </a:lnTo>
                <a:lnTo>
                  <a:pt x="16230600" y="6041390"/>
                </a:lnTo>
                <a:lnTo>
                  <a:pt x="0" y="6041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2" name="Google Shape;162;p23"/>
          <p:cNvSpPr/>
          <p:nvPr/>
        </p:nvSpPr>
        <p:spPr>
          <a:xfrm rot="6221112">
            <a:off x="5000886" y="3787389"/>
            <a:ext cx="8115300" cy="3020695"/>
          </a:xfrm>
          <a:custGeom>
            <a:avLst/>
            <a:gdLst/>
            <a:ahLst/>
            <a:cxnLst/>
            <a:rect l="l" t="t" r="r" b="b"/>
            <a:pathLst>
              <a:path w="16230600" h="6041390" extrusionOk="0">
                <a:moveTo>
                  <a:pt x="0" y="0"/>
                </a:moveTo>
                <a:lnTo>
                  <a:pt x="16230600" y="0"/>
                </a:lnTo>
                <a:lnTo>
                  <a:pt x="16230600" y="6041390"/>
                </a:lnTo>
                <a:lnTo>
                  <a:pt x="0" y="6041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3" name="Google Shape;163;p23"/>
          <p:cNvSpPr/>
          <p:nvPr/>
        </p:nvSpPr>
        <p:spPr>
          <a:xfrm>
            <a:off x="-4985022" y="-1038845"/>
            <a:ext cx="8115300" cy="3104102"/>
          </a:xfrm>
          <a:custGeom>
            <a:avLst/>
            <a:gdLst/>
            <a:ahLst/>
            <a:cxnLst/>
            <a:rect l="l" t="t" r="r" b="b"/>
            <a:pathLst>
              <a:path w="16230600" h="6208204" extrusionOk="0">
                <a:moveTo>
                  <a:pt x="0" y="0"/>
                </a:moveTo>
                <a:lnTo>
                  <a:pt x="16230600" y="0"/>
                </a:lnTo>
                <a:lnTo>
                  <a:pt x="16230600" y="6208205"/>
                </a:lnTo>
                <a:lnTo>
                  <a:pt x="0" y="6208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Google Shape;164;p23"/>
          <p:cNvSpPr/>
          <p:nvPr/>
        </p:nvSpPr>
        <p:spPr>
          <a:xfrm rot="1449697">
            <a:off x="-1337719" y="3301960"/>
            <a:ext cx="8115300" cy="3104102"/>
          </a:xfrm>
          <a:custGeom>
            <a:avLst/>
            <a:gdLst/>
            <a:ahLst/>
            <a:cxnLst/>
            <a:rect l="l" t="t" r="r" b="b"/>
            <a:pathLst>
              <a:path w="16230600" h="6208204" extrusionOk="0">
                <a:moveTo>
                  <a:pt x="0" y="0"/>
                </a:moveTo>
                <a:lnTo>
                  <a:pt x="16230600" y="0"/>
                </a:lnTo>
                <a:lnTo>
                  <a:pt x="16230600" y="6208204"/>
                </a:lnTo>
                <a:lnTo>
                  <a:pt x="0" y="6208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Google Shape;165;p23"/>
          <p:cNvSpPr/>
          <p:nvPr/>
        </p:nvSpPr>
        <p:spPr>
          <a:xfrm rot="-3967483">
            <a:off x="4995708" y="1444947"/>
            <a:ext cx="8120370" cy="3106041"/>
          </a:xfrm>
          <a:custGeom>
            <a:avLst/>
            <a:gdLst/>
            <a:ahLst/>
            <a:cxnLst/>
            <a:rect l="l" t="t" r="r" b="b"/>
            <a:pathLst>
              <a:path w="16230600" h="6208204" extrusionOk="0">
                <a:moveTo>
                  <a:pt x="0" y="0"/>
                </a:moveTo>
                <a:lnTo>
                  <a:pt x="16230600" y="0"/>
                </a:lnTo>
                <a:lnTo>
                  <a:pt x="16230600" y="6208205"/>
                </a:lnTo>
                <a:lnTo>
                  <a:pt x="0" y="6208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Google Shape;166;p23"/>
          <p:cNvSpPr txBox="1"/>
          <p:nvPr/>
        </p:nvSpPr>
        <p:spPr>
          <a:xfrm>
            <a:off x="227820" y="667985"/>
            <a:ext cx="4140000" cy="23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0" b="1" dirty="0">
                <a:solidFill>
                  <a:srgbClr val="10070F"/>
                </a:solidFill>
                <a:latin typeface="Oswald"/>
                <a:sym typeface="Oswald"/>
              </a:rPr>
              <a:t>NICK VUJICIC</a:t>
            </a:r>
            <a:endParaRPr sz="700" dirty="0"/>
          </a:p>
        </p:txBody>
      </p:sp>
      <p:sp>
        <p:nvSpPr>
          <p:cNvPr id="167" name="Google Shape;167;p23"/>
          <p:cNvSpPr txBox="1"/>
          <p:nvPr/>
        </p:nvSpPr>
        <p:spPr>
          <a:xfrm>
            <a:off x="475855" y="3350392"/>
            <a:ext cx="4045006" cy="871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7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chemeClr val="tx1"/>
                </a:solidFill>
                <a:effectLst/>
                <a:latin typeface="Merriweather" panose="00000500000000000000" pitchFamily="2" charset="0"/>
              </a:rPr>
              <a:t>If you can't get a miracle, become one.</a:t>
            </a:r>
            <a:endParaRPr sz="700" b="1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833919-59F0-A278-EA8E-9C8EAB0ABF23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-203885" y="0"/>
            <a:ext cx="1203960" cy="1202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58;p38">
            <a:extLst>
              <a:ext uri="{FF2B5EF4-FFF2-40B4-BE49-F238E27FC236}">
                <a16:creationId xmlns:a16="http://schemas.microsoft.com/office/drawing/2014/main" id="{3E05D6DA-E882-223E-4A4F-B82FC842ECB0}"/>
              </a:ext>
            </a:extLst>
          </p:cNvPr>
          <p:cNvSpPr txBox="1"/>
          <p:nvPr/>
        </p:nvSpPr>
        <p:spPr>
          <a:xfrm>
            <a:off x="3122412" y="63950"/>
            <a:ext cx="289917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bg2"/>
                </a:solidFill>
                <a:latin typeface="Oswald"/>
                <a:ea typeface="Oswald"/>
                <a:cs typeface="Oswald"/>
                <a:sym typeface="Oswald"/>
              </a:rPr>
              <a:t>Our members</a:t>
            </a:r>
            <a:endParaRPr sz="1000" dirty="0">
              <a:solidFill>
                <a:schemeClr val="bg2"/>
              </a:solidFill>
            </a:endParaRPr>
          </a:p>
        </p:txBody>
      </p:sp>
      <p:sp>
        <p:nvSpPr>
          <p:cNvPr id="4" name="Google Shape;458;p38">
            <a:extLst>
              <a:ext uri="{FF2B5EF4-FFF2-40B4-BE49-F238E27FC236}">
                <a16:creationId xmlns:a16="http://schemas.microsoft.com/office/drawing/2014/main" id="{3E0B1D41-F0C6-8C71-384D-58DA6441330F}"/>
              </a:ext>
            </a:extLst>
          </p:cNvPr>
          <p:cNvSpPr txBox="1"/>
          <p:nvPr/>
        </p:nvSpPr>
        <p:spPr>
          <a:xfrm>
            <a:off x="1196967" y="1225053"/>
            <a:ext cx="20332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bg2"/>
                </a:solidFill>
                <a:latin typeface="Fira Sans" panose="020B0503050000020004" pitchFamily="34" charset="0"/>
                <a:ea typeface="Oswald"/>
                <a:cs typeface="Oswald"/>
                <a:sym typeface="Oswald"/>
              </a:rPr>
              <a:t>Pujana</a:t>
            </a:r>
            <a:r>
              <a:rPr lang="en-US" sz="1800" b="1" i="0" u="none" strike="noStrike" cap="none" dirty="0">
                <a:solidFill>
                  <a:schemeClr val="bg2"/>
                </a:solidFill>
                <a:latin typeface="Fira Sans" panose="020B0503050000020004" pitchFamily="34" charset="0"/>
                <a:ea typeface="Oswald"/>
                <a:cs typeface="Oswald"/>
                <a:sym typeface="Oswald"/>
              </a:rPr>
              <a:t> </a:t>
            </a:r>
            <a:r>
              <a:rPr lang="en-US" sz="1800" b="1" i="0" u="none" strike="noStrike" cap="none" dirty="0" err="1">
                <a:solidFill>
                  <a:schemeClr val="bg2"/>
                </a:solidFill>
                <a:latin typeface="Fira Sans" panose="020B0503050000020004" pitchFamily="34" charset="0"/>
                <a:ea typeface="Oswald"/>
                <a:cs typeface="Oswald"/>
                <a:sym typeface="Oswald"/>
              </a:rPr>
              <a:t>Rathnayaka</a:t>
            </a:r>
            <a:r>
              <a:rPr lang="en-US" sz="1800" b="1" i="0" u="none" strike="noStrike" cap="none" dirty="0">
                <a:solidFill>
                  <a:schemeClr val="bg2"/>
                </a:solidFill>
                <a:latin typeface="Fira Sans" panose="020B0503050000020004" pitchFamily="34" charset="0"/>
                <a:ea typeface="Oswald"/>
                <a:cs typeface="Oswald"/>
                <a:sym typeface="Oswald"/>
              </a:rPr>
              <a:t> </a:t>
            </a:r>
            <a:endParaRPr sz="500" b="1" dirty="0">
              <a:solidFill>
                <a:schemeClr val="bg2"/>
              </a:solidFill>
              <a:latin typeface="Fira Sans" panose="020B0503050000020004" pitchFamily="34" charset="0"/>
            </a:endParaRPr>
          </a:p>
        </p:txBody>
      </p:sp>
      <p:sp>
        <p:nvSpPr>
          <p:cNvPr id="5" name="Google Shape;458;p38">
            <a:extLst>
              <a:ext uri="{FF2B5EF4-FFF2-40B4-BE49-F238E27FC236}">
                <a16:creationId xmlns:a16="http://schemas.microsoft.com/office/drawing/2014/main" id="{87C55272-CDBE-856F-7DA2-576B16A2A55A}"/>
              </a:ext>
            </a:extLst>
          </p:cNvPr>
          <p:cNvSpPr txBox="1"/>
          <p:nvPr/>
        </p:nvSpPr>
        <p:spPr>
          <a:xfrm>
            <a:off x="1196966" y="1524990"/>
            <a:ext cx="20332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chemeClr val="bg2"/>
                </a:solidFill>
                <a:effectLst/>
                <a:latin typeface="Fira Sans" panose="020B0503050000020004" pitchFamily="34" charset="0"/>
              </a:rPr>
              <a:t>20222362</a:t>
            </a:r>
            <a:endParaRPr sz="300" dirty="0">
              <a:solidFill>
                <a:schemeClr val="bg2"/>
              </a:solidFill>
              <a:latin typeface="Fira Sans" panose="020B0503050000020004" pitchFamily="34" charset="0"/>
            </a:endParaRPr>
          </a:p>
        </p:txBody>
      </p:sp>
      <p:sp>
        <p:nvSpPr>
          <p:cNvPr id="6" name="Google Shape;458;p38">
            <a:extLst>
              <a:ext uri="{FF2B5EF4-FFF2-40B4-BE49-F238E27FC236}">
                <a16:creationId xmlns:a16="http://schemas.microsoft.com/office/drawing/2014/main" id="{A9DE94FA-DF81-89F1-A78A-8EFED345C128}"/>
              </a:ext>
            </a:extLst>
          </p:cNvPr>
          <p:cNvSpPr txBox="1"/>
          <p:nvPr/>
        </p:nvSpPr>
        <p:spPr>
          <a:xfrm>
            <a:off x="1278107" y="2685957"/>
            <a:ext cx="234139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2"/>
                </a:solidFill>
                <a:latin typeface="Fira Sans" panose="020B0503050000020004" pitchFamily="34" charset="0"/>
                <a:ea typeface="Oswald"/>
                <a:cs typeface="Oswald"/>
                <a:sym typeface="Oswald"/>
              </a:rPr>
              <a:t>Nuran Chandrasekara </a:t>
            </a:r>
            <a:endParaRPr sz="500" b="1" dirty="0">
              <a:solidFill>
                <a:schemeClr val="bg2"/>
              </a:solidFill>
              <a:latin typeface="Fira Sans" panose="020B0503050000020004" pitchFamily="34" charset="0"/>
            </a:endParaRPr>
          </a:p>
        </p:txBody>
      </p:sp>
      <p:sp>
        <p:nvSpPr>
          <p:cNvPr id="7" name="Google Shape;458;p38">
            <a:extLst>
              <a:ext uri="{FF2B5EF4-FFF2-40B4-BE49-F238E27FC236}">
                <a16:creationId xmlns:a16="http://schemas.microsoft.com/office/drawing/2014/main" id="{74BDE489-BD1A-38E0-20B2-8DE4D5A9742B}"/>
              </a:ext>
            </a:extLst>
          </p:cNvPr>
          <p:cNvSpPr txBox="1"/>
          <p:nvPr/>
        </p:nvSpPr>
        <p:spPr>
          <a:xfrm>
            <a:off x="1278106" y="2985894"/>
            <a:ext cx="20332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chemeClr val="bg2"/>
                </a:solidFill>
                <a:effectLst/>
                <a:latin typeface="Fira Sans" panose="020B0503050000020004" pitchFamily="34" charset="0"/>
              </a:rPr>
              <a:t>20221926</a:t>
            </a:r>
            <a:endParaRPr sz="300" dirty="0">
              <a:solidFill>
                <a:schemeClr val="bg2"/>
              </a:solidFill>
              <a:latin typeface="Fira Sans" panose="020B0503050000020004" pitchFamily="34" charset="0"/>
            </a:endParaRPr>
          </a:p>
        </p:txBody>
      </p:sp>
      <p:sp>
        <p:nvSpPr>
          <p:cNvPr id="8" name="Google Shape;458;p38">
            <a:extLst>
              <a:ext uri="{FF2B5EF4-FFF2-40B4-BE49-F238E27FC236}">
                <a16:creationId xmlns:a16="http://schemas.microsoft.com/office/drawing/2014/main" id="{0B4C00AD-D871-7E35-2C47-C242BB2A14EB}"/>
              </a:ext>
            </a:extLst>
          </p:cNvPr>
          <p:cNvSpPr txBox="1"/>
          <p:nvPr/>
        </p:nvSpPr>
        <p:spPr>
          <a:xfrm>
            <a:off x="5611060" y="1109491"/>
            <a:ext cx="20332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bg2"/>
                </a:solidFill>
                <a:latin typeface="Fira Sans" panose="020B0503050000020004" pitchFamily="34" charset="0"/>
                <a:ea typeface="Oswald"/>
                <a:cs typeface="Oswald"/>
                <a:sym typeface="Oswald"/>
              </a:rPr>
              <a:t>Mohomad</a:t>
            </a:r>
            <a:r>
              <a:rPr lang="en-US" sz="1800" b="1" i="0" u="none" strike="noStrike" cap="none" dirty="0">
                <a:solidFill>
                  <a:schemeClr val="bg2"/>
                </a:solidFill>
                <a:latin typeface="Fira Sans" panose="020B0503050000020004" pitchFamily="34" charset="0"/>
                <a:ea typeface="Oswald"/>
                <a:cs typeface="Oswald"/>
                <a:sym typeface="Oswald"/>
              </a:rPr>
              <a:t> </a:t>
            </a:r>
            <a:r>
              <a:rPr lang="en-US" sz="1800" b="1" i="0" u="none" strike="noStrike" cap="none" dirty="0" err="1">
                <a:solidFill>
                  <a:schemeClr val="bg2"/>
                </a:solidFill>
                <a:latin typeface="Fira Sans" panose="020B0503050000020004" pitchFamily="34" charset="0"/>
                <a:ea typeface="Oswald"/>
                <a:cs typeface="Oswald"/>
                <a:sym typeface="Oswald"/>
              </a:rPr>
              <a:t>Huzrin</a:t>
            </a:r>
            <a:endParaRPr lang="en-US" sz="500" b="1" dirty="0">
              <a:solidFill>
                <a:schemeClr val="bg2"/>
              </a:solidFill>
              <a:latin typeface="Fira Sans" panose="020B0503050000020004" pitchFamily="34" charset="0"/>
            </a:endParaRPr>
          </a:p>
        </p:txBody>
      </p:sp>
      <p:sp>
        <p:nvSpPr>
          <p:cNvPr id="9" name="Google Shape;458;p38">
            <a:extLst>
              <a:ext uri="{FF2B5EF4-FFF2-40B4-BE49-F238E27FC236}">
                <a16:creationId xmlns:a16="http://schemas.microsoft.com/office/drawing/2014/main" id="{53C59F39-DE09-DBAB-882E-44A26D0C3A31}"/>
              </a:ext>
            </a:extLst>
          </p:cNvPr>
          <p:cNvSpPr txBox="1"/>
          <p:nvPr/>
        </p:nvSpPr>
        <p:spPr>
          <a:xfrm>
            <a:off x="5611059" y="1409428"/>
            <a:ext cx="20332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chemeClr val="bg2"/>
                </a:solidFill>
                <a:effectLst/>
                <a:latin typeface="Fira Sans" panose="020B0503050000020004" pitchFamily="34" charset="0"/>
              </a:rPr>
              <a:t>20222269</a:t>
            </a:r>
            <a:endParaRPr sz="300" dirty="0">
              <a:solidFill>
                <a:schemeClr val="bg2"/>
              </a:solidFill>
              <a:latin typeface="Fira Sans" panose="020B0503050000020004" pitchFamily="34" charset="0"/>
            </a:endParaRPr>
          </a:p>
        </p:txBody>
      </p:sp>
      <p:sp>
        <p:nvSpPr>
          <p:cNvPr id="10" name="Google Shape;458;p38">
            <a:extLst>
              <a:ext uri="{FF2B5EF4-FFF2-40B4-BE49-F238E27FC236}">
                <a16:creationId xmlns:a16="http://schemas.microsoft.com/office/drawing/2014/main" id="{97443B77-C7AA-3FF3-F2D5-CF473B5BC464}"/>
              </a:ext>
            </a:extLst>
          </p:cNvPr>
          <p:cNvSpPr txBox="1"/>
          <p:nvPr/>
        </p:nvSpPr>
        <p:spPr>
          <a:xfrm>
            <a:off x="5611059" y="2737462"/>
            <a:ext cx="22548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bg2"/>
                </a:solidFill>
                <a:latin typeface="Fira Sans" panose="020B0503050000020004" pitchFamily="34" charset="0"/>
                <a:ea typeface="Oswald"/>
                <a:cs typeface="Oswald"/>
                <a:sym typeface="Oswald"/>
              </a:rPr>
              <a:t>Jithnuka</a:t>
            </a:r>
            <a:r>
              <a:rPr lang="en-US" sz="1800" b="1" i="0" u="none" strike="noStrike" cap="none" dirty="0">
                <a:solidFill>
                  <a:schemeClr val="bg2"/>
                </a:solidFill>
                <a:latin typeface="Fira Sans" panose="020B0503050000020004" pitchFamily="34" charset="0"/>
                <a:ea typeface="Oswald"/>
                <a:cs typeface="Oswald"/>
                <a:sym typeface="Oswald"/>
              </a:rPr>
              <a:t> </a:t>
            </a:r>
            <a:r>
              <a:rPr lang="en-US" sz="1800" b="1" i="0" u="none" strike="noStrike" cap="none" dirty="0" err="1">
                <a:solidFill>
                  <a:schemeClr val="bg2"/>
                </a:solidFill>
                <a:latin typeface="Fira Sans" panose="020B0503050000020004" pitchFamily="34" charset="0"/>
                <a:ea typeface="Oswald"/>
                <a:cs typeface="Oswald"/>
                <a:sym typeface="Oswald"/>
              </a:rPr>
              <a:t>Athurugiriya</a:t>
            </a:r>
            <a:r>
              <a:rPr lang="en-US" sz="1800" b="1" i="0" u="none" strike="noStrike" cap="none" dirty="0">
                <a:solidFill>
                  <a:schemeClr val="bg2"/>
                </a:solidFill>
                <a:latin typeface="Fira Sans" panose="020B0503050000020004" pitchFamily="34" charset="0"/>
                <a:ea typeface="Oswald"/>
                <a:cs typeface="Oswald"/>
                <a:sym typeface="Oswald"/>
              </a:rPr>
              <a:t> </a:t>
            </a:r>
            <a:endParaRPr sz="500" b="1" dirty="0">
              <a:solidFill>
                <a:schemeClr val="bg2"/>
              </a:solidFill>
              <a:latin typeface="Fira Sans" panose="020B0503050000020004" pitchFamily="34" charset="0"/>
            </a:endParaRPr>
          </a:p>
        </p:txBody>
      </p:sp>
      <p:sp>
        <p:nvSpPr>
          <p:cNvPr id="11" name="Google Shape;458;p38">
            <a:extLst>
              <a:ext uri="{FF2B5EF4-FFF2-40B4-BE49-F238E27FC236}">
                <a16:creationId xmlns:a16="http://schemas.microsoft.com/office/drawing/2014/main" id="{BA94DB1B-1D6B-CC4A-2D24-7A4C33E48AF7}"/>
              </a:ext>
            </a:extLst>
          </p:cNvPr>
          <p:cNvSpPr txBox="1"/>
          <p:nvPr/>
        </p:nvSpPr>
        <p:spPr>
          <a:xfrm>
            <a:off x="5611058" y="3037399"/>
            <a:ext cx="20332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chemeClr val="bg2"/>
                </a:solidFill>
                <a:effectLst/>
                <a:latin typeface="Fira Sans" panose="020B0503050000020004" pitchFamily="34" charset="0"/>
              </a:rPr>
              <a:t>20222123</a:t>
            </a:r>
            <a:endParaRPr sz="300" dirty="0">
              <a:solidFill>
                <a:schemeClr val="bg2"/>
              </a:solidFill>
              <a:latin typeface="Fira Sans" panose="020B0503050000020004" pitchFamily="34" charset="0"/>
            </a:endParaRPr>
          </a:p>
        </p:txBody>
      </p:sp>
      <p:sp>
        <p:nvSpPr>
          <p:cNvPr id="12" name="Google Shape;458;p38">
            <a:extLst>
              <a:ext uri="{FF2B5EF4-FFF2-40B4-BE49-F238E27FC236}">
                <a16:creationId xmlns:a16="http://schemas.microsoft.com/office/drawing/2014/main" id="{F79BFF01-61EF-51C2-01A9-4B7F3E25FEA1}"/>
              </a:ext>
            </a:extLst>
          </p:cNvPr>
          <p:cNvSpPr txBox="1"/>
          <p:nvPr/>
        </p:nvSpPr>
        <p:spPr>
          <a:xfrm>
            <a:off x="3555380" y="3881789"/>
            <a:ext cx="20332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2"/>
                </a:solidFill>
                <a:latin typeface="Fira Sans" panose="020B0503050000020004" pitchFamily="34" charset="0"/>
                <a:ea typeface="Oswald"/>
                <a:cs typeface="Oswald"/>
                <a:sym typeface="Oswald"/>
              </a:rPr>
              <a:t>Saad Mazhar</a:t>
            </a:r>
            <a:endParaRPr sz="500" b="1" dirty="0">
              <a:solidFill>
                <a:schemeClr val="bg2"/>
              </a:solidFill>
              <a:latin typeface="Fira Sans" panose="020B0503050000020004" pitchFamily="34" charset="0"/>
            </a:endParaRPr>
          </a:p>
        </p:txBody>
      </p:sp>
      <p:sp>
        <p:nvSpPr>
          <p:cNvPr id="13" name="Google Shape;458;p38">
            <a:extLst>
              <a:ext uri="{FF2B5EF4-FFF2-40B4-BE49-F238E27FC236}">
                <a16:creationId xmlns:a16="http://schemas.microsoft.com/office/drawing/2014/main" id="{5F4F2FD3-AB33-16B7-A9A4-637CB55E401F}"/>
              </a:ext>
            </a:extLst>
          </p:cNvPr>
          <p:cNvSpPr txBox="1"/>
          <p:nvPr/>
        </p:nvSpPr>
        <p:spPr>
          <a:xfrm>
            <a:off x="3555379" y="4181726"/>
            <a:ext cx="203323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chemeClr val="bg2"/>
                </a:solidFill>
                <a:effectLst/>
                <a:latin typeface="Fira Sans" panose="020B0503050000020004" pitchFamily="34" charset="0"/>
              </a:rPr>
              <a:t>20221804</a:t>
            </a:r>
            <a:endParaRPr sz="300" dirty="0">
              <a:solidFill>
                <a:schemeClr val="bg2"/>
              </a:solidFill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985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70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420;p60">
            <a:extLst>
              <a:ext uri="{FF2B5EF4-FFF2-40B4-BE49-F238E27FC236}">
                <a16:creationId xmlns:a16="http://schemas.microsoft.com/office/drawing/2014/main" id="{422DF42A-7287-7044-90A8-52D5DE103B8D}"/>
              </a:ext>
            </a:extLst>
          </p:cNvPr>
          <p:cNvPicPr preferRelativeResize="0"/>
          <p:nvPr/>
        </p:nvPicPr>
        <p:blipFill>
          <a:blip r:embed="rId3"/>
          <a:srcRect t="18360" b="18360"/>
          <a:stretch/>
        </p:blipFill>
        <p:spPr>
          <a:xfrm>
            <a:off x="1035642" y="838110"/>
            <a:ext cx="1462155" cy="1398922"/>
          </a:xfrm>
          <a:prstGeom prst="ellipse">
            <a:avLst/>
          </a:prstGeom>
          <a:noFill/>
          <a:ln>
            <a:noFill/>
          </a:ln>
        </p:spPr>
      </p:pic>
      <p:sp>
        <p:nvSpPr>
          <p:cNvPr id="204" name="Google Shape;204;p26"/>
          <p:cNvSpPr txBox="1"/>
          <p:nvPr/>
        </p:nvSpPr>
        <p:spPr>
          <a:xfrm>
            <a:off x="2823872" y="201349"/>
            <a:ext cx="3852373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none" strike="noStrike" cap="none" dirty="0">
                <a:solidFill>
                  <a:srgbClr val="FFFDF6"/>
                </a:solidFill>
                <a:latin typeface="Oswald"/>
                <a:ea typeface="Oswald"/>
                <a:cs typeface="Oswald"/>
                <a:sym typeface="Oswald"/>
              </a:rPr>
              <a:t>TABLE OF CONTENTS</a:t>
            </a:r>
            <a:endParaRPr sz="700" dirty="0"/>
          </a:p>
        </p:txBody>
      </p:sp>
      <p:sp>
        <p:nvSpPr>
          <p:cNvPr id="205" name="Google Shape;205;p26"/>
          <p:cNvSpPr txBox="1"/>
          <p:nvPr/>
        </p:nvSpPr>
        <p:spPr>
          <a:xfrm>
            <a:off x="732900" y="2284809"/>
            <a:ext cx="23144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Early life of Nick Vujicic</a:t>
            </a:r>
            <a:endParaRPr b="1" dirty="0">
              <a:solidFill>
                <a:schemeClr val="bg1"/>
              </a:solidFill>
            </a:endParaRPr>
          </a:p>
        </p:txBody>
      </p:sp>
      <p:grpSp>
        <p:nvGrpSpPr>
          <p:cNvPr id="211" name="Google Shape;211;p26"/>
          <p:cNvGrpSpPr/>
          <p:nvPr/>
        </p:nvGrpSpPr>
        <p:grpSpPr>
          <a:xfrm rot="-5262198">
            <a:off x="1906345" y="478642"/>
            <a:ext cx="650995" cy="4657969"/>
            <a:chOff x="0" y="0"/>
            <a:chExt cx="1735987" cy="12421253"/>
          </a:xfrm>
        </p:grpSpPr>
        <p:sp>
          <p:nvSpPr>
            <p:cNvPr id="212" name="Google Shape;212;p26"/>
            <p:cNvSpPr/>
            <p:nvPr/>
          </p:nvSpPr>
          <p:spPr>
            <a:xfrm rot="5251913">
              <a:off x="-547502" y="10182333"/>
              <a:ext cx="3227682" cy="1201415"/>
            </a:xfrm>
            <a:custGeom>
              <a:avLst/>
              <a:gdLst/>
              <a:ahLst/>
              <a:cxnLst/>
              <a:rect l="l" t="t" r="r" b="b"/>
              <a:pathLst>
                <a:path w="3227682" h="1201415" extrusionOk="0">
                  <a:moveTo>
                    <a:pt x="0" y="0"/>
                  </a:moveTo>
                  <a:lnTo>
                    <a:pt x="3227682" y="0"/>
                  </a:lnTo>
                  <a:lnTo>
                    <a:pt x="3227682" y="1201415"/>
                  </a:lnTo>
                  <a:lnTo>
                    <a:pt x="0" y="120141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Google Shape;213;p26"/>
            <p:cNvSpPr/>
            <p:nvPr/>
          </p:nvSpPr>
          <p:spPr>
            <a:xfrm rot="-5400000">
              <a:off x="-694687" y="4076253"/>
              <a:ext cx="3227682" cy="1201415"/>
            </a:xfrm>
            <a:custGeom>
              <a:avLst/>
              <a:gdLst/>
              <a:ahLst/>
              <a:cxnLst/>
              <a:rect l="l" t="t" r="r" b="b"/>
              <a:pathLst>
                <a:path w="3227682" h="1201415" extrusionOk="0">
                  <a:moveTo>
                    <a:pt x="0" y="0"/>
                  </a:moveTo>
                  <a:lnTo>
                    <a:pt x="3227682" y="0"/>
                  </a:lnTo>
                  <a:lnTo>
                    <a:pt x="3227682" y="1201415"/>
                  </a:lnTo>
                  <a:lnTo>
                    <a:pt x="0" y="120141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Google Shape;214;p26"/>
            <p:cNvSpPr/>
            <p:nvPr/>
          </p:nvSpPr>
          <p:spPr>
            <a:xfrm rot="5251913">
              <a:off x="-716916" y="7143585"/>
              <a:ext cx="3227682" cy="1201415"/>
            </a:xfrm>
            <a:custGeom>
              <a:avLst/>
              <a:gdLst/>
              <a:ahLst/>
              <a:cxnLst/>
              <a:rect l="l" t="t" r="r" b="b"/>
              <a:pathLst>
                <a:path w="3227682" h="1201415" extrusionOk="0">
                  <a:moveTo>
                    <a:pt x="0" y="0"/>
                  </a:moveTo>
                  <a:lnTo>
                    <a:pt x="3227681" y="0"/>
                  </a:lnTo>
                  <a:lnTo>
                    <a:pt x="3227681" y="1201414"/>
                  </a:lnTo>
                  <a:lnTo>
                    <a:pt x="0" y="12014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" name="Google Shape;215;p26"/>
            <p:cNvSpPr/>
            <p:nvPr/>
          </p:nvSpPr>
          <p:spPr>
            <a:xfrm rot="5251913">
              <a:off x="-944193" y="1037505"/>
              <a:ext cx="3227682" cy="1201415"/>
            </a:xfrm>
            <a:custGeom>
              <a:avLst/>
              <a:gdLst/>
              <a:ahLst/>
              <a:cxnLst/>
              <a:rect l="l" t="t" r="r" b="b"/>
              <a:pathLst>
                <a:path w="3227682" h="1201415" extrusionOk="0">
                  <a:moveTo>
                    <a:pt x="0" y="0"/>
                  </a:moveTo>
                  <a:lnTo>
                    <a:pt x="3227681" y="0"/>
                  </a:lnTo>
                  <a:lnTo>
                    <a:pt x="3227681" y="1201415"/>
                  </a:lnTo>
                  <a:lnTo>
                    <a:pt x="0" y="120141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6" name="Google Shape;216;p26"/>
          <p:cNvGrpSpPr/>
          <p:nvPr/>
        </p:nvGrpSpPr>
        <p:grpSpPr>
          <a:xfrm rot="-5262198">
            <a:off x="6513704" y="482175"/>
            <a:ext cx="599290" cy="4639690"/>
            <a:chOff x="68940" y="24372"/>
            <a:chExt cx="1598106" cy="12372510"/>
          </a:xfrm>
        </p:grpSpPr>
        <p:sp>
          <p:nvSpPr>
            <p:cNvPr id="217" name="Google Shape;217;p26"/>
            <p:cNvSpPr/>
            <p:nvPr/>
          </p:nvSpPr>
          <p:spPr>
            <a:xfrm rot="5251913">
              <a:off x="-547502" y="10182333"/>
              <a:ext cx="3227682" cy="1201415"/>
            </a:xfrm>
            <a:custGeom>
              <a:avLst/>
              <a:gdLst/>
              <a:ahLst/>
              <a:cxnLst/>
              <a:rect l="l" t="t" r="r" b="b"/>
              <a:pathLst>
                <a:path w="3227682" h="1201415" extrusionOk="0">
                  <a:moveTo>
                    <a:pt x="0" y="0"/>
                  </a:moveTo>
                  <a:lnTo>
                    <a:pt x="3227682" y="0"/>
                  </a:lnTo>
                  <a:lnTo>
                    <a:pt x="3227682" y="1201415"/>
                  </a:lnTo>
                  <a:lnTo>
                    <a:pt x="0" y="120141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Google Shape;218;p26"/>
            <p:cNvSpPr/>
            <p:nvPr/>
          </p:nvSpPr>
          <p:spPr>
            <a:xfrm rot="-5400000">
              <a:off x="-694687" y="4076253"/>
              <a:ext cx="3227682" cy="1201415"/>
            </a:xfrm>
            <a:custGeom>
              <a:avLst/>
              <a:gdLst/>
              <a:ahLst/>
              <a:cxnLst/>
              <a:rect l="l" t="t" r="r" b="b"/>
              <a:pathLst>
                <a:path w="3227682" h="1201415" extrusionOk="0">
                  <a:moveTo>
                    <a:pt x="0" y="0"/>
                  </a:moveTo>
                  <a:lnTo>
                    <a:pt x="3227682" y="0"/>
                  </a:lnTo>
                  <a:lnTo>
                    <a:pt x="3227682" y="1201415"/>
                  </a:lnTo>
                  <a:lnTo>
                    <a:pt x="0" y="120141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Google Shape;219;p26"/>
            <p:cNvSpPr/>
            <p:nvPr/>
          </p:nvSpPr>
          <p:spPr>
            <a:xfrm rot="5251913">
              <a:off x="-716916" y="7143585"/>
              <a:ext cx="3227684" cy="1201416"/>
            </a:xfrm>
            <a:custGeom>
              <a:avLst/>
              <a:gdLst/>
              <a:ahLst/>
              <a:cxnLst/>
              <a:rect l="l" t="t" r="r" b="b"/>
              <a:pathLst>
                <a:path w="3227682" h="1201415" extrusionOk="0">
                  <a:moveTo>
                    <a:pt x="0" y="0"/>
                  </a:moveTo>
                  <a:lnTo>
                    <a:pt x="3227681" y="0"/>
                  </a:lnTo>
                  <a:lnTo>
                    <a:pt x="3227681" y="1201414"/>
                  </a:lnTo>
                  <a:lnTo>
                    <a:pt x="0" y="12014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0" name="Google Shape;220;p26"/>
            <p:cNvSpPr/>
            <p:nvPr/>
          </p:nvSpPr>
          <p:spPr>
            <a:xfrm rot="5251913">
              <a:off x="-944193" y="1037505"/>
              <a:ext cx="3227682" cy="1201415"/>
            </a:xfrm>
            <a:custGeom>
              <a:avLst/>
              <a:gdLst/>
              <a:ahLst/>
              <a:cxnLst/>
              <a:rect l="l" t="t" r="r" b="b"/>
              <a:pathLst>
                <a:path w="3227682" h="1201415" extrusionOk="0">
                  <a:moveTo>
                    <a:pt x="0" y="0"/>
                  </a:moveTo>
                  <a:lnTo>
                    <a:pt x="3227681" y="0"/>
                  </a:lnTo>
                  <a:lnTo>
                    <a:pt x="3227681" y="1201415"/>
                  </a:lnTo>
                  <a:lnTo>
                    <a:pt x="0" y="120141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1" name="Google Shape;221;p26"/>
          <p:cNvSpPr/>
          <p:nvPr/>
        </p:nvSpPr>
        <p:spPr>
          <a:xfrm rot="11422013">
            <a:off x="-404608" y="-1776725"/>
            <a:ext cx="8115300" cy="3104102"/>
          </a:xfrm>
          <a:custGeom>
            <a:avLst/>
            <a:gdLst/>
            <a:ahLst/>
            <a:cxnLst/>
            <a:rect l="l" t="t" r="r" b="b"/>
            <a:pathLst>
              <a:path w="16230600" h="6208204" extrusionOk="0">
                <a:moveTo>
                  <a:pt x="0" y="0"/>
                </a:moveTo>
                <a:lnTo>
                  <a:pt x="16230600" y="0"/>
                </a:lnTo>
                <a:lnTo>
                  <a:pt x="16230600" y="6208204"/>
                </a:lnTo>
                <a:lnTo>
                  <a:pt x="0" y="6208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" name="Google Shape;420;p60">
            <a:extLst>
              <a:ext uri="{FF2B5EF4-FFF2-40B4-BE49-F238E27FC236}">
                <a16:creationId xmlns:a16="http://schemas.microsoft.com/office/drawing/2014/main" id="{B062420D-1561-A87C-8831-1382B43E645A}"/>
              </a:ext>
            </a:extLst>
          </p:cNvPr>
          <p:cNvPicPr preferRelativeResize="0"/>
          <p:nvPr/>
        </p:nvPicPr>
        <p:blipFill>
          <a:blip r:embed="rId6"/>
          <a:srcRect t="15780" b="15780"/>
          <a:stretch/>
        </p:blipFill>
        <p:spPr>
          <a:xfrm>
            <a:off x="6875778" y="805709"/>
            <a:ext cx="1462155" cy="1367238"/>
          </a:xfrm>
          <a:prstGeom prst="ellipse">
            <a:avLst/>
          </a:prstGeom>
          <a:noFill/>
          <a:ln>
            <a:noFill/>
          </a:ln>
        </p:spPr>
      </p:pic>
      <p:sp>
        <p:nvSpPr>
          <p:cNvPr id="6" name="Google Shape;205;p26">
            <a:extLst>
              <a:ext uri="{FF2B5EF4-FFF2-40B4-BE49-F238E27FC236}">
                <a16:creationId xmlns:a16="http://schemas.microsoft.com/office/drawing/2014/main" id="{F3ECF2BB-FDA7-3D40-A31A-8B92689A33FE}"/>
              </a:ext>
            </a:extLst>
          </p:cNvPr>
          <p:cNvSpPr txBox="1"/>
          <p:nvPr/>
        </p:nvSpPr>
        <p:spPr>
          <a:xfrm>
            <a:off x="6676245" y="2284299"/>
            <a:ext cx="223220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Projects and Publications 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7" name="Google Shape;420;p60">
            <a:extLst>
              <a:ext uri="{FF2B5EF4-FFF2-40B4-BE49-F238E27FC236}">
                <a16:creationId xmlns:a16="http://schemas.microsoft.com/office/drawing/2014/main" id="{1844BC82-C37A-4C04-274E-0813BF9E4596}"/>
              </a:ext>
            </a:extLst>
          </p:cNvPr>
          <p:cNvPicPr preferRelativeResize="0"/>
          <p:nvPr/>
        </p:nvPicPr>
        <p:blipFill>
          <a:blip r:embed="rId7"/>
          <a:srcRect l="18094" r="18094"/>
          <a:stretch/>
        </p:blipFill>
        <p:spPr>
          <a:xfrm>
            <a:off x="2500676" y="3153394"/>
            <a:ext cx="1462155" cy="1398922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Google Shape;205;p26">
            <a:extLst>
              <a:ext uri="{FF2B5EF4-FFF2-40B4-BE49-F238E27FC236}">
                <a16:creationId xmlns:a16="http://schemas.microsoft.com/office/drawing/2014/main" id="{99FFFEFA-78F0-B9F0-E44E-8A4EC600F98B}"/>
              </a:ext>
            </a:extLst>
          </p:cNvPr>
          <p:cNvSpPr txBox="1"/>
          <p:nvPr/>
        </p:nvSpPr>
        <p:spPr>
          <a:xfrm>
            <a:off x="2795750" y="4641694"/>
            <a:ext cx="110164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Challenges 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9" name="Google Shape;420;p60">
            <a:extLst>
              <a:ext uri="{FF2B5EF4-FFF2-40B4-BE49-F238E27FC236}">
                <a16:creationId xmlns:a16="http://schemas.microsoft.com/office/drawing/2014/main" id="{87060A8D-DFD7-245D-D224-8236D7C3BB9F}"/>
              </a:ext>
            </a:extLst>
          </p:cNvPr>
          <p:cNvPicPr preferRelativeResize="0"/>
          <p:nvPr/>
        </p:nvPicPr>
        <p:blipFill>
          <a:blip r:embed="rId8"/>
          <a:srcRect l="7774" r="7774"/>
          <a:stretch/>
        </p:blipFill>
        <p:spPr>
          <a:xfrm>
            <a:off x="5246604" y="3153394"/>
            <a:ext cx="1462155" cy="1398922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" name="Google Shape;205;p26">
            <a:extLst>
              <a:ext uri="{FF2B5EF4-FFF2-40B4-BE49-F238E27FC236}">
                <a16:creationId xmlns:a16="http://schemas.microsoft.com/office/drawing/2014/main" id="{79DC00CA-EF07-78CF-BEAA-42EFDFE06D38}"/>
              </a:ext>
            </a:extLst>
          </p:cNvPr>
          <p:cNvSpPr txBox="1"/>
          <p:nvPr/>
        </p:nvSpPr>
        <p:spPr>
          <a:xfrm>
            <a:off x="5580475" y="4648293"/>
            <a:ext cx="112828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Conclusion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13" name="Google Shape;420;p60">
            <a:extLst>
              <a:ext uri="{FF2B5EF4-FFF2-40B4-BE49-F238E27FC236}">
                <a16:creationId xmlns:a16="http://schemas.microsoft.com/office/drawing/2014/main" id="{772A3E0D-5761-FEF4-0F28-48E8B2B681F6}"/>
              </a:ext>
            </a:extLst>
          </p:cNvPr>
          <p:cNvPicPr preferRelativeResize="0"/>
          <p:nvPr/>
        </p:nvPicPr>
        <p:blipFill>
          <a:blip r:embed="rId9"/>
          <a:srcRect l="17218" r="17218"/>
          <a:stretch/>
        </p:blipFill>
        <p:spPr>
          <a:xfrm>
            <a:off x="4162364" y="868436"/>
            <a:ext cx="1462155" cy="1367238"/>
          </a:xfrm>
          <a:prstGeom prst="ellipse">
            <a:avLst/>
          </a:prstGeom>
          <a:noFill/>
          <a:ln>
            <a:noFill/>
          </a:ln>
        </p:spPr>
      </p:pic>
      <p:sp>
        <p:nvSpPr>
          <p:cNvPr id="14" name="Google Shape;205;p26">
            <a:extLst>
              <a:ext uri="{FF2B5EF4-FFF2-40B4-BE49-F238E27FC236}">
                <a16:creationId xmlns:a16="http://schemas.microsoft.com/office/drawing/2014/main" id="{A197B856-CF34-F680-530A-E21475050B36}"/>
              </a:ext>
            </a:extLst>
          </p:cNvPr>
          <p:cNvSpPr txBox="1"/>
          <p:nvPr/>
        </p:nvSpPr>
        <p:spPr>
          <a:xfrm>
            <a:off x="3962831" y="2347026"/>
            <a:ext cx="223220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Present life of Nick Vujicic</a:t>
            </a:r>
            <a:endParaRPr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70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4"/>
          <p:cNvPicPr preferRelativeResize="0"/>
          <p:nvPr/>
        </p:nvPicPr>
        <p:blipFill>
          <a:blip r:embed="rId3"/>
          <a:srcRect/>
          <a:stretch/>
        </p:blipFill>
        <p:spPr>
          <a:xfrm>
            <a:off x="6276417" y="-64467"/>
            <a:ext cx="2867583" cy="520796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4"/>
          <p:cNvSpPr txBox="1"/>
          <p:nvPr/>
        </p:nvSpPr>
        <p:spPr>
          <a:xfrm>
            <a:off x="994179" y="209262"/>
            <a:ext cx="487446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sng" strike="noStrike" cap="none" dirty="0">
                <a:solidFill>
                  <a:srgbClr val="FFFDF6"/>
                </a:solidFill>
                <a:latin typeface="Oswald"/>
                <a:ea typeface="Oswald"/>
                <a:cs typeface="Oswald"/>
                <a:sym typeface="Oswald"/>
              </a:rPr>
              <a:t>Early Life Of Nick Vujicic</a:t>
            </a:r>
            <a:endParaRPr sz="700" u="sng" dirty="0"/>
          </a:p>
        </p:txBody>
      </p:sp>
      <p:grpSp>
        <p:nvGrpSpPr>
          <p:cNvPr id="174" name="Google Shape;174;p24"/>
          <p:cNvGrpSpPr/>
          <p:nvPr/>
        </p:nvGrpSpPr>
        <p:grpSpPr>
          <a:xfrm>
            <a:off x="5868639" y="-91013"/>
            <a:ext cx="743849" cy="5322355"/>
            <a:chOff x="-1" y="0"/>
            <a:chExt cx="1983599" cy="14192947"/>
          </a:xfrm>
        </p:grpSpPr>
        <p:sp>
          <p:nvSpPr>
            <p:cNvPr id="175" name="Google Shape;175;p24"/>
            <p:cNvSpPr/>
            <p:nvPr/>
          </p:nvSpPr>
          <p:spPr>
            <a:xfrm rot="5251913">
              <a:off x="-625594" y="11634681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Google Shape;176;p24"/>
            <p:cNvSpPr/>
            <p:nvPr/>
          </p:nvSpPr>
          <p:spPr>
            <a:xfrm rot="-5400000">
              <a:off x="-793773" y="4657666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Google Shape;177;p24"/>
            <p:cNvSpPr/>
            <p:nvPr/>
          </p:nvSpPr>
          <p:spPr>
            <a:xfrm rot="5251913">
              <a:off x="-819173" y="8162503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Google Shape;178;p24"/>
            <p:cNvSpPr/>
            <p:nvPr/>
          </p:nvSpPr>
          <p:spPr>
            <a:xfrm rot="5251913">
              <a:off x="-1078868" y="1185488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9" name="Google Shape;179;p24"/>
          <p:cNvGrpSpPr/>
          <p:nvPr/>
        </p:nvGrpSpPr>
        <p:grpSpPr>
          <a:xfrm rot="357715">
            <a:off x="-415237" y="-78633"/>
            <a:ext cx="743849" cy="5322355"/>
            <a:chOff x="-1" y="0"/>
            <a:chExt cx="1983599" cy="14192947"/>
          </a:xfrm>
        </p:grpSpPr>
        <p:sp>
          <p:nvSpPr>
            <p:cNvPr id="180" name="Google Shape;180;p24"/>
            <p:cNvSpPr/>
            <p:nvPr/>
          </p:nvSpPr>
          <p:spPr>
            <a:xfrm rot="5251913">
              <a:off x="-625594" y="11634681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Google Shape;181;p24"/>
            <p:cNvSpPr/>
            <p:nvPr/>
          </p:nvSpPr>
          <p:spPr>
            <a:xfrm rot="-5400000">
              <a:off x="-793773" y="4657666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Google Shape;182;p24"/>
            <p:cNvSpPr/>
            <p:nvPr/>
          </p:nvSpPr>
          <p:spPr>
            <a:xfrm rot="5251913">
              <a:off x="-819173" y="8162503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Google Shape;183;p24"/>
            <p:cNvSpPr/>
            <p:nvPr/>
          </p:nvSpPr>
          <p:spPr>
            <a:xfrm rot="5251913">
              <a:off x="-1078868" y="1185488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" name="Google Shape;184;p24"/>
          <p:cNvSpPr txBox="1"/>
          <p:nvPr/>
        </p:nvSpPr>
        <p:spPr>
          <a:xfrm>
            <a:off x="941390" y="1440749"/>
            <a:ext cx="487446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FDF6"/>
                </a:solidFill>
                <a:latin typeface="Nunito"/>
                <a:ea typeface="Nunito"/>
                <a:cs typeface="Nunito"/>
                <a:sym typeface="Nunito"/>
              </a:rPr>
              <a:t>Nick Vujicic was born on December 4, 1982, in Melbourne, Australia.</a:t>
            </a:r>
            <a:endParaRPr sz="1100" b="1" dirty="0"/>
          </a:p>
        </p:txBody>
      </p:sp>
      <p:sp>
        <p:nvSpPr>
          <p:cNvPr id="2" name="Google Shape;184;p24">
            <a:extLst>
              <a:ext uri="{FF2B5EF4-FFF2-40B4-BE49-F238E27FC236}">
                <a16:creationId xmlns:a16="http://schemas.microsoft.com/office/drawing/2014/main" id="{9F120847-61AC-192A-C617-33646311B4CD}"/>
              </a:ext>
            </a:extLst>
          </p:cNvPr>
          <p:cNvSpPr txBox="1"/>
          <p:nvPr/>
        </p:nvSpPr>
        <p:spPr>
          <a:xfrm>
            <a:off x="941389" y="2143192"/>
            <a:ext cx="487445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FDF6"/>
                </a:solidFill>
                <a:latin typeface="Nunito"/>
                <a:ea typeface="Nunito"/>
                <a:cs typeface="Nunito"/>
                <a:sym typeface="Nunito"/>
              </a:rPr>
              <a:t> Nick was born with a rare condition known as phocomelia, which is characterized by the absence of limbs.</a:t>
            </a:r>
            <a:endParaRPr sz="1100" b="1" dirty="0"/>
          </a:p>
        </p:txBody>
      </p:sp>
      <p:sp>
        <p:nvSpPr>
          <p:cNvPr id="3" name="Google Shape;184;p24">
            <a:extLst>
              <a:ext uri="{FF2B5EF4-FFF2-40B4-BE49-F238E27FC236}">
                <a16:creationId xmlns:a16="http://schemas.microsoft.com/office/drawing/2014/main" id="{C95CA309-A70B-930E-4598-226F95817792}"/>
              </a:ext>
            </a:extLst>
          </p:cNvPr>
          <p:cNvSpPr txBox="1"/>
          <p:nvPr/>
        </p:nvSpPr>
        <p:spPr>
          <a:xfrm>
            <a:off x="994179" y="3158695"/>
            <a:ext cx="482167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FDF6"/>
                </a:solidFill>
                <a:latin typeface="Nunito"/>
                <a:ea typeface="Nunito"/>
                <a:cs typeface="Nunito"/>
                <a:sym typeface="Nunito"/>
              </a:rPr>
              <a:t>Family supported Nick with adaptations for easier life with disability.</a:t>
            </a:r>
            <a:endParaRPr sz="1100" b="1" dirty="0"/>
          </a:p>
        </p:txBody>
      </p:sp>
      <p:sp>
        <p:nvSpPr>
          <p:cNvPr id="4" name="Google Shape;184;p24">
            <a:extLst>
              <a:ext uri="{FF2B5EF4-FFF2-40B4-BE49-F238E27FC236}">
                <a16:creationId xmlns:a16="http://schemas.microsoft.com/office/drawing/2014/main" id="{348A0B7D-A414-6EDA-705E-8E0DA19C3FC2}"/>
              </a:ext>
            </a:extLst>
          </p:cNvPr>
          <p:cNvSpPr txBox="1"/>
          <p:nvPr/>
        </p:nvSpPr>
        <p:spPr>
          <a:xfrm>
            <a:off x="994178" y="3958754"/>
            <a:ext cx="482167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FDF6"/>
                </a:solidFill>
                <a:latin typeface="Nunito"/>
                <a:ea typeface="Nunito"/>
                <a:cs typeface="Nunito"/>
                <a:sym typeface="Nunito"/>
              </a:rPr>
              <a:t>Nick faced challenges in mainstream school, overcoming bullying and discrimination.</a:t>
            </a:r>
            <a:endParaRPr lang="en-US" sz="1100" b="1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3;p24">
            <a:extLst>
              <a:ext uri="{FF2B5EF4-FFF2-40B4-BE49-F238E27FC236}">
                <a16:creationId xmlns:a16="http://schemas.microsoft.com/office/drawing/2014/main" id="{7AAE6F0F-D8BD-1E02-7B14-A8B13E626D54}"/>
              </a:ext>
            </a:extLst>
          </p:cNvPr>
          <p:cNvSpPr txBox="1"/>
          <p:nvPr/>
        </p:nvSpPr>
        <p:spPr>
          <a:xfrm>
            <a:off x="346479" y="262602"/>
            <a:ext cx="4941802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u="sng" dirty="0">
                <a:solidFill>
                  <a:srgbClr val="FFFDF6"/>
                </a:solidFill>
                <a:latin typeface="Oswald"/>
                <a:ea typeface="Oswald"/>
                <a:cs typeface="Oswald"/>
                <a:sym typeface="Oswald"/>
              </a:rPr>
              <a:t>Present</a:t>
            </a:r>
            <a:r>
              <a:rPr lang="en" sz="3500" b="1" i="0" u="sng" strike="noStrike" cap="none" dirty="0">
                <a:solidFill>
                  <a:srgbClr val="FFFDF6"/>
                </a:solidFill>
                <a:latin typeface="Oswald"/>
                <a:ea typeface="Oswald"/>
                <a:cs typeface="Oswald"/>
                <a:sym typeface="Oswald"/>
              </a:rPr>
              <a:t> Life Of Nick </a:t>
            </a:r>
            <a:r>
              <a:rPr lang="en" sz="3500" i="0" u="sng" strike="noStrike" cap="none" dirty="0">
                <a:solidFill>
                  <a:srgbClr val="FFFDF6"/>
                </a:solidFill>
                <a:latin typeface="Oswald"/>
                <a:ea typeface="Oswald"/>
                <a:cs typeface="Oswald"/>
                <a:sym typeface="Oswald"/>
              </a:rPr>
              <a:t>Vujicic</a:t>
            </a:r>
            <a:endParaRPr sz="700" u="sn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C43FB0-3EC7-79C8-0845-0467F2CC19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88919" y="-9057"/>
            <a:ext cx="4023359" cy="5234940"/>
          </a:xfrm>
          <a:prstGeom prst="rect">
            <a:avLst/>
          </a:prstGeom>
        </p:spPr>
      </p:pic>
      <p:grpSp>
        <p:nvGrpSpPr>
          <p:cNvPr id="12" name="Google Shape;211;p26">
            <a:extLst>
              <a:ext uri="{FF2B5EF4-FFF2-40B4-BE49-F238E27FC236}">
                <a16:creationId xmlns:a16="http://schemas.microsoft.com/office/drawing/2014/main" id="{5495D92E-D202-8419-091A-F6BF4ABCBA04}"/>
              </a:ext>
            </a:extLst>
          </p:cNvPr>
          <p:cNvGrpSpPr/>
          <p:nvPr/>
        </p:nvGrpSpPr>
        <p:grpSpPr>
          <a:xfrm>
            <a:off x="5773723" y="-302011"/>
            <a:ext cx="650995" cy="5747522"/>
            <a:chOff x="0" y="0"/>
            <a:chExt cx="1735987" cy="12421253"/>
          </a:xfrm>
        </p:grpSpPr>
        <p:sp>
          <p:nvSpPr>
            <p:cNvPr id="13" name="Google Shape;212;p26">
              <a:extLst>
                <a:ext uri="{FF2B5EF4-FFF2-40B4-BE49-F238E27FC236}">
                  <a16:creationId xmlns:a16="http://schemas.microsoft.com/office/drawing/2014/main" id="{F8586CCC-CCB0-9B49-EEF1-9D8A7B33AE73}"/>
                </a:ext>
              </a:extLst>
            </p:cNvPr>
            <p:cNvSpPr/>
            <p:nvPr/>
          </p:nvSpPr>
          <p:spPr>
            <a:xfrm rot="5251913">
              <a:off x="-547502" y="10182333"/>
              <a:ext cx="3227682" cy="1201415"/>
            </a:xfrm>
            <a:custGeom>
              <a:avLst/>
              <a:gdLst/>
              <a:ahLst/>
              <a:cxnLst/>
              <a:rect l="l" t="t" r="r" b="b"/>
              <a:pathLst>
                <a:path w="3227682" h="1201415" extrusionOk="0">
                  <a:moveTo>
                    <a:pt x="0" y="0"/>
                  </a:moveTo>
                  <a:lnTo>
                    <a:pt x="3227682" y="0"/>
                  </a:lnTo>
                  <a:lnTo>
                    <a:pt x="3227682" y="1201415"/>
                  </a:lnTo>
                  <a:lnTo>
                    <a:pt x="0" y="120141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Google Shape;213;p26">
              <a:extLst>
                <a:ext uri="{FF2B5EF4-FFF2-40B4-BE49-F238E27FC236}">
                  <a16:creationId xmlns:a16="http://schemas.microsoft.com/office/drawing/2014/main" id="{0A738E3C-FE7D-3E93-1CAA-E4515CC39C66}"/>
                </a:ext>
              </a:extLst>
            </p:cNvPr>
            <p:cNvSpPr/>
            <p:nvPr/>
          </p:nvSpPr>
          <p:spPr>
            <a:xfrm rot="-5400000">
              <a:off x="-694687" y="4076253"/>
              <a:ext cx="3227682" cy="1201415"/>
            </a:xfrm>
            <a:custGeom>
              <a:avLst/>
              <a:gdLst/>
              <a:ahLst/>
              <a:cxnLst/>
              <a:rect l="l" t="t" r="r" b="b"/>
              <a:pathLst>
                <a:path w="3227682" h="1201415" extrusionOk="0">
                  <a:moveTo>
                    <a:pt x="0" y="0"/>
                  </a:moveTo>
                  <a:lnTo>
                    <a:pt x="3227682" y="0"/>
                  </a:lnTo>
                  <a:lnTo>
                    <a:pt x="3227682" y="1201415"/>
                  </a:lnTo>
                  <a:lnTo>
                    <a:pt x="0" y="120141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Google Shape;214;p26">
              <a:extLst>
                <a:ext uri="{FF2B5EF4-FFF2-40B4-BE49-F238E27FC236}">
                  <a16:creationId xmlns:a16="http://schemas.microsoft.com/office/drawing/2014/main" id="{0492A4B2-EE75-FC80-B0BC-130B8C8AB7DD}"/>
                </a:ext>
              </a:extLst>
            </p:cNvPr>
            <p:cNvSpPr/>
            <p:nvPr/>
          </p:nvSpPr>
          <p:spPr>
            <a:xfrm rot="5251913">
              <a:off x="-716916" y="7143585"/>
              <a:ext cx="3227682" cy="1201415"/>
            </a:xfrm>
            <a:custGeom>
              <a:avLst/>
              <a:gdLst/>
              <a:ahLst/>
              <a:cxnLst/>
              <a:rect l="l" t="t" r="r" b="b"/>
              <a:pathLst>
                <a:path w="3227682" h="1201415" extrusionOk="0">
                  <a:moveTo>
                    <a:pt x="0" y="0"/>
                  </a:moveTo>
                  <a:lnTo>
                    <a:pt x="3227681" y="0"/>
                  </a:lnTo>
                  <a:lnTo>
                    <a:pt x="3227681" y="1201414"/>
                  </a:lnTo>
                  <a:lnTo>
                    <a:pt x="0" y="12014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" name="Google Shape;215;p26">
              <a:extLst>
                <a:ext uri="{FF2B5EF4-FFF2-40B4-BE49-F238E27FC236}">
                  <a16:creationId xmlns:a16="http://schemas.microsoft.com/office/drawing/2014/main" id="{EA5FC1F3-134E-52F9-7C09-F4A82D54C34C}"/>
                </a:ext>
              </a:extLst>
            </p:cNvPr>
            <p:cNvSpPr/>
            <p:nvPr/>
          </p:nvSpPr>
          <p:spPr>
            <a:xfrm rot="5251913">
              <a:off x="-944193" y="1037505"/>
              <a:ext cx="3227682" cy="1201415"/>
            </a:xfrm>
            <a:custGeom>
              <a:avLst/>
              <a:gdLst/>
              <a:ahLst/>
              <a:cxnLst/>
              <a:rect l="l" t="t" r="r" b="b"/>
              <a:pathLst>
                <a:path w="3227682" h="1201415" extrusionOk="0">
                  <a:moveTo>
                    <a:pt x="0" y="0"/>
                  </a:moveTo>
                  <a:lnTo>
                    <a:pt x="3227681" y="0"/>
                  </a:lnTo>
                  <a:lnTo>
                    <a:pt x="3227681" y="1201415"/>
                  </a:lnTo>
                  <a:lnTo>
                    <a:pt x="0" y="120141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Google Shape;184;p24">
            <a:extLst>
              <a:ext uri="{FF2B5EF4-FFF2-40B4-BE49-F238E27FC236}">
                <a16:creationId xmlns:a16="http://schemas.microsoft.com/office/drawing/2014/main" id="{2A12384F-4FF3-EE6F-7E2D-75E98F4EBDA2}"/>
              </a:ext>
            </a:extLst>
          </p:cNvPr>
          <p:cNvSpPr txBox="1"/>
          <p:nvPr/>
        </p:nvSpPr>
        <p:spPr>
          <a:xfrm>
            <a:off x="413821" y="1115346"/>
            <a:ext cx="487446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FDF6"/>
                </a:solidFill>
                <a:latin typeface="Nunito"/>
                <a:ea typeface="Nunito"/>
                <a:cs typeface="Nunito"/>
                <a:sym typeface="Nunito"/>
              </a:rPr>
              <a:t>Motivational Speaking,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FDF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Nunito"/>
              </a:rPr>
              <a:t>	Vujicic travels extensively around the globe, delivering inspiring speeches to audiences of all ages and backgrounds.</a:t>
            </a:r>
            <a:endParaRPr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Google Shape;184;p24">
            <a:extLst>
              <a:ext uri="{FF2B5EF4-FFF2-40B4-BE49-F238E27FC236}">
                <a16:creationId xmlns:a16="http://schemas.microsoft.com/office/drawing/2014/main" id="{BF859379-38EA-2CCF-BACD-082C1F0CD37B}"/>
              </a:ext>
            </a:extLst>
          </p:cNvPr>
          <p:cNvSpPr txBox="1"/>
          <p:nvPr/>
        </p:nvSpPr>
        <p:spPr>
          <a:xfrm>
            <a:off x="512881" y="2100571"/>
            <a:ext cx="487446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FFFDF6"/>
                </a:solidFill>
                <a:latin typeface="Nunito"/>
                <a:ea typeface="Nunito"/>
                <a:cs typeface="Nunito"/>
                <a:sym typeface="Nunito"/>
              </a:rPr>
              <a:t>Writing</a:t>
            </a:r>
            <a:r>
              <a:rPr lang="en-US" b="1" i="0" u="none" strike="noStrike" cap="none" dirty="0">
                <a:solidFill>
                  <a:srgbClr val="FFFDF6"/>
                </a:solidFill>
                <a:latin typeface="Nunito"/>
                <a:ea typeface="Nunito"/>
                <a:cs typeface="Nunito"/>
                <a:sym typeface="Nunito"/>
              </a:rPr>
              <a:t>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DF6"/>
                </a:solidFill>
                <a:latin typeface="Nunito"/>
                <a:ea typeface="Calibri" panose="020F0502020204030204" pitchFamily="34" charset="0"/>
                <a:cs typeface="Iskoola Pota" panose="020B0502040204020203" pitchFamily="34" charset="0"/>
                <a:sym typeface="Nunito"/>
              </a:rPr>
              <a:t>           </a:t>
            </a: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B0502040204020203" pitchFamily="34" charset="0"/>
              </a:rPr>
              <a:t>Vujicic is a prolific author, having penned several books that have touched the lives of millions worldwide</a:t>
            </a:r>
            <a:endParaRPr sz="900" dirty="0">
              <a:solidFill>
                <a:schemeClr val="bg2"/>
              </a:solidFill>
            </a:endParaRPr>
          </a:p>
        </p:txBody>
      </p:sp>
      <p:sp>
        <p:nvSpPr>
          <p:cNvPr id="22" name="Google Shape;184;p24">
            <a:extLst>
              <a:ext uri="{FF2B5EF4-FFF2-40B4-BE49-F238E27FC236}">
                <a16:creationId xmlns:a16="http://schemas.microsoft.com/office/drawing/2014/main" id="{AFE6A85C-A10E-6A68-B01C-FAE670AFD3BF}"/>
              </a:ext>
            </a:extLst>
          </p:cNvPr>
          <p:cNvSpPr txBox="1"/>
          <p:nvPr/>
        </p:nvSpPr>
        <p:spPr>
          <a:xfrm>
            <a:off x="518774" y="3037831"/>
            <a:ext cx="487446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FDF6"/>
                </a:solidFill>
                <a:latin typeface="Nunito"/>
                <a:ea typeface="Nunito"/>
                <a:cs typeface="Nunito"/>
                <a:sym typeface="Nunito"/>
              </a:rPr>
              <a:t>Acting,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Nunito"/>
              </a:rPr>
              <a:t>           </a:t>
            </a: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Vujicic has ventured into the world of acting, appearing in several short films and a few television shows. </a:t>
            </a:r>
            <a:endParaRPr lang="en-US" sz="1200" b="1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Nunito"/>
            </a:endParaRPr>
          </a:p>
        </p:txBody>
      </p:sp>
      <p:sp>
        <p:nvSpPr>
          <p:cNvPr id="25" name="Google Shape;184;p24">
            <a:extLst>
              <a:ext uri="{FF2B5EF4-FFF2-40B4-BE49-F238E27FC236}">
                <a16:creationId xmlns:a16="http://schemas.microsoft.com/office/drawing/2014/main" id="{328965CF-3ACB-4662-E2BC-6072F66B37F1}"/>
              </a:ext>
            </a:extLst>
          </p:cNvPr>
          <p:cNvSpPr txBox="1"/>
          <p:nvPr/>
        </p:nvSpPr>
        <p:spPr>
          <a:xfrm>
            <a:off x="587058" y="3931723"/>
            <a:ext cx="487446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2"/>
                </a:solidFill>
                <a:effectLst/>
                <a:latin typeface="Nunito" panose="00000500000000000000" pitchFamily="2" charset="0"/>
                <a:ea typeface="Calibri" panose="020F0502020204030204" pitchFamily="34" charset="0"/>
                <a:cs typeface="Iskoola Pota" panose="020B0502040204020203" pitchFamily="34" charset="0"/>
              </a:rPr>
              <a:t>Entrepreneurial Ventures</a:t>
            </a:r>
            <a:r>
              <a:rPr lang="en-US" sz="1200" b="1" i="0" u="none" strike="noStrike" cap="none" dirty="0">
                <a:solidFill>
                  <a:srgbClr val="FFFDF6"/>
                </a:solidFill>
                <a:latin typeface="Nunito" panose="00000500000000000000" pitchFamily="2" charset="0"/>
                <a:ea typeface="Nunito"/>
                <a:cs typeface="Nunito"/>
                <a:sym typeface="Nunito"/>
              </a:rPr>
              <a:t>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Nunito"/>
              </a:rPr>
              <a:t>           </a:t>
            </a: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B0502040204020203" pitchFamily="34" charset="0"/>
              </a:rPr>
              <a:t>Vujicic is not only a motivational speaker and author but also a successful entrepreneur.</a:t>
            </a:r>
            <a:endParaRPr lang="en-US" sz="1100" b="1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999623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70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5"/>
          <p:cNvPicPr preferRelativeResize="0"/>
          <p:nvPr/>
        </p:nvPicPr>
        <p:blipFill>
          <a:blip r:embed="rId3"/>
          <a:srcRect/>
          <a:stretch/>
        </p:blipFill>
        <p:spPr>
          <a:xfrm>
            <a:off x="5377956" y="-5609"/>
            <a:ext cx="43924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/>
          <p:nvPr/>
        </p:nvSpPr>
        <p:spPr>
          <a:xfrm rot="234551">
            <a:off x="-931545" y="-2206216"/>
            <a:ext cx="8115300" cy="3104102"/>
          </a:xfrm>
          <a:custGeom>
            <a:avLst/>
            <a:gdLst/>
            <a:ahLst/>
            <a:cxnLst/>
            <a:rect l="l" t="t" r="r" b="b"/>
            <a:pathLst>
              <a:path w="16230600" h="6208204" extrusionOk="0">
                <a:moveTo>
                  <a:pt x="0" y="0"/>
                </a:moveTo>
                <a:lnTo>
                  <a:pt x="16230600" y="0"/>
                </a:lnTo>
                <a:lnTo>
                  <a:pt x="16230600" y="6208205"/>
                </a:lnTo>
                <a:lnTo>
                  <a:pt x="0" y="6208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7" name="Google Shape;197;p25"/>
          <p:cNvSpPr txBox="1"/>
          <p:nvPr/>
        </p:nvSpPr>
        <p:spPr>
          <a:xfrm>
            <a:off x="2893950" y="479941"/>
            <a:ext cx="167805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u="sng" dirty="0">
                <a:solidFill>
                  <a:srgbClr val="FFFDF6"/>
                </a:solidFill>
                <a:latin typeface="Oswald"/>
                <a:sym typeface="Oswald"/>
              </a:rPr>
              <a:t>Projects </a:t>
            </a:r>
            <a:endParaRPr sz="700" u="sng" dirty="0"/>
          </a:p>
        </p:txBody>
      </p:sp>
      <p:sp>
        <p:nvSpPr>
          <p:cNvPr id="198" name="Google Shape;198;p25"/>
          <p:cNvSpPr txBox="1"/>
          <p:nvPr/>
        </p:nvSpPr>
        <p:spPr>
          <a:xfrm>
            <a:off x="173415" y="1073470"/>
            <a:ext cx="476434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Nunito" panose="00000500000000000000" pitchFamily="2" charset="0"/>
                <a:ea typeface="Calibri" panose="020F0502020204030204" pitchFamily="34" charset="0"/>
                <a:cs typeface="Iskoola Pota" panose="020B0502040204020203" pitchFamily="34" charset="0"/>
              </a:rPr>
              <a:t>Life Without Limbs,</a:t>
            </a:r>
            <a:endParaRPr lang="en-US" sz="1600" kern="100" dirty="0">
              <a:solidFill>
                <a:schemeClr val="bg1"/>
              </a:solidFill>
              <a:effectLst/>
              <a:latin typeface="Nunito" panose="00000500000000000000" pitchFamily="2" charset="0"/>
              <a:ea typeface="Calibri" panose="020F0502020204030204" pitchFamily="34" charset="0"/>
              <a:cs typeface="Iskoola Pota" panose="020B0502040204020203" pitchFamily="34" charset="0"/>
            </a:endParaRPr>
          </a:p>
          <a:p>
            <a:pPr marR="0"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Iskoola Pota" panose="020B0502040204020203" pitchFamily="34" charset="0"/>
              </a:rPr>
              <a:t>    </a:t>
            </a:r>
            <a:r>
              <a:rPr lang="en-US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B0502040204020203" pitchFamily="34" charset="0"/>
              </a:rPr>
              <a:t>Founder and CEO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B0502040204020203" pitchFamily="34" charset="0"/>
              </a:rPr>
              <a:t>    Mission: Sharing the message of hope, love, and faith globally</a:t>
            </a:r>
          </a:p>
        </p:txBody>
      </p:sp>
      <p:sp>
        <p:nvSpPr>
          <p:cNvPr id="3" name="Google Shape;198;p25">
            <a:extLst>
              <a:ext uri="{FF2B5EF4-FFF2-40B4-BE49-F238E27FC236}">
                <a16:creationId xmlns:a16="http://schemas.microsoft.com/office/drawing/2014/main" id="{0ECA6005-0F94-F63A-2438-0CABBB24F59D}"/>
              </a:ext>
            </a:extLst>
          </p:cNvPr>
          <p:cNvSpPr txBox="1"/>
          <p:nvPr/>
        </p:nvSpPr>
        <p:spPr>
          <a:xfrm>
            <a:off x="173415" y="2260004"/>
            <a:ext cx="4724340" cy="133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Nunito" panose="00000500000000000000" pitchFamily="2" charset="0"/>
                <a:ea typeface="Calibri" panose="020F0502020204030204" pitchFamily="34" charset="0"/>
                <a:cs typeface="Iskoola Pota" panose="020B0502040204020203" pitchFamily="34" charset="0"/>
              </a:rPr>
              <a:t>Attitude is Altitude ,</a:t>
            </a:r>
            <a:endParaRPr lang="en-US" sz="1600" kern="100" dirty="0">
              <a:solidFill>
                <a:schemeClr val="bg1"/>
              </a:solidFill>
              <a:effectLst/>
              <a:latin typeface="Nunito" panose="00000500000000000000" pitchFamily="2" charset="0"/>
              <a:ea typeface="Calibri" panose="020F0502020204030204" pitchFamily="34" charset="0"/>
              <a:cs typeface="Iskoola Pota" panose="020B0502040204020203" pitchFamily="34" charset="0"/>
            </a:endParaRPr>
          </a:p>
          <a:p>
            <a:pPr marR="0"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Iskoola Pota" panose="020B0502040204020203" pitchFamily="34" charset="0"/>
              </a:rPr>
              <a:t>    </a:t>
            </a:r>
            <a:r>
              <a:rPr lang="en-US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B0502040204020203" pitchFamily="34" charset="0"/>
              </a:rPr>
              <a:t>Founder</a:t>
            </a:r>
          </a:p>
          <a:p>
            <a:pPr>
              <a:spcAft>
                <a:spcPts val="800"/>
              </a:spcAft>
            </a:pPr>
            <a:r>
              <a:rPr lang="en-US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B0502040204020203" pitchFamily="34" charset="0"/>
              </a:rPr>
              <a:t>    Goal: Motivating individuals to overcome challenges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endParaRPr lang="en-US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B0502040204020203" pitchFamily="34" charset="0"/>
            </a:endParaRPr>
          </a:p>
        </p:txBody>
      </p:sp>
      <p:sp>
        <p:nvSpPr>
          <p:cNvPr id="4" name="Google Shape;198;p25">
            <a:extLst>
              <a:ext uri="{FF2B5EF4-FFF2-40B4-BE49-F238E27FC236}">
                <a16:creationId xmlns:a16="http://schemas.microsoft.com/office/drawing/2014/main" id="{336E081A-9B53-0E87-F920-9B4D3C4AE7C0}"/>
              </a:ext>
            </a:extLst>
          </p:cNvPr>
          <p:cNvSpPr txBox="1"/>
          <p:nvPr/>
        </p:nvSpPr>
        <p:spPr>
          <a:xfrm>
            <a:off x="198323" y="3629309"/>
            <a:ext cx="4724340" cy="1398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>
              <a:spcBef>
                <a:spcPts val="0"/>
              </a:spcBef>
              <a:spcAft>
                <a:spcPts val="800"/>
              </a:spcAft>
            </a:pPr>
            <a:r>
              <a:rPr lang="en-US" sz="1600" b="1" kern="100" dirty="0">
                <a:solidFill>
                  <a:schemeClr val="bg1"/>
                </a:solidFill>
                <a:effectLst/>
                <a:latin typeface="Nunito" panose="00000500000000000000" pitchFamily="2" charset="0"/>
                <a:ea typeface="Calibri" panose="020F0502020204030204" pitchFamily="34" charset="0"/>
                <a:cs typeface="Iskoola Pota" panose="020B0502040204020203" pitchFamily="34" charset="0"/>
              </a:rPr>
              <a:t>Stand Strong USA ,</a:t>
            </a:r>
            <a:endParaRPr lang="en-US" sz="1600" kern="100" dirty="0">
              <a:solidFill>
                <a:schemeClr val="bg1"/>
              </a:solidFill>
              <a:effectLst/>
              <a:latin typeface="Nunito" panose="00000500000000000000" pitchFamily="2" charset="0"/>
              <a:ea typeface="Calibri" panose="020F0502020204030204" pitchFamily="34" charset="0"/>
              <a:cs typeface="Iskoola Pota" panose="020B0502040204020203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Iskoola Pota" panose="020B0502040204020203" pitchFamily="34" charset="0"/>
              </a:rPr>
              <a:t>    </a:t>
            </a:r>
            <a:r>
              <a:rPr lang="en-US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B0502040204020203" pitchFamily="34" charset="0"/>
              </a:rPr>
              <a:t>Involvement in the anti-bullying campaign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Iskoola Pota" panose="020B0502040204020203" pitchFamily="34" charset="0"/>
              </a:rPr>
              <a:t>     Focus on building resilience.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endParaRPr lang="en-US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Iskoola Pota" panose="020B0502040204020203" pitchFamily="34" charset="0"/>
            </a:endParaRPr>
          </a:p>
        </p:txBody>
      </p:sp>
      <p:grpSp>
        <p:nvGrpSpPr>
          <p:cNvPr id="5" name="Google Shape;174;p24">
            <a:extLst>
              <a:ext uri="{FF2B5EF4-FFF2-40B4-BE49-F238E27FC236}">
                <a16:creationId xmlns:a16="http://schemas.microsoft.com/office/drawing/2014/main" id="{F5249595-4BDB-842E-B6CA-F08C4B414312}"/>
              </a:ext>
            </a:extLst>
          </p:cNvPr>
          <p:cNvGrpSpPr/>
          <p:nvPr/>
        </p:nvGrpSpPr>
        <p:grpSpPr>
          <a:xfrm>
            <a:off x="4688042" y="-5608"/>
            <a:ext cx="743849" cy="5322355"/>
            <a:chOff x="-1" y="0"/>
            <a:chExt cx="1983599" cy="14192947"/>
          </a:xfrm>
        </p:grpSpPr>
        <p:sp>
          <p:nvSpPr>
            <p:cNvPr id="6" name="Google Shape;175;p24">
              <a:extLst>
                <a:ext uri="{FF2B5EF4-FFF2-40B4-BE49-F238E27FC236}">
                  <a16:creationId xmlns:a16="http://schemas.microsoft.com/office/drawing/2014/main" id="{2C47F1C9-7AEF-2C4C-D0E8-294936E4757C}"/>
                </a:ext>
              </a:extLst>
            </p:cNvPr>
            <p:cNvSpPr/>
            <p:nvPr/>
          </p:nvSpPr>
          <p:spPr>
            <a:xfrm rot="5251913">
              <a:off x="-625594" y="11634681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Google Shape;176;p24">
              <a:extLst>
                <a:ext uri="{FF2B5EF4-FFF2-40B4-BE49-F238E27FC236}">
                  <a16:creationId xmlns:a16="http://schemas.microsoft.com/office/drawing/2014/main" id="{90475FA4-20E8-7E4B-9C84-CA3B10103F0B}"/>
                </a:ext>
              </a:extLst>
            </p:cNvPr>
            <p:cNvSpPr/>
            <p:nvPr/>
          </p:nvSpPr>
          <p:spPr>
            <a:xfrm rot="-5400000">
              <a:off x="-793773" y="4657666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Google Shape;177;p24">
              <a:extLst>
                <a:ext uri="{FF2B5EF4-FFF2-40B4-BE49-F238E27FC236}">
                  <a16:creationId xmlns:a16="http://schemas.microsoft.com/office/drawing/2014/main" id="{BCEF317A-FC6B-B0E0-D141-B5F4BAE7106F}"/>
                </a:ext>
              </a:extLst>
            </p:cNvPr>
            <p:cNvSpPr/>
            <p:nvPr/>
          </p:nvSpPr>
          <p:spPr>
            <a:xfrm rot="5251913">
              <a:off x="-819173" y="8162503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Google Shape;178;p24">
              <a:extLst>
                <a:ext uri="{FF2B5EF4-FFF2-40B4-BE49-F238E27FC236}">
                  <a16:creationId xmlns:a16="http://schemas.microsoft.com/office/drawing/2014/main" id="{012E0A95-1A92-8C06-3FB8-93F65DBAFBA8}"/>
                </a:ext>
              </a:extLst>
            </p:cNvPr>
            <p:cNvSpPr/>
            <p:nvPr/>
          </p:nvSpPr>
          <p:spPr>
            <a:xfrm rot="5251913">
              <a:off x="-1078868" y="1185488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A16497-38A6-C66F-D6DD-44DAD469E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500" y="0"/>
            <a:ext cx="3589020" cy="4305301"/>
          </a:xfrm>
          <a:prstGeom prst="rect">
            <a:avLst/>
          </a:prstGeom>
          <a:effectLst>
            <a:outerShdw dist="50800" dir="6300000" algn="ctr" rotWithShape="0">
              <a:schemeClr val="bg1"/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FC19A4-F066-DBAB-628E-9441DE7A0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6720" y="288275"/>
            <a:ext cx="2530560" cy="572700"/>
          </a:xfrm>
        </p:spPr>
        <p:txBody>
          <a:bodyPr>
            <a:noAutofit/>
          </a:bodyPr>
          <a:lstStyle/>
          <a:p>
            <a:r>
              <a:rPr lang="en-US" sz="3500" u="sng" dirty="0">
                <a:solidFill>
                  <a:schemeClr val="bg2"/>
                </a:solidFill>
              </a:rPr>
              <a:t>Publications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BC372-C60A-42F1-9294-B1432C176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21995"/>
            <a:ext cx="6355080" cy="3416400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sz="1700" b="1" dirty="0">
                <a:latin typeface="Nunito" panose="00000500000000000000" pitchFamily="2" charset="0"/>
              </a:rPr>
              <a:t>“Life without Limits (2010)”,</a:t>
            </a:r>
          </a:p>
          <a:p>
            <a:pPr marL="114300" indent="0">
              <a:buNone/>
            </a:pPr>
            <a:r>
              <a:rPr lang="en-US" dirty="0"/>
              <a:t>	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Nick’s first book sharing his story and principles</a:t>
            </a:r>
          </a:p>
          <a:p>
            <a:pPr marL="114300" indent="0"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US" sz="1900" b="1" dirty="0">
                <a:latin typeface="Nunito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“Unstoppable (2012)”,</a:t>
            </a:r>
          </a:p>
          <a:p>
            <a:pPr marL="596900" lvl="1" indent="0">
              <a:buNone/>
            </a:pPr>
            <a:r>
              <a:rPr lang="en-US" sz="1000" b="1" dirty="0">
                <a:latin typeface="Nunito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Discussion on the role of faith in overcoming obstacles</a:t>
            </a:r>
          </a:p>
          <a:p>
            <a:pPr marL="596900" lvl="1" indent="0">
              <a:buNone/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US" sz="1700" b="1" dirty="0">
                <a:latin typeface="Nunito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“Love without Limits (2014)”,</a:t>
            </a:r>
          </a:p>
          <a:p>
            <a:pPr marL="596900" lvl="1" indent="0">
              <a:buNone/>
            </a:pPr>
            <a:r>
              <a:rPr lang="en-US" sz="1000" b="1" dirty="0">
                <a:latin typeface="Nunito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Co-authored with wife kanae Vujicic sharing their love story and challenges </a:t>
            </a:r>
          </a:p>
          <a:p>
            <a:endParaRPr lang="en-US" sz="1400" b="1" dirty="0">
              <a:latin typeface="Nunito" panose="00000500000000000000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US" sz="1700" b="1" dirty="0">
                <a:latin typeface="Nunito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“Be The Hands and Feet (2018)”,</a:t>
            </a:r>
          </a:p>
          <a:p>
            <a:pPr marL="596900" lvl="1" indent="0">
              <a:buNone/>
            </a:pPr>
            <a:r>
              <a:rPr lang="en-US" sz="1000" b="1" dirty="0">
                <a:latin typeface="Nunito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Encouraging readers to actively show love and compassion</a:t>
            </a:r>
          </a:p>
          <a:p>
            <a:pPr marL="11430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834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B3BC3C-CF0D-199A-3C21-7FB882F27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3575" y="161495"/>
            <a:ext cx="2396850" cy="605100"/>
          </a:xfrm>
        </p:spPr>
        <p:txBody>
          <a:bodyPr>
            <a:noAutofit/>
          </a:bodyPr>
          <a:lstStyle/>
          <a:p>
            <a:r>
              <a:rPr lang="en-US" sz="3500" b="1" u="sng" dirty="0"/>
              <a:t>Challenges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0D3EE8-56AE-0756-2439-57630119BA06}"/>
              </a:ext>
            </a:extLst>
          </p:cNvPr>
          <p:cNvSpPr txBox="1"/>
          <p:nvPr/>
        </p:nvSpPr>
        <p:spPr>
          <a:xfrm>
            <a:off x="125730" y="960120"/>
            <a:ext cx="82715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kern="100" dirty="0">
                <a:solidFill>
                  <a:schemeClr val="bg2"/>
                </a:solidFill>
                <a:effectLst/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Physical limitations,</a:t>
            </a:r>
          </a:p>
          <a:p>
            <a:r>
              <a:rPr lang="en-GB" kern="100" dirty="0">
                <a:solidFill>
                  <a:schemeClr val="bg2"/>
                </a:solidFill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	</a:t>
            </a:r>
            <a:r>
              <a:rPr lang="en-US" kern="100" dirty="0">
                <a:solidFill>
                  <a:schemeClr val="bg2"/>
                </a:solidFill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Born limbless, Nick Vujicic adapts with devices, showcasing resilience, inspiring others to overcome challenges with a positive mindset.</a:t>
            </a:r>
            <a:endParaRPr lang="en-US" kern="100" dirty="0">
              <a:solidFill>
                <a:schemeClr val="bg2"/>
              </a:solidFill>
              <a:effectLst/>
              <a:latin typeface="Nunito" panose="00000500000000000000" pitchFamily="2" charset="0"/>
              <a:ea typeface="Times New Roman" panose="02020603050405020304" pitchFamily="18" charset="0"/>
              <a:cs typeface="Arial Unicode MS" panose="020B0604020202020204" pitchFamily="34" charset="-128"/>
            </a:endParaRPr>
          </a:p>
          <a:p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B2BA5-0802-3F4F-0D6C-99AE505DFF51}"/>
              </a:ext>
            </a:extLst>
          </p:cNvPr>
          <p:cNvSpPr txBox="1"/>
          <p:nvPr/>
        </p:nvSpPr>
        <p:spPr>
          <a:xfrm>
            <a:off x="125730" y="1914227"/>
            <a:ext cx="82715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kern="100" dirty="0">
                <a:solidFill>
                  <a:schemeClr val="bg2"/>
                </a:solidFill>
                <a:effectLst/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Schoo</a:t>
            </a:r>
            <a:r>
              <a:rPr lang="en-GB" sz="1600" b="1" kern="100" dirty="0">
                <a:solidFill>
                  <a:schemeClr val="bg2"/>
                </a:solidFill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l harassment</a:t>
            </a:r>
            <a:r>
              <a:rPr lang="en-GB" sz="1600" b="1" kern="100" dirty="0">
                <a:solidFill>
                  <a:schemeClr val="bg2"/>
                </a:solidFill>
                <a:effectLst/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,</a:t>
            </a:r>
          </a:p>
          <a:p>
            <a:r>
              <a:rPr lang="en-GB" kern="100" dirty="0">
                <a:solidFill>
                  <a:schemeClr val="bg2"/>
                </a:solidFill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	</a:t>
            </a:r>
            <a:r>
              <a:rPr lang="en-US" kern="100" dirty="0">
                <a:solidFill>
                  <a:schemeClr val="bg2"/>
                </a:solidFill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 Nick Vujicic faced school harassment due to his physical differences. Overcoming adversity, he now advocates against bullying, promoting inclusivity.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DA4DBC-A34B-1400-81F8-76194880D0AD}"/>
              </a:ext>
            </a:extLst>
          </p:cNvPr>
          <p:cNvSpPr txBox="1"/>
          <p:nvPr/>
        </p:nvSpPr>
        <p:spPr>
          <a:xfrm>
            <a:off x="125730" y="2868334"/>
            <a:ext cx="827151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kern="100" dirty="0">
                <a:solidFill>
                  <a:schemeClr val="bg2"/>
                </a:solidFill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Emotional Struggle</a:t>
            </a:r>
            <a:r>
              <a:rPr lang="en-GB" sz="1600" b="1" kern="100" dirty="0">
                <a:solidFill>
                  <a:schemeClr val="bg2"/>
                </a:solidFill>
                <a:effectLst/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,</a:t>
            </a:r>
          </a:p>
          <a:p>
            <a:r>
              <a:rPr lang="en-GB" kern="100" dirty="0">
                <a:solidFill>
                  <a:schemeClr val="bg2"/>
                </a:solidFill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	</a:t>
            </a:r>
            <a:r>
              <a:rPr lang="en-US" kern="100" dirty="0">
                <a:solidFill>
                  <a:schemeClr val="bg2"/>
                </a:solidFill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 Nick Vujicic, impacted by bullying and misconceptions, emphasizes emotional well-being, resilience, and a positive mindset for overcoming challenges.</a:t>
            </a:r>
          </a:p>
          <a:p>
            <a:endParaRPr lang="en-US" sz="1200" kern="100" dirty="0">
              <a:solidFill>
                <a:schemeClr val="bg2"/>
              </a:solidFill>
              <a:latin typeface="Nunito" panose="00000500000000000000" pitchFamily="2" charset="0"/>
              <a:cs typeface="Arial Unicode MS" panose="020B0604020202020204" pitchFamily="34" charset="-128"/>
            </a:endParaRPr>
          </a:p>
          <a:p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EB691B-2EC8-FE72-F309-378CD41F90DE}"/>
              </a:ext>
            </a:extLst>
          </p:cNvPr>
          <p:cNvSpPr txBox="1"/>
          <p:nvPr/>
        </p:nvSpPr>
        <p:spPr>
          <a:xfrm>
            <a:off x="125730" y="3768179"/>
            <a:ext cx="82715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kern="100" dirty="0">
                <a:solidFill>
                  <a:schemeClr val="bg2"/>
                </a:solidFill>
                <a:effectLst/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Loneliness and suicide thoughts</a:t>
            </a:r>
            <a:r>
              <a:rPr lang="en-GB" sz="1600" b="1" kern="100" dirty="0">
                <a:solidFill>
                  <a:schemeClr val="bg2"/>
                </a:solidFill>
                <a:effectLst/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,</a:t>
            </a:r>
          </a:p>
          <a:p>
            <a:r>
              <a:rPr lang="en-GB" kern="100" dirty="0">
                <a:solidFill>
                  <a:schemeClr val="bg2"/>
                </a:solidFill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	</a:t>
            </a:r>
            <a:r>
              <a:rPr lang="en-US" kern="100" dirty="0">
                <a:solidFill>
                  <a:schemeClr val="bg2"/>
                </a:solidFill>
                <a:latin typeface="Nunito" panose="00000500000000000000" pitchFamily="2" charset="0"/>
                <a:ea typeface="Times New Roman" panose="02020603050405020304" pitchFamily="18" charset="0"/>
                <a:cs typeface="Arial Unicode MS" panose="020B0604020202020204" pitchFamily="34" charset="-128"/>
              </a:rPr>
              <a:t> In adolescence, Nick Vujicic faced loneliness and suicidal thoughts, highlighting the vital role of mental health and resilience in his journey.</a:t>
            </a:r>
            <a:endParaRPr lang="en-US" sz="1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055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EE67-EE87-E883-9245-89A135490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4"/>
            <a:ext cx="8520600" cy="850375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bg2"/>
                </a:solidFill>
              </a:rPr>
              <a:t>REFERENCE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4B414-8DF9-05E2-DA2F-D896C6B44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83895"/>
            <a:ext cx="8520600" cy="341640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1600" i="1" dirty="0">
                <a:effectLst/>
                <a:latin typeface="Nunito" panose="00000500000000000000" pitchFamily="2" charset="0"/>
              </a:rPr>
              <a:t>Home</a:t>
            </a:r>
            <a:r>
              <a:rPr lang="en-US" sz="1600" dirty="0">
                <a:effectLst/>
                <a:latin typeface="Nunito" panose="00000500000000000000" pitchFamily="2" charset="0"/>
              </a:rPr>
              <a:t> (2023) </a:t>
            </a:r>
            <a:r>
              <a:rPr lang="en-US" sz="1600" i="1" dirty="0">
                <a:effectLst/>
                <a:latin typeface="Nunito" panose="00000500000000000000" pitchFamily="2" charset="0"/>
              </a:rPr>
              <a:t>Nick Vujicic</a:t>
            </a:r>
            <a:r>
              <a:rPr lang="en-US" sz="1600" dirty="0">
                <a:effectLst/>
                <a:latin typeface="Nunito" panose="00000500000000000000" pitchFamily="2" charset="0"/>
              </a:rPr>
              <a:t>. Available at: https://nickvujicic.com/ (Accessed: 14 November 2023). </a:t>
            </a:r>
          </a:p>
          <a:p>
            <a:pPr marL="114300" indent="0">
              <a:buNone/>
            </a:pPr>
            <a:endParaRPr lang="en-US" sz="1600" dirty="0">
              <a:effectLst/>
              <a:latin typeface="Nunito" panose="00000500000000000000" pitchFamily="2" charset="0"/>
            </a:endParaRPr>
          </a:p>
          <a:p>
            <a:pPr marL="114300" indent="0">
              <a:buNone/>
            </a:pPr>
            <a:r>
              <a:rPr lang="en-US" sz="1600" i="1" dirty="0">
                <a:effectLst/>
                <a:latin typeface="Nunito" panose="00000500000000000000" pitchFamily="2" charset="0"/>
              </a:rPr>
              <a:t>Inspirational story of Nick Vujicic to warmly move you</a:t>
            </a:r>
            <a:r>
              <a:rPr lang="en-US" sz="1600" dirty="0">
                <a:effectLst/>
                <a:latin typeface="Nunito" panose="00000500000000000000" pitchFamily="2" charset="0"/>
              </a:rPr>
              <a:t> (2017) </a:t>
            </a:r>
            <a:r>
              <a:rPr lang="en-US" sz="1600" i="1" dirty="0">
                <a:effectLst/>
                <a:latin typeface="Nunito" panose="00000500000000000000" pitchFamily="2" charset="0"/>
              </a:rPr>
              <a:t>Author Voices</a:t>
            </a:r>
            <a:r>
              <a:rPr lang="en-US" sz="1600" dirty="0">
                <a:effectLst/>
                <a:latin typeface="Nunito" panose="00000500000000000000" pitchFamily="2" charset="0"/>
              </a:rPr>
              <a:t>. Available at: https://authorvoices.com/inspirational-writing/inspirational-story-nick-vujicic-warmly-move/ (Accessed: 15 November 2023). </a:t>
            </a:r>
          </a:p>
          <a:p>
            <a:pPr marL="114300" indent="0">
              <a:buNone/>
            </a:pPr>
            <a:endParaRPr lang="en-US" sz="1600" dirty="0">
              <a:effectLst/>
              <a:latin typeface="Nunito" panose="00000500000000000000" pitchFamily="2" charset="0"/>
            </a:endParaRPr>
          </a:p>
          <a:p>
            <a:pPr marL="114300" indent="0">
              <a:buNone/>
            </a:pPr>
            <a:r>
              <a:rPr lang="en-US" sz="1600" dirty="0">
                <a:effectLst/>
                <a:latin typeface="Nunito" panose="00000500000000000000" pitchFamily="2" charset="0"/>
              </a:rPr>
              <a:t>Michael (2023) </a:t>
            </a:r>
            <a:r>
              <a:rPr lang="en-US" sz="1600" i="1" dirty="0">
                <a:effectLst/>
                <a:latin typeface="Nunito" panose="00000500000000000000" pitchFamily="2" charset="0"/>
              </a:rPr>
              <a:t>11 inspiring facts about Nick Vujicic</a:t>
            </a:r>
            <a:r>
              <a:rPr lang="en-US" sz="1600" dirty="0">
                <a:effectLst/>
                <a:latin typeface="Nunito" panose="00000500000000000000" pitchFamily="2" charset="0"/>
              </a:rPr>
              <a:t>, </a:t>
            </a:r>
            <a:r>
              <a:rPr lang="en-US" sz="1600" i="1" dirty="0">
                <a:effectLst/>
                <a:latin typeface="Nunito" panose="00000500000000000000" pitchFamily="2" charset="0"/>
              </a:rPr>
              <a:t>Facts.net</a:t>
            </a:r>
            <a:r>
              <a:rPr lang="en-US" sz="1600" dirty="0">
                <a:effectLst/>
                <a:latin typeface="Nunito" panose="00000500000000000000" pitchFamily="2" charset="0"/>
              </a:rPr>
              <a:t>. Available at: https://facts.net/nick-vujicic-facts/ (Accessed: 14 November 2023). </a:t>
            </a:r>
          </a:p>
          <a:p>
            <a:pPr marL="114300" indent="0">
              <a:buNone/>
            </a:pPr>
            <a:endParaRPr lang="en-US" sz="1600" dirty="0">
              <a:effectLst/>
              <a:latin typeface="Nunito" panose="00000500000000000000" pitchFamily="2" charset="0"/>
            </a:endParaRPr>
          </a:p>
          <a:p>
            <a:pPr marL="114300" indent="0">
              <a:buNone/>
            </a:pPr>
            <a:r>
              <a:rPr lang="en-US" sz="1600" i="1" dirty="0">
                <a:effectLst/>
                <a:latin typeface="Nunito" panose="00000500000000000000" pitchFamily="2" charset="0"/>
              </a:rPr>
              <a:t>Nick Vujicic</a:t>
            </a:r>
            <a:r>
              <a:rPr lang="en-US" sz="1600" dirty="0">
                <a:effectLst/>
                <a:latin typeface="Nunito" panose="00000500000000000000" pitchFamily="2" charset="0"/>
              </a:rPr>
              <a:t> (2023) </a:t>
            </a:r>
            <a:r>
              <a:rPr lang="en-US" sz="1600" i="1" dirty="0">
                <a:effectLst/>
                <a:latin typeface="Nunito" panose="00000500000000000000" pitchFamily="2" charset="0"/>
              </a:rPr>
              <a:t>Wikipedia</a:t>
            </a:r>
            <a:r>
              <a:rPr lang="en-US" sz="1600" dirty="0">
                <a:effectLst/>
                <a:latin typeface="Nunito" panose="00000500000000000000" pitchFamily="2" charset="0"/>
              </a:rPr>
              <a:t>. Available at: https://en.wikipedia.org/wiki/Nick_Vujicic (Accessed: 15 November 2023). </a:t>
            </a:r>
          </a:p>
          <a:p>
            <a:pPr marL="114300" indent="0">
              <a:buNone/>
            </a:pPr>
            <a:endParaRPr lang="en-US" sz="1600" dirty="0">
              <a:latin typeface="Nunito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7979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70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9"/>
          <p:cNvPicPr preferRelativeResize="0"/>
          <p:nvPr/>
        </p:nvPicPr>
        <p:blipFill>
          <a:blip r:embed="rId3"/>
          <a:srcRect/>
          <a:stretch/>
        </p:blipFill>
        <p:spPr>
          <a:xfrm>
            <a:off x="-413817" y="0"/>
            <a:ext cx="33969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9"/>
          <p:cNvPicPr preferRelativeResize="0"/>
          <p:nvPr/>
        </p:nvPicPr>
        <p:blipFill>
          <a:blip r:embed="rId4"/>
          <a:srcRect/>
          <a:stretch/>
        </p:blipFill>
        <p:spPr>
          <a:xfrm>
            <a:off x="5547016" y="0"/>
            <a:ext cx="464854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9"/>
          <p:cNvSpPr txBox="1"/>
          <p:nvPr/>
        </p:nvSpPr>
        <p:spPr>
          <a:xfrm>
            <a:off x="3387587" y="1218446"/>
            <a:ext cx="239973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i="0" u="none" strike="noStrike" cap="none" dirty="0">
                <a:solidFill>
                  <a:srgbClr val="FFFDF6"/>
                </a:solidFill>
                <a:latin typeface="Oswald"/>
                <a:ea typeface="Oswald"/>
                <a:cs typeface="Oswald"/>
                <a:sym typeface="Oswald"/>
              </a:rPr>
              <a:t>Conclution</a:t>
            </a:r>
            <a:endParaRPr sz="900" dirty="0"/>
          </a:p>
        </p:txBody>
      </p:sp>
      <p:grpSp>
        <p:nvGrpSpPr>
          <p:cNvPr id="262" name="Google Shape;262;p29"/>
          <p:cNvGrpSpPr/>
          <p:nvPr/>
        </p:nvGrpSpPr>
        <p:grpSpPr>
          <a:xfrm>
            <a:off x="5868639" y="-91013"/>
            <a:ext cx="743849" cy="5322355"/>
            <a:chOff x="-1" y="0"/>
            <a:chExt cx="1983599" cy="14192947"/>
          </a:xfrm>
        </p:grpSpPr>
        <p:sp>
          <p:nvSpPr>
            <p:cNvPr id="263" name="Google Shape;263;p29"/>
            <p:cNvSpPr/>
            <p:nvPr/>
          </p:nvSpPr>
          <p:spPr>
            <a:xfrm rot="5251913">
              <a:off x="-625594" y="11634681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Google Shape;264;p29"/>
            <p:cNvSpPr/>
            <p:nvPr/>
          </p:nvSpPr>
          <p:spPr>
            <a:xfrm rot="-5400000">
              <a:off x="-793773" y="4657666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Google Shape;265;p29"/>
            <p:cNvSpPr/>
            <p:nvPr/>
          </p:nvSpPr>
          <p:spPr>
            <a:xfrm rot="5251913">
              <a:off x="-819173" y="8162503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Google Shape;266;p29"/>
            <p:cNvSpPr/>
            <p:nvPr/>
          </p:nvSpPr>
          <p:spPr>
            <a:xfrm rot="5251913">
              <a:off x="-1078868" y="1185488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7" name="Google Shape;267;p29"/>
          <p:cNvGrpSpPr/>
          <p:nvPr/>
        </p:nvGrpSpPr>
        <p:grpSpPr>
          <a:xfrm rot="-10605683">
            <a:off x="2497587" y="-91013"/>
            <a:ext cx="743849" cy="5322355"/>
            <a:chOff x="-1" y="0"/>
            <a:chExt cx="1983599" cy="14192947"/>
          </a:xfrm>
        </p:grpSpPr>
        <p:sp>
          <p:nvSpPr>
            <p:cNvPr id="268" name="Google Shape;268;p29"/>
            <p:cNvSpPr/>
            <p:nvPr/>
          </p:nvSpPr>
          <p:spPr>
            <a:xfrm rot="5251913">
              <a:off x="-625594" y="11634681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Google Shape;269;p29"/>
            <p:cNvSpPr/>
            <p:nvPr/>
          </p:nvSpPr>
          <p:spPr>
            <a:xfrm rot="-5400000">
              <a:off x="-793773" y="4657666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0" name="Google Shape;270;p29"/>
            <p:cNvSpPr/>
            <p:nvPr/>
          </p:nvSpPr>
          <p:spPr>
            <a:xfrm rot="5251913">
              <a:off x="-819173" y="8162503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Google Shape;271;p29"/>
            <p:cNvSpPr/>
            <p:nvPr/>
          </p:nvSpPr>
          <p:spPr>
            <a:xfrm rot="5251913">
              <a:off x="-1078868" y="1185488"/>
              <a:ext cx="3688059" cy="1372778"/>
            </a:xfrm>
            <a:custGeom>
              <a:avLst/>
              <a:gdLst/>
              <a:ahLst/>
              <a:cxnLst/>
              <a:rect l="l" t="t" r="r" b="b"/>
              <a:pathLst>
                <a:path w="3688059" h="1372778" extrusionOk="0">
                  <a:moveTo>
                    <a:pt x="0" y="0"/>
                  </a:moveTo>
                  <a:lnTo>
                    <a:pt x="3688059" y="0"/>
                  </a:lnTo>
                  <a:lnTo>
                    <a:pt x="3688059" y="1372778"/>
                  </a:lnTo>
                  <a:lnTo>
                    <a:pt x="0" y="13727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E58898B-1163-59DB-F0D4-624838E463FE}"/>
              </a:ext>
            </a:extLst>
          </p:cNvPr>
          <p:cNvSpPr txBox="1"/>
          <p:nvPr/>
        </p:nvSpPr>
        <p:spPr>
          <a:xfrm>
            <a:off x="3318725" y="2686424"/>
            <a:ext cx="25374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Nunito" panose="00000500000000000000" pitchFamily="2" charset="0"/>
              </a:rPr>
              <a:t>Life without limbs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D50C-3643-556C-9D10-29D59AA86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450150"/>
            <a:ext cx="8686800" cy="4090800"/>
          </a:xfrm>
        </p:spPr>
        <p:txBody>
          <a:bodyPr>
            <a:noAutofit/>
          </a:bodyPr>
          <a:lstStyle/>
          <a:p>
            <a:pPr algn="ctr"/>
            <a:r>
              <a:rPr lang="en-US" sz="25800" dirty="0">
                <a:solidFill>
                  <a:schemeClr val="bg2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035965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70F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5"/>
          <p:cNvSpPr txBox="1"/>
          <p:nvPr/>
        </p:nvSpPr>
        <p:spPr>
          <a:xfrm>
            <a:off x="251447" y="1976570"/>
            <a:ext cx="3310865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b="1" i="0" u="none" strike="noStrike" cap="none" dirty="0">
                <a:solidFill>
                  <a:srgbClr val="FFFDF6"/>
                </a:solidFill>
                <a:latin typeface="Oswald"/>
                <a:ea typeface="Oswald"/>
                <a:cs typeface="Oswald"/>
                <a:sym typeface="Oswald"/>
              </a:rPr>
              <a:t>THANKS</a:t>
            </a:r>
            <a:endParaRPr sz="1800" dirty="0"/>
          </a:p>
        </p:txBody>
      </p:sp>
      <p:pic>
        <p:nvPicPr>
          <p:cNvPr id="3" name="Picture 2" descr="A person in a blue shirt&#10;&#10;Description automatically generated">
            <a:extLst>
              <a:ext uri="{FF2B5EF4-FFF2-40B4-BE49-F238E27FC236}">
                <a16:creationId xmlns:a16="http://schemas.microsoft.com/office/drawing/2014/main" id="{FDA6BD44-BA1C-6DB6-62D1-78A0AA186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131" y="0"/>
            <a:ext cx="4555976" cy="5143500"/>
          </a:xfrm>
          <a:prstGeom prst="rect">
            <a:avLst/>
          </a:prstGeom>
        </p:spPr>
      </p:pic>
      <p:pic>
        <p:nvPicPr>
          <p:cNvPr id="373" name="Google Shape;373;p35"/>
          <p:cNvPicPr preferRelativeResize="0"/>
          <p:nvPr/>
        </p:nvPicPr>
        <p:blipFill>
          <a:blip r:embed="rId4"/>
          <a:srcRect/>
          <a:stretch/>
        </p:blipFill>
        <p:spPr>
          <a:xfrm>
            <a:off x="4192065" y="781585"/>
            <a:ext cx="2086757" cy="3726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4" name="Google Shape;374;p35"/>
          <p:cNvGrpSpPr/>
          <p:nvPr/>
        </p:nvGrpSpPr>
        <p:grpSpPr>
          <a:xfrm>
            <a:off x="3570344" y="568948"/>
            <a:ext cx="3082506" cy="4151625"/>
            <a:chOff x="0" y="0"/>
            <a:chExt cx="8220015" cy="11071000"/>
          </a:xfrm>
        </p:grpSpPr>
        <p:sp>
          <p:nvSpPr>
            <p:cNvPr id="375" name="Google Shape;375;p35"/>
            <p:cNvSpPr/>
            <p:nvPr/>
          </p:nvSpPr>
          <p:spPr>
            <a:xfrm rot="5594316">
              <a:off x="-844276" y="5940255"/>
              <a:ext cx="2952642" cy="1099039"/>
            </a:xfrm>
            <a:custGeom>
              <a:avLst/>
              <a:gdLst/>
              <a:ahLst/>
              <a:cxnLst/>
              <a:rect l="l" t="t" r="r" b="b"/>
              <a:pathLst>
                <a:path w="2952642" h="1099039" extrusionOk="0">
                  <a:moveTo>
                    <a:pt x="0" y="0"/>
                  </a:moveTo>
                  <a:lnTo>
                    <a:pt x="2952643" y="0"/>
                  </a:lnTo>
                  <a:lnTo>
                    <a:pt x="2952643" y="1099039"/>
                  </a:lnTo>
                  <a:lnTo>
                    <a:pt x="0" y="10990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6" name="Google Shape;376;p35"/>
            <p:cNvSpPr/>
            <p:nvPr/>
          </p:nvSpPr>
          <p:spPr>
            <a:xfrm rot="-5353770">
              <a:off x="-665453" y="3139930"/>
              <a:ext cx="2952642" cy="1099039"/>
            </a:xfrm>
            <a:custGeom>
              <a:avLst/>
              <a:gdLst/>
              <a:ahLst/>
              <a:cxnLst/>
              <a:rect l="l" t="t" r="r" b="b"/>
              <a:pathLst>
                <a:path w="2952642" h="1099039" extrusionOk="0">
                  <a:moveTo>
                    <a:pt x="0" y="0"/>
                  </a:moveTo>
                  <a:lnTo>
                    <a:pt x="2952642" y="0"/>
                  </a:lnTo>
                  <a:lnTo>
                    <a:pt x="2952642" y="1099039"/>
                  </a:lnTo>
                  <a:lnTo>
                    <a:pt x="0" y="10990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7" name="Google Shape;377;p35"/>
            <p:cNvSpPr/>
            <p:nvPr/>
          </p:nvSpPr>
          <p:spPr>
            <a:xfrm rot="-5353770">
              <a:off x="-773438" y="8728519"/>
              <a:ext cx="2952642" cy="1099039"/>
            </a:xfrm>
            <a:custGeom>
              <a:avLst/>
              <a:gdLst/>
              <a:ahLst/>
              <a:cxnLst/>
              <a:rect l="l" t="t" r="r" b="b"/>
              <a:pathLst>
                <a:path w="2952642" h="1099039" extrusionOk="0">
                  <a:moveTo>
                    <a:pt x="0" y="0"/>
                  </a:moveTo>
                  <a:lnTo>
                    <a:pt x="2952643" y="0"/>
                  </a:lnTo>
                  <a:lnTo>
                    <a:pt x="2952643" y="1099039"/>
                  </a:lnTo>
                  <a:lnTo>
                    <a:pt x="0" y="10990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8" name="Google Shape;378;p35"/>
            <p:cNvSpPr/>
            <p:nvPr/>
          </p:nvSpPr>
          <p:spPr>
            <a:xfrm rot="-5353770">
              <a:off x="-665453" y="1561284"/>
              <a:ext cx="2952642" cy="1099039"/>
            </a:xfrm>
            <a:custGeom>
              <a:avLst/>
              <a:gdLst/>
              <a:ahLst/>
              <a:cxnLst/>
              <a:rect l="l" t="t" r="r" b="b"/>
              <a:pathLst>
                <a:path w="2952642" h="1099039" extrusionOk="0">
                  <a:moveTo>
                    <a:pt x="0" y="0"/>
                  </a:moveTo>
                  <a:lnTo>
                    <a:pt x="2952642" y="0"/>
                  </a:lnTo>
                  <a:lnTo>
                    <a:pt x="2952642" y="1099039"/>
                  </a:lnTo>
                  <a:lnTo>
                    <a:pt x="0" y="10990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" name="Google Shape;379;p35"/>
            <p:cNvSpPr/>
            <p:nvPr/>
          </p:nvSpPr>
          <p:spPr>
            <a:xfrm rot="-10605683">
              <a:off x="2733760" y="71411"/>
              <a:ext cx="2554964" cy="951014"/>
            </a:xfrm>
            <a:custGeom>
              <a:avLst/>
              <a:gdLst/>
              <a:ahLst/>
              <a:cxnLst/>
              <a:rect l="l" t="t" r="r" b="b"/>
              <a:pathLst>
                <a:path w="2554964" h="951014" extrusionOk="0">
                  <a:moveTo>
                    <a:pt x="0" y="0"/>
                  </a:moveTo>
                  <a:lnTo>
                    <a:pt x="2554964" y="0"/>
                  </a:lnTo>
                  <a:lnTo>
                    <a:pt x="2554964" y="951014"/>
                  </a:lnTo>
                  <a:lnTo>
                    <a:pt x="0" y="9510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" name="Google Shape;380;p35"/>
            <p:cNvSpPr/>
            <p:nvPr/>
          </p:nvSpPr>
          <p:spPr>
            <a:xfrm rot="46229">
              <a:off x="5156922" y="226149"/>
              <a:ext cx="2554964" cy="951014"/>
            </a:xfrm>
            <a:custGeom>
              <a:avLst/>
              <a:gdLst/>
              <a:ahLst/>
              <a:cxnLst/>
              <a:rect l="l" t="t" r="r" b="b"/>
              <a:pathLst>
                <a:path w="2554964" h="951014" extrusionOk="0">
                  <a:moveTo>
                    <a:pt x="0" y="0"/>
                  </a:moveTo>
                  <a:lnTo>
                    <a:pt x="2554964" y="0"/>
                  </a:lnTo>
                  <a:lnTo>
                    <a:pt x="2554964" y="951014"/>
                  </a:lnTo>
                  <a:lnTo>
                    <a:pt x="0" y="9510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1" name="Google Shape;381;p35"/>
            <p:cNvSpPr/>
            <p:nvPr/>
          </p:nvSpPr>
          <p:spPr>
            <a:xfrm rot="46229">
              <a:off x="321035" y="132708"/>
              <a:ext cx="2554964" cy="951014"/>
            </a:xfrm>
            <a:custGeom>
              <a:avLst/>
              <a:gdLst/>
              <a:ahLst/>
              <a:cxnLst/>
              <a:rect l="l" t="t" r="r" b="b"/>
              <a:pathLst>
                <a:path w="2554964" h="951014" extrusionOk="0">
                  <a:moveTo>
                    <a:pt x="0" y="0"/>
                  </a:moveTo>
                  <a:lnTo>
                    <a:pt x="2554964" y="0"/>
                  </a:lnTo>
                  <a:lnTo>
                    <a:pt x="2554964" y="951014"/>
                  </a:lnTo>
                  <a:lnTo>
                    <a:pt x="0" y="9510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2" name="Google Shape;382;p35"/>
            <p:cNvSpPr/>
            <p:nvPr/>
          </p:nvSpPr>
          <p:spPr>
            <a:xfrm rot="-10690060">
              <a:off x="2732529" y="9985350"/>
              <a:ext cx="2554964" cy="951014"/>
            </a:xfrm>
            <a:custGeom>
              <a:avLst/>
              <a:gdLst/>
              <a:ahLst/>
              <a:cxnLst/>
              <a:rect l="l" t="t" r="r" b="b"/>
              <a:pathLst>
                <a:path w="2554964" h="951014" extrusionOk="0">
                  <a:moveTo>
                    <a:pt x="0" y="0"/>
                  </a:moveTo>
                  <a:lnTo>
                    <a:pt x="2554964" y="0"/>
                  </a:lnTo>
                  <a:lnTo>
                    <a:pt x="2554964" y="951014"/>
                  </a:lnTo>
                  <a:lnTo>
                    <a:pt x="0" y="9510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3" name="Google Shape;383;p35"/>
            <p:cNvSpPr/>
            <p:nvPr/>
          </p:nvSpPr>
          <p:spPr>
            <a:xfrm rot="-38146">
              <a:off x="5158759" y="10080573"/>
              <a:ext cx="2554964" cy="951014"/>
            </a:xfrm>
            <a:custGeom>
              <a:avLst/>
              <a:gdLst/>
              <a:ahLst/>
              <a:cxnLst/>
              <a:rect l="l" t="t" r="r" b="b"/>
              <a:pathLst>
                <a:path w="2554964" h="951014" extrusionOk="0">
                  <a:moveTo>
                    <a:pt x="0" y="0"/>
                  </a:moveTo>
                  <a:lnTo>
                    <a:pt x="2554964" y="0"/>
                  </a:lnTo>
                  <a:lnTo>
                    <a:pt x="2554964" y="951014"/>
                  </a:lnTo>
                  <a:lnTo>
                    <a:pt x="0" y="95101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4" name="Google Shape;384;p35"/>
            <p:cNvSpPr/>
            <p:nvPr/>
          </p:nvSpPr>
          <p:spPr>
            <a:xfrm rot="-38146">
              <a:off x="322035" y="10105840"/>
              <a:ext cx="2554964" cy="951014"/>
            </a:xfrm>
            <a:custGeom>
              <a:avLst/>
              <a:gdLst/>
              <a:ahLst/>
              <a:cxnLst/>
              <a:rect l="l" t="t" r="r" b="b"/>
              <a:pathLst>
                <a:path w="2554964" h="951014" extrusionOk="0">
                  <a:moveTo>
                    <a:pt x="0" y="0"/>
                  </a:moveTo>
                  <a:lnTo>
                    <a:pt x="2554964" y="0"/>
                  </a:lnTo>
                  <a:lnTo>
                    <a:pt x="2554964" y="951015"/>
                  </a:lnTo>
                  <a:lnTo>
                    <a:pt x="0" y="95101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5" name="Google Shape;385;p35"/>
            <p:cNvSpPr/>
            <p:nvPr/>
          </p:nvSpPr>
          <p:spPr>
            <a:xfrm rot="5251913">
              <a:off x="6131108" y="8724949"/>
              <a:ext cx="2952642" cy="1099039"/>
            </a:xfrm>
            <a:custGeom>
              <a:avLst/>
              <a:gdLst/>
              <a:ahLst/>
              <a:cxnLst/>
              <a:rect l="l" t="t" r="r" b="b"/>
              <a:pathLst>
                <a:path w="2952642" h="1099039" extrusionOk="0">
                  <a:moveTo>
                    <a:pt x="0" y="0"/>
                  </a:moveTo>
                  <a:lnTo>
                    <a:pt x="2952642" y="0"/>
                  </a:lnTo>
                  <a:lnTo>
                    <a:pt x="2952642" y="1099039"/>
                  </a:lnTo>
                  <a:lnTo>
                    <a:pt x="0" y="10990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6" name="Google Shape;386;p35"/>
            <p:cNvSpPr/>
            <p:nvPr/>
          </p:nvSpPr>
          <p:spPr>
            <a:xfrm rot="5251913">
              <a:off x="5933399" y="1546246"/>
              <a:ext cx="2952642" cy="1099039"/>
            </a:xfrm>
            <a:custGeom>
              <a:avLst/>
              <a:gdLst/>
              <a:ahLst/>
              <a:cxnLst/>
              <a:rect l="l" t="t" r="r" b="b"/>
              <a:pathLst>
                <a:path w="2952642" h="1099039" extrusionOk="0">
                  <a:moveTo>
                    <a:pt x="0" y="0"/>
                  </a:moveTo>
                  <a:lnTo>
                    <a:pt x="2952643" y="0"/>
                  </a:lnTo>
                  <a:lnTo>
                    <a:pt x="2952643" y="1099039"/>
                  </a:lnTo>
                  <a:lnTo>
                    <a:pt x="0" y="10990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7" name="Google Shape;387;p35"/>
            <p:cNvSpPr/>
            <p:nvPr/>
          </p:nvSpPr>
          <p:spPr>
            <a:xfrm rot="-5400000">
              <a:off x="5996465" y="3139184"/>
              <a:ext cx="2952642" cy="1099039"/>
            </a:xfrm>
            <a:custGeom>
              <a:avLst/>
              <a:gdLst/>
              <a:ahLst/>
              <a:cxnLst/>
              <a:rect l="l" t="t" r="r" b="b"/>
              <a:pathLst>
                <a:path w="2952642" h="1099039" extrusionOk="0">
                  <a:moveTo>
                    <a:pt x="0" y="0"/>
                  </a:moveTo>
                  <a:lnTo>
                    <a:pt x="2952642" y="0"/>
                  </a:lnTo>
                  <a:lnTo>
                    <a:pt x="2952642" y="1099039"/>
                  </a:lnTo>
                  <a:lnTo>
                    <a:pt x="0" y="10990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8" name="Google Shape;388;p35"/>
            <p:cNvSpPr/>
            <p:nvPr/>
          </p:nvSpPr>
          <p:spPr>
            <a:xfrm rot="5251913">
              <a:off x="5976130" y="5945140"/>
              <a:ext cx="2952642" cy="1099039"/>
            </a:xfrm>
            <a:custGeom>
              <a:avLst/>
              <a:gdLst/>
              <a:ahLst/>
              <a:cxnLst/>
              <a:rect l="l" t="t" r="r" b="b"/>
              <a:pathLst>
                <a:path w="2952642" h="1099039" extrusionOk="0">
                  <a:moveTo>
                    <a:pt x="0" y="0"/>
                  </a:moveTo>
                  <a:lnTo>
                    <a:pt x="2952642" y="0"/>
                  </a:lnTo>
                  <a:lnTo>
                    <a:pt x="2952642" y="1099039"/>
                  </a:lnTo>
                  <a:lnTo>
                    <a:pt x="0" y="109903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Google Shape;163;p23">
            <a:extLst>
              <a:ext uri="{FF2B5EF4-FFF2-40B4-BE49-F238E27FC236}">
                <a16:creationId xmlns:a16="http://schemas.microsoft.com/office/drawing/2014/main" id="{1E73A2B3-8069-1217-186B-89B9C7F120F1}"/>
              </a:ext>
            </a:extLst>
          </p:cNvPr>
          <p:cNvSpPr/>
          <p:nvPr/>
        </p:nvSpPr>
        <p:spPr>
          <a:xfrm rot="570771">
            <a:off x="3209415" y="3750087"/>
            <a:ext cx="8115300" cy="3104102"/>
          </a:xfrm>
          <a:custGeom>
            <a:avLst/>
            <a:gdLst/>
            <a:ahLst/>
            <a:cxnLst/>
            <a:rect l="l" t="t" r="r" b="b"/>
            <a:pathLst>
              <a:path w="16230600" h="6208204" extrusionOk="0">
                <a:moveTo>
                  <a:pt x="0" y="0"/>
                </a:moveTo>
                <a:lnTo>
                  <a:pt x="16230600" y="0"/>
                </a:lnTo>
                <a:lnTo>
                  <a:pt x="16230600" y="6208205"/>
                </a:lnTo>
                <a:lnTo>
                  <a:pt x="0" y="6208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 Shape;163;p23">
            <a:extLst>
              <a:ext uri="{FF2B5EF4-FFF2-40B4-BE49-F238E27FC236}">
                <a16:creationId xmlns:a16="http://schemas.microsoft.com/office/drawing/2014/main" id="{B0F530B9-EEAA-95B5-58A8-A685EB32E808}"/>
              </a:ext>
            </a:extLst>
          </p:cNvPr>
          <p:cNvSpPr/>
          <p:nvPr/>
        </p:nvSpPr>
        <p:spPr>
          <a:xfrm rot="11536400">
            <a:off x="-3268350" y="-1435583"/>
            <a:ext cx="8115300" cy="3104102"/>
          </a:xfrm>
          <a:custGeom>
            <a:avLst/>
            <a:gdLst/>
            <a:ahLst/>
            <a:cxnLst/>
            <a:rect l="l" t="t" r="r" b="b"/>
            <a:pathLst>
              <a:path w="16230600" h="6208204" extrusionOk="0">
                <a:moveTo>
                  <a:pt x="0" y="0"/>
                </a:moveTo>
                <a:lnTo>
                  <a:pt x="16230600" y="0"/>
                </a:lnTo>
                <a:lnTo>
                  <a:pt x="16230600" y="6208205"/>
                </a:lnTo>
                <a:lnTo>
                  <a:pt x="0" y="62082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11671"/>
      </a:dk1>
      <a:lt1>
        <a:srgbClr val="10070F"/>
      </a:lt1>
      <a:dk2>
        <a:srgbClr val="FFFFFF"/>
      </a:dk2>
      <a:lt2>
        <a:srgbClr val="F11671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569</Words>
  <Application>Microsoft Office PowerPoint</Application>
  <PresentationFormat>On-screen Show (16:9)</PresentationFormat>
  <Paragraphs>78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Merriweather</vt:lpstr>
      <vt:lpstr>Oswald SemiBold</vt:lpstr>
      <vt:lpstr>Fira Sans</vt:lpstr>
      <vt:lpstr>Oswald</vt:lpstr>
      <vt:lpstr>Gloria Hallelujah</vt:lpstr>
      <vt:lpstr>Nunito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Publications</vt:lpstr>
      <vt:lpstr>PowerPoint Presentation</vt:lpstr>
      <vt:lpstr>REFERENCE </vt:lpstr>
      <vt:lpstr>PowerPoint Presentation</vt:lpstr>
      <vt:lpstr>Q&amp;A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Nuran hesara</dc:creator>
  <cp:lastModifiedBy>Nuran.20221926</cp:lastModifiedBy>
  <cp:revision>2</cp:revision>
  <dcterms:modified xsi:type="dcterms:W3CDTF">2023-11-16T18:39:23Z</dcterms:modified>
</cp:coreProperties>
</file>