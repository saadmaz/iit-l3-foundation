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72" r:id="rId2"/>
    <p:sldId id="271" r:id="rId3"/>
    <p:sldId id="301" r:id="rId4"/>
    <p:sldId id="313" r:id="rId5"/>
    <p:sldId id="314" r:id="rId6"/>
    <p:sldId id="315" r:id="rId7"/>
    <p:sldId id="280" r:id="rId8"/>
    <p:sldId id="306" r:id="rId9"/>
    <p:sldId id="307" r:id="rId10"/>
    <p:sldId id="284" r:id="rId11"/>
    <p:sldId id="300" r:id="rId12"/>
    <p:sldId id="312" r:id="rId13"/>
    <p:sldId id="286" r:id="rId14"/>
    <p:sldId id="311" r:id="rId15"/>
    <p:sldId id="310" r:id="rId16"/>
    <p:sldId id="309" r:id="rId17"/>
    <p:sldId id="308" r:id="rId18"/>
  </p:sldIdLst>
  <p:sldSz cx="18288000" cy="10287000"/>
  <p:notesSz cx="6858000" cy="9144000"/>
  <p:embeddedFontLst>
    <p:embeddedFont>
      <p:font typeface="Agency FB" panose="020B0503020202020204" pitchFamily="34" charset="0"/>
      <p:regular r:id="rId20"/>
      <p:bold r:id="rId21"/>
    </p:embeddedFont>
    <p:embeddedFont>
      <p:font typeface="Bahnschrift SemiBold Condensed" panose="020B0502040204020203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Lato Bold" panose="020B0604020202020204" charset="0"/>
      <p:regular r:id="rId31"/>
    </p:embeddedFont>
    <p:embeddedFont>
      <p:font typeface="League Spartan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561"/>
    <a:srgbClr val="6D5658"/>
    <a:srgbClr val="03138E"/>
    <a:srgbClr val="4F789D"/>
    <a:srgbClr val="1D1D1D"/>
    <a:srgbClr val="151D81"/>
    <a:srgbClr val="197CFF"/>
    <a:srgbClr val="0061E2"/>
    <a:srgbClr val="004AAD"/>
    <a:srgbClr val="003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84CDE8-DC43-4B67-8631-568CBA30709D}" v="1021" dt="2023-11-18T07:07:26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0" autoAdjust="0"/>
  </p:normalViewPr>
  <p:slideViewPr>
    <p:cSldViewPr>
      <p:cViewPr varScale="1">
        <p:scale>
          <a:sx n="42" d="100"/>
          <a:sy n="42" d="100"/>
        </p:scale>
        <p:origin x="22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uni Pieris" userId="4ef668d554d0808a" providerId="LiveId" clId="{4A84CDE8-DC43-4B67-8631-568CBA30709D}"/>
    <pc:docChg chg="undo custSel addSld delSld modSld sldOrd">
      <pc:chgData name="Sanduni Pieris" userId="4ef668d554d0808a" providerId="LiveId" clId="{4A84CDE8-DC43-4B67-8631-568CBA30709D}" dt="2023-11-18T07:07:26.629" v="4691"/>
      <pc:docMkLst>
        <pc:docMk/>
      </pc:docMkLst>
      <pc:sldChg chg="del">
        <pc:chgData name="Sanduni Pieris" userId="4ef668d554d0808a" providerId="LiveId" clId="{4A84CDE8-DC43-4B67-8631-568CBA30709D}" dt="2023-11-17T15:27:26.715" v="1710" actId="47"/>
        <pc:sldMkLst>
          <pc:docMk/>
          <pc:sldMk cId="0" sldId="256"/>
        </pc:sldMkLst>
      </pc:sldChg>
      <pc:sldChg chg="del">
        <pc:chgData name="Sanduni Pieris" userId="4ef668d554d0808a" providerId="LiveId" clId="{4A84CDE8-DC43-4B67-8631-568CBA30709D}" dt="2023-11-17T16:00:06.749" v="1949" actId="47"/>
        <pc:sldMkLst>
          <pc:docMk/>
          <pc:sldMk cId="0" sldId="257"/>
        </pc:sldMkLst>
      </pc:sldChg>
      <pc:sldChg chg="del">
        <pc:chgData name="Sanduni Pieris" userId="4ef668d554d0808a" providerId="LiveId" clId="{4A84CDE8-DC43-4B67-8631-568CBA30709D}" dt="2023-11-17T16:00:07.798" v="1950" actId="47"/>
        <pc:sldMkLst>
          <pc:docMk/>
          <pc:sldMk cId="0" sldId="258"/>
        </pc:sldMkLst>
      </pc:sldChg>
      <pc:sldChg chg="del">
        <pc:chgData name="Sanduni Pieris" userId="4ef668d554d0808a" providerId="LiveId" clId="{4A84CDE8-DC43-4B67-8631-568CBA30709D}" dt="2023-11-17T16:00:08.206" v="1951" actId="47"/>
        <pc:sldMkLst>
          <pc:docMk/>
          <pc:sldMk cId="0" sldId="259"/>
        </pc:sldMkLst>
      </pc:sldChg>
      <pc:sldChg chg="del">
        <pc:chgData name="Sanduni Pieris" userId="4ef668d554d0808a" providerId="LiveId" clId="{4A84CDE8-DC43-4B67-8631-568CBA30709D}" dt="2023-11-17T16:00:08.645" v="1952" actId="47"/>
        <pc:sldMkLst>
          <pc:docMk/>
          <pc:sldMk cId="0" sldId="260"/>
        </pc:sldMkLst>
      </pc:sldChg>
      <pc:sldChg chg="del">
        <pc:chgData name="Sanduni Pieris" userId="4ef668d554d0808a" providerId="LiveId" clId="{4A84CDE8-DC43-4B67-8631-568CBA30709D}" dt="2023-11-17T16:00:08.847" v="1953" actId="47"/>
        <pc:sldMkLst>
          <pc:docMk/>
          <pc:sldMk cId="0" sldId="261"/>
        </pc:sldMkLst>
      </pc:sldChg>
      <pc:sldChg chg="del">
        <pc:chgData name="Sanduni Pieris" userId="4ef668d554d0808a" providerId="LiveId" clId="{4A84CDE8-DC43-4B67-8631-568CBA30709D}" dt="2023-11-17T16:00:11.193" v="1954" actId="47"/>
        <pc:sldMkLst>
          <pc:docMk/>
          <pc:sldMk cId="0" sldId="262"/>
        </pc:sldMkLst>
      </pc:sldChg>
      <pc:sldChg chg="del">
        <pc:chgData name="Sanduni Pieris" userId="4ef668d554d0808a" providerId="LiveId" clId="{4A84CDE8-DC43-4B67-8631-568CBA30709D}" dt="2023-11-17T16:00:11.677" v="1955" actId="47"/>
        <pc:sldMkLst>
          <pc:docMk/>
          <pc:sldMk cId="0" sldId="263"/>
        </pc:sldMkLst>
      </pc:sldChg>
      <pc:sldChg chg="del">
        <pc:chgData name="Sanduni Pieris" userId="4ef668d554d0808a" providerId="LiveId" clId="{4A84CDE8-DC43-4B67-8631-568CBA30709D}" dt="2023-11-17T16:00:12.819" v="1956" actId="47"/>
        <pc:sldMkLst>
          <pc:docMk/>
          <pc:sldMk cId="0" sldId="264"/>
        </pc:sldMkLst>
      </pc:sldChg>
      <pc:sldChg chg="del">
        <pc:chgData name="Sanduni Pieris" userId="4ef668d554d0808a" providerId="LiveId" clId="{4A84CDE8-DC43-4B67-8631-568CBA30709D}" dt="2023-11-17T16:00:13.400" v="1957" actId="47"/>
        <pc:sldMkLst>
          <pc:docMk/>
          <pc:sldMk cId="0" sldId="265"/>
        </pc:sldMkLst>
      </pc:sldChg>
      <pc:sldChg chg="del">
        <pc:chgData name="Sanduni Pieris" userId="4ef668d554d0808a" providerId="LiveId" clId="{4A84CDE8-DC43-4B67-8631-568CBA30709D}" dt="2023-11-17T16:00:14.072" v="1958" actId="47"/>
        <pc:sldMkLst>
          <pc:docMk/>
          <pc:sldMk cId="0" sldId="266"/>
        </pc:sldMkLst>
      </pc:sldChg>
      <pc:sldChg chg="del">
        <pc:chgData name="Sanduni Pieris" userId="4ef668d554d0808a" providerId="LiveId" clId="{4A84CDE8-DC43-4B67-8631-568CBA30709D}" dt="2023-11-17T16:00:14.900" v="1959" actId="47"/>
        <pc:sldMkLst>
          <pc:docMk/>
          <pc:sldMk cId="0" sldId="267"/>
        </pc:sldMkLst>
      </pc:sldChg>
      <pc:sldChg chg="del">
        <pc:chgData name="Sanduni Pieris" userId="4ef668d554d0808a" providerId="LiveId" clId="{4A84CDE8-DC43-4B67-8631-568CBA30709D}" dt="2023-11-17T16:00:15.526" v="1960" actId="47"/>
        <pc:sldMkLst>
          <pc:docMk/>
          <pc:sldMk cId="0" sldId="268"/>
        </pc:sldMkLst>
      </pc:sldChg>
      <pc:sldChg chg="del">
        <pc:chgData name="Sanduni Pieris" userId="4ef668d554d0808a" providerId="LiveId" clId="{4A84CDE8-DC43-4B67-8631-568CBA30709D}" dt="2023-11-17T16:00:16.090" v="1961" actId="47"/>
        <pc:sldMkLst>
          <pc:docMk/>
          <pc:sldMk cId="0" sldId="269"/>
        </pc:sldMkLst>
      </pc:sldChg>
      <pc:sldChg chg="del">
        <pc:chgData name="Sanduni Pieris" userId="4ef668d554d0808a" providerId="LiveId" clId="{4A84CDE8-DC43-4B67-8631-568CBA30709D}" dt="2023-11-18T05:23:40.061" v="4218" actId="47"/>
        <pc:sldMkLst>
          <pc:docMk/>
          <pc:sldMk cId="0" sldId="270"/>
        </pc:sldMkLst>
      </pc:sldChg>
      <pc:sldChg chg="addSp delSp modSp mod modTransition">
        <pc:chgData name="Sanduni Pieris" userId="4ef668d554d0808a" providerId="LiveId" clId="{4A84CDE8-DC43-4B67-8631-568CBA30709D}" dt="2023-11-18T05:27:08.336" v="4234"/>
        <pc:sldMkLst>
          <pc:docMk/>
          <pc:sldMk cId="785189506" sldId="271"/>
        </pc:sldMkLst>
        <pc:spChg chg="mod ord">
          <ac:chgData name="Sanduni Pieris" userId="4ef668d554d0808a" providerId="LiveId" clId="{4A84CDE8-DC43-4B67-8631-568CBA30709D}" dt="2023-11-17T23:40:40.428" v="3050" actId="313"/>
          <ac:spMkLst>
            <pc:docMk/>
            <pc:sldMk cId="785189506" sldId="271"/>
            <ac:spMk id="6" creationId="{A8C25E57-00AC-89EE-A35C-6A26AF85CCD6}"/>
          </ac:spMkLst>
        </pc:spChg>
        <pc:spChg chg="mod">
          <ac:chgData name="Sanduni Pieris" userId="4ef668d554d0808a" providerId="LiveId" clId="{4A84CDE8-DC43-4B67-8631-568CBA30709D}" dt="2023-11-17T18:21:22.866" v="2496" actId="1076"/>
          <ac:spMkLst>
            <pc:docMk/>
            <pc:sldMk cId="785189506" sldId="271"/>
            <ac:spMk id="7" creationId="{36E898E6-58BD-4471-CDF4-FCDE2953AFE3}"/>
          </ac:spMkLst>
        </pc:spChg>
        <pc:spChg chg="add del mod">
          <ac:chgData name="Sanduni Pieris" userId="4ef668d554d0808a" providerId="LiveId" clId="{4A84CDE8-DC43-4B67-8631-568CBA30709D}" dt="2023-11-17T16:40:33.785" v="2105" actId="478"/>
          <ac:spMkLst>
            <pc:docMk/>
            <pc:sldMk cId="785189506" sldId="271"/>
            <ac:spMk id="8" creationId="{9E345703-BFA6-AFD7-A50B-6F6ED8BFCBB0}"/>
          </ac:spMkLst>
        </pc:spChg>
        <pc:spChg chg="add del mod modCrop">
          <ac:chgData name="Sanduni Pieris" userId="4ef668d554d0808a" providerId="LiveId" clId="{4A84CDE8-DC43-4B67-8631-568CBA30709D}" dt="2023-11-17T17:14:38.201" v="2445" actId="18131"/>
          <ac:spMkLst>
            <pc:docMk/>
            <pc:sldMk cId="785189506" sldId="271"/>
            <ac:spMk id="9" creationId="{71FBD292-5EC3-DB82-FD5F-97B591A68555}"/>
          </ac:spMkLst>
        </pc:spChg>
        <pc:spChg chg="add del mod">
          <ac:chgData name="Sanduni Pieris" userId="4ef668d554d0808a" providerId="LiveId" clId="{4A84CDE8-DC43-4B67-8631-568CBA30709D}" dt="2023-11-17T16:40:51.353" v="2112" actId="478"/>
          <ac:spMkLst>
            <pc:docMk/>
            <pc:sldMk cId="785189506" sldId="271"/>
            <ac:spMk id="10" creationId="{50DB90C2-A89B-C435-7D21-1D6782725355}"/>
          </ac:spMkLst>
        </pc:spChg>
        <pc:spChg chg="mod">
          <ac:chgData name="Sanduni Pieris" userId="4ef668d554d0808a" providerId="LiveId" clId="{4A84CDE8-DC43-4B67-8631-568CBA30709D}" dt="2023-11-17T16:31:51.648" v="2096" actId="1076"/>
          <ac:spMkLst>
            <pc:docMk/>
            <pc:sldMk cId="785189506" sldId="271"/>
            <ac:spMk id="11" creationId="{F379F1E5-E4B5-1DE5-6F73-EC835D01DD04}"/>
          </ac:spMkLst>
        </pc:spChg>
        <pc:spChg chg="mod">
          <ac:chgData name="Sanduni Pieris" userId="4ef668d554d0808a" providerId="LiveId" clId="{4A84CDE8-DC43-4B67-8631-568CBA30709D}" dt="2023-11-17T15:35:13.218" v="1778" actId="1076"/>
          <ac:spMkLst>
            <pc:docMk/>
            <pc:sldMk cId="785189506" sldId="271"/>
            <ac:spMk id="12" creationId="{74D319CA-59C1-945C-928B-5F18B7DE75F2}"/>
          </ac:spMkLst>
        </pc:spChg>
        <pc:spChg chg="mod">
          <ac:chgData name="Sanduni Pieris" userId="4ef668d554d0808a" providerId="LiveId" clId="{4A84CDE8-DC43-4B67-8631-568CBA30709D}" dt="2023-11-17T15:35:17.220" v="1781" actId="1076"/>
          <ac:spMkLst>
            <pc:docMk/>
            <pc:sldMk cId="785189506" sldId="271"/>
            <ac:spMk id="13" creationId="{1FED5462-EB72-0D15-FDC0-D71CB85676C2}"/>
          </ac:spMkLst>
        </pc:spChg>
        <pc:spChg chg="mod">
          <ac:chgData name="Sanduni Pieris" userId="4ef668d554d0808a" providerId="LiveId" clId="{4A84CDE8-DC43-4B67-8631-568CBA30709D}" dt="2023-11-17T15:35:14.937" v="1779" actId="1076"/>
          <ac:spMkLst>
            <pc:docMk/>
            <pc:sldMk cId="785189506" sldId="271"/>
            <ac:spMk id="14" creationId="{CC2338F1-5B83-DFA5-9428-DA185FDA9E03}"/>
          </ac:spMkLst>
        </pc:spChg>
        <pc:spChg chg="add del mod">
          <ac:chgData name="Sanduni Pieris" userId="4ef668d554d0808a" providerId="LiveId" clId="{4A84CDE8-DC43-4B67-8631-568CBA30709D}" dt="2023-11-17T16:40:50.479" v="2111" actId="478"/>
          <ac:spMkLst>
            <pc:docMk/>
            <pc:sldMk cId="785189506" sldId="271"/>
            <ac:spMk id="15" creationId="{55CA41E3-7B73-0444-58C1-6E989A789E43}"/>
          </ac:spMkLst>
        </pc:spChg>
        <pc:spChg chg="add mod modCrop">
          <ac:chgData name="Sanduni Pieris" userId="4ef668d554d0808a" providerId="LiveId" clId="{4A84CDE8-DC43-4B67-8631-568CBA30709D}" dt="2023-11-18T04:17:19.407" v="3416" actId="1076"/>
          <ac:spMkLst>
            <pc:docMk/>
            <pc:sldMk cId="785189506" sldId="271"/>
            <ac:spMk id="16" creationId="{CE920F52-78FB-97D2-93BE-FCF9AD76FD09}"/>
          </ac:spMkLst>
        </pc:spChg>
        <pc:spChg chg="add mod modCrop">
          <ac:chgData name="Sanduni Pieris" userId="4ef668d554d0808a" providerId="LiveId" clId="{4A84CDE8-DC43-4B67-8631-568CBA30709D}" dt="2023-11-17T18:20:57.298" v="2494" actId="1076"/>
          <ac:spMkLst>
            <pc:docMk/>
            <pc:sldMk cId="785189506" sldId="271"/>
            <ac:spMk id="17" creationId="{96424FD1-0669-F9D2-A16D-1E866D817BF2}"/>
          </ac:spMkLst>
        </pc:spChg>
        <pc:spChg chg="add mod modCrop">
          <ac:chgData name="Sanduni Pieris" userId="4ef668d554d0808a" providerId="LiveId" clId="{4A84CDE8-DC43-4B67-8631-568CBA30709D}" dt="2023-11-18T04:17:19.407" v="3416" actId="1076"/>
          <ac:spMkLst>
            <pc:docMk/>
            <pc:sldMk cId="785189506" sldId="271"/>
            <ac:spMk id="18" creationId="{D0758876-426B-F38A-6036-B849E92FEF66}"/>
          </ac:spMkLst>
        </pc:spChg>
        <pc:spChg chg="add mod modCrop">
          <ac:chgData name="Sanduni Pieris" userId="4ef668d554d0808a" providerId="LiveId" clId="{4A84CDE8-DC43-4B67-8631-568CBA30709D}" dt="2023-11-18T04:17:19.407" v="3416" actId="1076"/>
          <ac:spMkLst>
            <pc:docMk/>
            <pc:sldMk cId="785189506" sldId="271"/>
            <ac:spMk id="19" creationId="{14AE7C84-0AE2-EFDA-F22E-D1033EA260B3}"/>
          </ac:spMkLst>
        </pc:spChg>
        <pc:spChg chg="add mod modCrop">
          <ac:chgData name="Sanduni Pieris" userId="4ef668d554d0808a" providerId="LiveId" clId="{4A84CDE8-DC43-4B67-8631-568CBA30709D}" dt="2023-11-18T04:17:19.407" v="3416" actId="1076"/>
          <ac:spMkLst>
            <pc:docMk/>
            <pc:sldMk cId="785189506" sldId="271"/>
            <ac:spMk id="20" creationId="{9EFA1A63-F75F-FD1C-8A85-E4D6B0A1A79A}"/>
          </ac:spMkLst>
        </pc:spChg>
        <pc:spChg chg="add del mod modCrop">
          <ac:chgData name="Sanduni Pieris" userId="4ef668d554d0808a" providerId="LiveId" clId="{4A84CDE8-DC43-4B67-8631-568CBA30709D}" dt="2023-11-17T17:20:21.297" v="2489" actId="478"/>
          <ac:spMkLst>
            <pc:docMk/>
            <pc:sldMk cId="785189506" sldId="271"/>
            <ac:spMk id="21" creationId="{1010EEBD-05A2-0978-D9E6-1F8C023B9BA7}"/>
          </ac:spMkLst>
        </pc:spChg>
        <pc:spChg chg="add del mod ord">
          <ac:chgData name="Sanduni Pieris" userId="4ef668d554d0808a" providerId="LiveId" clId="{4A84CDE8-DC43-4B67-8631-568CBA30709D}" dt="2023-11-17T16:44:38.259" v="2148" actId="478"/>
          <ac:spMkLst>
            <pc:docMk/>
            <pc:sldMk cId="785189506" sldId="271"/>
            <ac:spMk id="22" creationId="{EA4B1217-6DFE-32B9-E203-24B30313AECC}"/>
          </ac:spMkLst>
        </pc:spChg>
        <pc:spChg chg="add mod">
          <ac:chgData name="Sanduni Pieris" userId="4ef668d554d0808a" providerId="LiveId" clId="{4A84CDE8-DC43-4B67-8631-568CBA30709D}" dt="2023-11-17T17:15:07.188" v="2471" actId="207"/>
          <ac:spMkLst>
            <pc:docMk/>
            <pc:sldMk cId="785189506" sldId="271"/>
            <ac:spMk id="23" creationId="{E476C156-8E98-7643-7F34-124F0A68659A}"/>
          </ac:spMkLst>
        </pc:spChg>
        <pc:spChg chg="add mod">
          <ac:chgData name="Sanduni Pieris" userId="4ef668d554d0808a" providerId="LiveId" clId="{4A84CDE8-DC43-4B67-8631-568CBA30709D}" dt="2023-11-17T21:25:16.123" v="2505" actId="1076"/>
          <ac:spMkLst>
            <pc:docMk/>
            <pc:sldMk cId="785189506" sldId="271"/>
            <ac:spMk id="24" creationId="{CF35439F-EEA1-18BF-CAB4-444295AF5437}"/>
          </ac:spMkLst>
        </pc:spChg>
        <pc:spChg chg="add mod modCrop">
          <ac:chgData name="Sanduni Pieris" userId="4ef668d554d0808a" providerId="LiveId" clId="{4A84CDE8-DC43-4B67-8631-568CBA30709D}" dt="2023-11-17T21:34:02.620" v="2519" actId="18131"/>
          <ac:spMkLst>
            <pc:docMk/>
            <pc:sldMk cId="785189506" sldId="271"/>
            <ac:spMk id="25" creationId="{45B4B8E2-C821-CB51-149F-00A525F4D389}"/>
          </ac:spMkLst>
        </pc:spChg>
        <pc:grpChg chg="mod">
          <ac:chgData name="Sanduni Pieris" userId="4ef668d554d0808a" providerId="LiveId" clId="{4A84CDE8-DC43-4B67-8631-568CBA30709D}" dt="2023-11-17T23:39:39.825" v="3033" actId="1076"/>
          <ac:grpSpMkLst>
            <pc:docMk/>
            <pc:sldMk cId="785189506" sldId="271"/>
            <ac:grpSpMk id="3" creationId="{542FCC1D-021B-D38F-1E80-C82E38922243}"/>
          </ac:grpSpMkLst>
        </pc:grpChg>
        <pc:picChg chg="mod">
          <ac:chgData name="Sanduni Pieris" userId="4ef668d554d0808a" providerId="LiveId" clId="{4A84CDE8-DC43-4B67-8631-568CBA30709D}" dt="2023-11-17T16:31:47.230" v="2093" actId="1076"/>
          <ac:picMkLst>
            <pc:docMk/>
            <pc:sldMk cId="785189506" sldId="271"/>
            <ac:picMk id="1026" creationId="{4052FE13-AF67-F432-E39B-46A8E0DC7E74}"/>
          </ac:picMkLst>
        </pc:picChg>
        <pc:picChg chg="mod">
          <ac:chgData name="Sanduni Pieris" userId="4ef668d554d0808a" providerId="LiveId" clId="{4A84CDE8-DC43-4B67-8631-568CBA30709D}" dt="2023-11-17T16:31:49.954" v="2095" actId="1076"/>
          <ac:picMkLst>
            <pc:docMk/>
            <pc:sldMk cId="785189506" sldId="271"/>
            <ac:picMk id="1028" creationId="{A65FA68D-8B76-7F4E-7F35-EEE41277001B}"/>
          </ac:picMkLst>
        </pc:picChg>
        <pc:picChg chg="mod">
          <ac:chgData name="Sanduni Pieris" userId="4ef668d554d0808a" providerId="LiveId" clId="{4A84CDE8-DC43-4B67-8631-568CBA30709D}" dt="2023-11-17T16:31:48.480" v="2094" actId="1076"/>
          <ac:picMkLst>
            <pc:docMk/>
            <pc:sldMk cId="785189506" sldId="271"/>
            <ac:picMk id="1030" creationId="{BB6E0F03-443D-C471-166F-4F44B4C3F08D}"/>
          </ac:picMkLst>
        </pc:picChg>
      </pc:sldChg>
      <pc:sldChg chg="modSp mod modTransition">
        <pc:chgData name="Sanduni Pieris" userId="4ef668d554d0808a" providerId="LiveId" clId="{4A84CDE8-DC43-4B67-8631-568CBA30709D}" dt="2023-11-18T05:25:50.166" v="4225" actId="207"/>
        <pc:sldMkLst>
          <pc:docMk/>
          <pc:sldMk cId="2258815037" sldId="272"/>
        </pc:sldMkLst>
        <pc:spChg chg="mod">
          <ac:chgData name="Sanduni Pieris" userId="4ef668d554d0808a" providerId="LiveId" clId="{4A84CDE8-DC43-4B67-8631-568CBA30709D}" dt="2023-11-17T21:24:15.010" v="2503" actId="14861"/>
          <ac:spMkLst>
            <pc:docMk/>
            <pc:sldMk cId="2258815037" sldId="272"/>
            <ac:spMk id="15" creationId="{FFA4F03E-0E2E-966A-B705-553C1EB0A22A}"/>
          </ac:spMkLst>
        </pc:spChg>
        <pc:spChg chg="mod">
          <ac:chgData name="Sanduni Pieris" userId="4ef668d554d0808a" providerId="LiveId" clId="{4A84CDE8-DC43-4B67-8631-568CBA30709D}" dt="2023-11-17T21:23:29.719" v="2502" actId="14861"/>
          <ac:spMkLst>
            <pc:docMk/>
            <pc:sldMk cId="2258815037" sldId="272"/>
            <ac:spMk id="16" creationId="{F34976C3-7DA6-63A5-C05A-CE6D5591A0AC}"/>
          </ac:spMkLst>
        </pc:spChg>
        <pc:spChg chg="mod">
          <ac:chgData name="Sanduni Pieris" userId="4ef668d554d0808a" providerId="LiveId" clId="{4A84CDE8-DC43-4B67-8631-568CBA30709D}" dt="2023-11-18T05:25:50.166" v="4225" actId="207"/>
          <ac:spMkLst>
            <pc:docMk/>
            <pc:sldMk cId="2258815037" sldId="272"/>
            <ac:spMk id="19" creationId="{03A8F592-3A00-1456-6FD6-BECAC9C1BAFA}"/>
          </ac:spMkLst>
        </pc:spChg>
      </pc:sldChg>
      <pc:sldChg chg="del">
        <pc:chgData name="Sanduni Pieris" userId="4ef668d554d0808a" providerId="LiveId" clId="{4A84CDE8-DC43-4B67-8631-568CBA30709D}" dt="2023-11-17T15:27:27.588" v="1711" actId="47"/>
        <pc:sldMkLst>
          <pc:docMk/>
          <pc:sldMk cId="2328263365" sldId="273"/>
        </pc:sldMkLst>
      </pc:sldChg>
      <pc:sldChg chg="del">
        <pc:chgData name="Sanduni Pieris" userId="4ef668d554d0808a" providerId="LiveId" clId="{4A84CDE8-DC43-4B67-8631-568CBA30709D}" dt="2023-11-17T13:31:04.975" v="543" actId="47"/>
        <pc:sldMkLst>
          <pc:docMk/>
          <pc:sldMk cId="2920399587" sldId="274"/>
        </pc:sldMkLst>
      </pc:sldChg>
      <pc:sldChg chg="addSp delSp modSp del mod">
        <pc:chgData name="Sanduni Pieris" userId="4ef668d554d0808a" providerId="LiveId" clId="{4A84CDE8-DC43-4B67-8631-568CBA30709D}" dt="2023-11-17T13:31:00.813" v="539" actId="47"/>
        <pc:sldMkLst>
          <pc:docMk/>
          <pc:sldMk cId="763358121" sldId="275"/>
        </pc:sldMkLst>
        <pc:spChg chg="mod">
          <ac:chgData name="Sanduni Pieris" userId="4ef668d554d0808a" providerId="LiveId" clId="{4A84CDE8-DC43-4B67-8631-568CBA30709D}" dt="2023-11-17T12:30:19.188" v="84" actId="34136"/>
          <ac:spMkLst>
            <pc:docMk/>
            <pc:sldMk cId="763358121" sldId="275"/>
            <ac:spMk id="2" creationId="{00B6822D-09C6-B729-3E49-287C99B3CE5B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3" creationId="{125B9A1E-45F9-7929-EC1D-E98F87A0FB3A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4" creationId="{0AB49869-9C36-5B08-8394-DBA5F0F8D3CA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5" creationId="{4189078A-7039-3FEA-FF7B-0A1207BEACD4}"/>
          </ac:spMkLst>
        </pc:spChg>
        <pc:spChg chg="mod">
          <ac:chgData name="Sanduni Pieris" userId="4ef668d554d0808a" providerId="LiveId" clId="{4A84CDE8-DC43-4B67-8631-568CBA30709D}" dt="2023-11-17T12:29:09.753" v="83" actId="14100"/>
          <ac:spMkLst>
            <pc:docMk/>
            <pc:sldMk cId="763358121" sldId="275"/>
            <ac:spMk id="6" creationId="{25CEEEC2-56A8-7A13-0404-6212E622EEA8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8" creationId="{E7C29E1D-F8CD-909D-CE72-6534B35229CA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11" creationId="{B042C494-756F-5DB5-778E-1656DCE53918}"/>
          </ac:spMkLst>
        </pc:spChg>
        <pc:spChg chg="del mod">
          <ac:chgData name="Sanduni Pieris" userId="4ef668d554d0808a" providerId="LiveId" clId="{4A84CDE8-DC43-4B67-8631-568CBA30709D}" dt="2023-11-17T12:23:09.908" v="2" actId="478"/>
          <ac:spMkLst>
            <pc:docMk/>
            <pc:sldMk cId="763358121" sldId="275"/>
            <ac:spMk id="12" creationId="{431D1840-2865-F13C-FFD9-FD87E8D4684E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20" creationId="{06A805A8-F98F-9AD6-536A-4AB6142EA4A5}"/>
          </ac:spMkLst>
        </pc:spChg>
        <pc:spChg chg="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21" creationId="{833EEFF0-C104-EF81-925D-DDDE56B53C68}"/>
          </ac:spMkLst>
        </pc:spChg>
        <pc:spChg chg="add mod">
          <ac:chgData name="Sanduni Pieris" userId="4ef668d554d0808a" providerId="LiveId" clId="{4A84CDE8-DC43-4B67-8631-568CBA30709D}" dt="2023-11-17T12:27:14.954" v="59" actId="1076"/>
          <ac:spMkLst>
            <pc:docMk/>
            <pc:sldMk cId="763358121" sldId="275"/>
            <ac:spMk id="22" creationId="{0B4CB3DE-F6A7-B413-008A-8E5916BB3996}"/>
          </ac:spMkLst>
        </pc:spChg>
        <pc:spChg chg="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24" creationId="{D7FBAB13-B330-F8F6-B67B-25C469FCBBDF}"/>
          </ac:spMkLst>
        </pc:spChg>
        <pc:spChg chg="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26" creationId="{1A16C19D-B921-E52C-6C31-4549C3CD3C59}"/>
          </ac:spMkLst>
        </pc:spChg>
        <pc:spChg chg="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27" creationId="{3587D842-A575-BCC8-58F2-1FFB0B5E048B}"/>
          </ac:spMkLst>
        </pc:spChg>
        <pc:spChg chg="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28" creationId="{7BE64120-9206-943E-7FBB-4085C7ECF2AD}"/>
          </ac:spMkLst>
        </pc:spChg>
        <pc:spChg chg="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29" creationId="{A5C3253C-965B-F496-5625-97592AECD862}"/>
          </ac:spMkLst>
        </pc:spChg>
        <pc:spChg chg="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31" creationId="{C1ED0384-A93F-402B-5959-8706BB58D9BC}"/>
          </ac:spMkLst>
        </pc:spChg>
        <pc:spChg chg="add 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32" creationId="{2DFB4FAE-75E8-7175-28F2-0C5E7EEF1258}"/>
          </ac:spMkLst>
        </pc:spChg>
        <pc:spChg chg="add mod">
          <ac:chgData name="Sanduni Pieris" userId="4ef668d554d0808a" providerId="LiveId" clId="{4A84CDE8-DC43-4B67-8631-568CBA30709D}" dt="2023-11-17T12:25:59.494" v="57" actId="571"/>
          <ac:spMkLst>
            <pc:docMk/>
            <pc:sldMk cId="763358121" sldId="275"/>
            <ac:spMk id="33" creationId="{026B1B69-89E2-6621-B3D6-A461462BB722}"/>
          </ac:spMkLst>
        </pc:spChg>
        <pc:spChg chg="add mod">
          <ac:chgData name="Sanduni Pieris" userId="4ef668d554d0808a" providerId="LiveId" clId="{4A84CDE8-DC43-4B67-8631-568CBA30709D}" dt="2023-11-17T12:25:50.439" v="52" actId="571"/>
          <ac:spMkLst>
            <pc:docMk/>
            <pc:sldMk cId="763358121" sldId="275"/>
            <ac:spMk id="34" creationId="{890231E3-D57F-D0D7-1933-7FCF01F81E63}"/>
          </ac:spMkLst>
        </pc:spChg>
        <pc:spChg chg="add mod">
          <ac:chgData name="Sanduni Pieris" userId="4ef668d554d0808a" providerId="LiveId" clId="{4A84CDE8-DC43-4B67-8631-568CBA30709D}" dt="2023-11-17T12:25:49.733" v="51" actId="571"/>
          <ac:spMkLst>
            <pc:docMk/>
            <pc:sldMk cId="763358121" sldId="275"/>
            <ac:spMk id="36" creationId="{E6929D96-9CCB-1030-B5D5-57AA7208B4A3}"/>
          </ac:spMkLst>
        </pc:spChg>
        <pc:spChg chg="add mod">
          <ac:chgData name="Sanduni Pieris" userId="4ef668d554d0808a" providerId="LiveId" clId="{4A84CDE8-DC43-4B67-8631-568CBA30709D}" dt="2023-11-17T12:25:58.744" v="56" actId="571"/>
          <ac:spMkLst>
            <pc:docMk/>
            <pc:sldMk cId="763358121" sldId="275"/>
            <ac:spMk id="38" creationId="{F6B1F7F1-6708-6B23-D824-24C89FB6528D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1" creationId="{A34F28FB-19CD-7250-BB23-A6E9BBAFE4EE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3" creationId="{D37257AC-4529-7495-6890-4346B76230A0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4" creationId="{6A34CB64-31FA-9B7A-2B03-7C5B57185CEF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5" creationId="{6459E035-07C0-5EBA-5350-79D736082DA5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6" creationId="{CE5BD4A1-55CA-1DD7-ECB5-7F6C221FD7FA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8" creationId="{CF2E4624-E3E0-96C3-57E9-0205CF796758}"/>
          </ac:spMkLst>
        </pc:spChg>
        <pc:spChg chg="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49" creationId="{5CAE4B2F-E5E4-340D-6A24-6EA18B35F383}"/>
          </ac:spMkLst>
        </pc:spChg>
        <pc:spChg chg="add mod">
          <ac:chgData name="Sanduni Pieris" userId="4ef668d554d0808a" providerId="LiveId" clId="{4A84CDE8-DC43-4B67-8631-568CBA30709D}" dt="2023-11-17T12:25:58.103" v="55" actId="571"/>
          <ac:spMkLst>
            <pc:docMk/>
            <pc:sldMk cId="763358121" sldId="275"/>
            <ac:spMk id="51" creationId="{1781C179-D094-E717-D7ED-4E1DFC0F5F6F}"/>
          </ac:spMkLst>
        </pc:spChg>
        <pc:grpChg chg="mod">
          <ac:chgData name="Sanduni Pieris" userId="4ef668d554d0808a" providerId="LiveId" clId="{4A84CDE8-DC43-4B67-8631-568CBA30709D}" dt="2023-11-17T12:27:14.954" v="59" actId="1076"/>
          <ac:grpSpMkLst>
            <pc:docMk/>
            <pc:sldMk cId="763358121" sldId="275"/>
            <ac:grpSpMk id="18" creationId="{E1F078B7-5AD3-9C1B-0A76-B0DC1F66ECE3}"/>
          </ac:grpSpMkLst>
        </pc:grpChg>
        <pc:grpChg chg="mod">
          <ac:chgData name="Sanduni Pieris" userId="4ef668d554d0808a" providerId="LiveId" clId="{4A84CDE8-DC43-4B67-8631-568CBA30709D}" dt="2023-11-17T12:27:14.954" v="59" actId="1076"/>
          <ac:grpSpMkLst>
            <pc:docMk/>
            <pc:sldMk cId="763358121" sldId="275"/>
            <ac:grpSpMk id="19" creationId="{AC216F54-A68D-840A-6B3E-5084E6DB1F9C}"/>
          </ac:grpSpMkLst>
        </pc:grpChg>
        <pc:grpChg chg="add mod">
          <ac:chgData name="Sanduni Pieris" userId="4ef668d554d0808a" providerId="LiveId" clId="{4A84CDE8-DC43-4B67-8631-568CBA30709D}" dt="2023-11-17T12:25:59.494" v="57" actId="571"/>
          <ac:grpSpMkLst>
            <pc:docMk/>
            <pc:sldMk cId="763358121" sldId="275"/>
            <ac:grpSpMk id="23" creationId="{BC1E01A7-AF61-78D1-A9A0-3410AA6F9A80}"/>
          </ac:grpSpMkLst>
        </pc:grpChg>
        <pc:grpChg chg="mod">
          <ac:chgData name="Sanduni Pieris" userId="4ef668d554d0808a" providerId="LiveId" clId="{4A84CDE8-DC43-4B67-8631-568CBA30709D}" dt="2023-11-17T12:25:59.494" v="57" actId="571"/>
          <ac:grpSpMkLst>
            <pc:docMk/>
            <pc:sldMk cId="763358121" sldId="275"/>
            <ac:grpSpMk id="25" creationId="{995911DD-C553-4293-6CC0-1B5341B3991E}"/>
          </ac:grpSpMkLst>
        </pc:grpChg>
        <pc:grpChg chg="add mod">
          <ac:chgData name="Sanduni Pieris" userId="4ef668d554d0808a" providerId="LiveId" clId="{4A84CDE8-DC43-4B67-8631-568CBA30709D}" dt="2023-11-17T12:25:58.103" v="55" actId="571"/>
          <ac:grpSpMkLst>
            <pc:docMk/>
            <pc:sldMk cId="763358121" sldId="275"/>
            <ac:grpSpMk id="40" creationId="{266A5235-0ECE-B55B-C723-7D308B305368}"/>
          </ac:grpSpMkLst>
        </pc:grpChg>
        <pc:grpChg chg="mod">
          <ac:chgData name="Sanduni Pieris" userId="4ef668d554d0808a" providerId="LiveId" clId="{4A84CDE8-DC43-4B67-8631-568CBA30709D}" dt="2023-11-17T12:25:58.103" v="55" actId="571"/>
          <ac:grpSpMkLst>
            <pc:docMk/>
            <pc:sldMk cId="763358121" sldId="275"/>
            <ac:grpSpMk id="42" creationId="{BDAE8228-86CD-CF7E-74AA-80D5D71E2998}"/>
          </ac:grpSpMkLst>
        </pc:grpChg>
        <pc:grpChg chg="add mod">
          <ac:chgData name="Sanduni Pieris" userId="4ef668d554d0808a" providerId="LiveId" clId="{4A84CDE8-DC43-4B67-8631-568CBA30709D}" dt="2023-11-17T12:27:18.801" v="60" actId="167"/>
          <ac:grpSpMkLst>
            <pc:docMk/>
            <pc:sldMk cId="763358121" sldId="275"/>
            <ac:grpSpMk id="52" creationId="{E069C625-5154-4077-1477-F758D8EFE8D9}"/>
          </ac:grpSpMkLst>
        </pc:grpChg>
        <pc:picChg chg="mod">
          <ac:chgData name="Sanduni Pieris" userId="4ef668d554d0808a" providerId="LiveId" clId="{4A84CDE8-DC43-4B67-8631-568CBA30709D}" dt="2023-11-17T12:25:59.494" v="57" actId="571"/>
          <ac:picMkLst>
            <pc:docMk/>
            <pc:sldMk cId="763358121" sldId="275"/>
            <ac:picMk id="30" creationId="{2A440556-544D-B6AA-2231-0036FBAE4817}"/>
          </ac:picMkLst>
        </pc:picChg>
        <pc:picChg chg="add mod">
          <ac:chgData name="Sanduni Pieris" userId="4ef668d554d0808a" providerId="LiveId" clId="{4A84CDE8-DC43-4B67-8631-568CBA30709D}" dt="2023-11-17T12:25:50.439" v="52" actId="571"/>
          <ac:picMkLst>
            <pc:docMk/>
            <pc:sldMk cId="763358121" sldId="275"/>
            <ac:picMk id="35" creationId="{D42C3E33-1C0D-FA90-6D9C-3B794C33E133}"/>
          </ac:picMkLst>
        </pc:picChg>
        <pc:picChg chg="add mod">
          <ac:chgData name="Sanduni Pieris" userId="4ef668d554d0808a" providerId="LiveId" clId="{4A84CDE8-DC43-4B67-8631-568CBA30709D}" dt="2023-11-17T12:25:49.733" v="51" actId="571"/>
          <ac:picMkLst>
            <pc:docMk/>
            <pc:sldMk cId="763358121" sldId="275"/>
            <ac:picMk id="37" creationId="{253E920B-6C41-A235-6D06-213A012D66B6}"/>
          </ac:picMkLst>
        </pc:picChg>
        <pc:picChg chg="add mod">
          <ac:chgData name="Sanduni Pieris" userId="4ef668d554d0808a" providerId="LiveId" clId="{4A84CDE8-DC43-4B67-8631-568CBA30709D}" dt="2023-11-17T12:25:58.744" v="56" actId="571"/>
          <ac:picMkLst>
            <pc:docMk/>
            <pc:sldMk cId="763358121" sldId="275"/>
            <ac:picMk id="39" creationId="{6D91629F-84A0-5958-DD5C-4EE179F2A0D1}"/>
          </ac:picMkLst>
        </pc:picChg>
        <pc:picChg chg="mod">
          <ac:chgData name="Sanduni Pieris" userId="4ef668d554d0808a" providerId="LiveId" clId="{4A84CDE8-DC43-4B67-8631-568CBA30709D}" dt="2023-11-17T12:25:58.103" v="55" actId="571"/>
          <ac:picMkLst>
            <pc:docMk/>
            <pc:sldMk cId="763358121" sldId="275"/>
            <ac:picMk id="47" creationId="{BBC1C483-20DF-C54E-2042-82812964C977}"/>
          </ac:picMkLst>
        </pc:picChg>
        <pc:picChg chg="mod">
          <ac:chgData name="Sanduni Pieris" userId="4ef668d554d0808a" providerId="LiveId" clId="{4A84CDE8-DC43-4B67-8631-568CBA30709D}" dt="2023-11-17T12:25:58.103" v="55" actId="571"/>
          <ac:picMkLst>
            <pc:docMk/>
            <pc:sldMk cId="763358121" sldId="275"/>
            <ac:picMk id="50" creationId="{C8D991C6-9BAD-FE14-69DB-0AF8AFDA5770}"/>
          </ac:picMkLst>
        </pc:picChg>
        <pc:picChg chg="mod">
          <ac:chgData name="Sanduni Pieris" userId="4ef668d554d0808a" providerId="LiveId" clId="{4A84CDE8-DC43-4B67-8631-568CBA30709D}" dt="2023-11-17T12:27:14.954" v="59" actId="1076"/>
          <ac:picMkLst>
            <pc:docMk/>
            <pc:sldMk cId="763358121" sldId="275"/>
            <ac:picMk id="2050" creationId="{55780B3F-A043-3754-D3F8-218FD0819128}"/>
          </ac:picMkLst>
        </pc:picChg>
      </pc:sldChg>
      <pc:sldChg chg="modSp add del">
        <pc:chgData name="Sanduni Pieris" userId="4ef668d554d0808a" providerId="LiveId" clId="{4A84CDE8-DC43-4B67-8631-568CBA30709D}" dt="2023-11-17T12:27:21.431" v="61" actId="47"/>
        <pc:sldMkLst>
          <pc:docMk/>
          <pc:sldMk cId="225449790" sldId="276"/>
        </pc:sldMkLst>
        <pc:spChg chg="mod">
          <ac:chgData name="Sanduni Pieris" userId="4ef668d554d0808a" providerId="LiveId" clId="{4A84CDE8-DC43-4B67-8631-568CBA30709D}" dt="2023-11-17T12:25:23.105" v="42" actId="1076"/>
          <ac:spMkLst>
            <pc:docMk/>
            <pc:sldMk cId="225449790" sldId="276"/>
            <ac:spMk id="3" creationId="{125B9A1E-45F9-7929-EC1D-E98F87A0FB3A}"/>
          </ac:spMkLst>
        </pc:spChg>
        <pc:spChg chg="mod">
          <ac:chgData name="Sanduni Pieris" userId="4ef668d554d0808a" providerId="LiveId" clId="{4A84CDE8-DC43-4B67-8631-568CBA30709D}" dt="2023-11-17T12:25:23.105" v="42" actId="1076"/>
          <ac:spMkLst>
            <pc:docMk/>
            <pc:sldMk cId="225449790" sldId="276"/>
            <ac:spMk id="4" creationId="{0AB49869-9C36-5B08-8394-DBA5F0F8D3CA}"/>
          </ac:spMkLst>
        </pc:spChg>
        <pc:spChg chg="mod">
          <ac:chgData name="Sanduni Pieris" userId="4ef668d554d0808a" providerId="LiveId" clId="{4A84CDE8-DC43-4B67-8631-568CBA30709D}" dt="2023-11-17T12:25:23.105" v="42" actId="1076"/>
          <ac:spMkLst>
            <pc:docMk/>
            <pc:sldMk cId="225449790" sldId="276"/>
            <ac:spMk id="5" creationId="{4189078A-7039-3FEA-FF7B-0A1207BEACD4}"/>
          </ac:spMkLst>
        </pc:spChg>
        <pc:spChg chg="mod">
          <ac:chgData name="Sanduni Pieris" userId="4ef668d554d0808a" providerId="LiveId" clId="{4A84CDE8-DC43-4B67-8631-568CBA30709D}" dt="2023-11-17T12:25:23.105" v="42" actId="1076"/>
          <ac:spMkLst>
            <pc:docMk/>
            <pc:sldMk cId="225449790" sldId="276"/>
            <ac:spMk id="6" creationId="{25CEEEC2-56A8-7A13-0404-6212E622EEA8}"/>
          </ac:spMkLst>
        </pc:spChg>
        <pc:spChg chg="mod">
          <ac:chgData name="Sanduni Pieris" userId="4ef668d554d0808a" providerId="LiveId" clId="{4A84CDE8-DC43-4B67-8631-568CBA30709D}" dt="2023-11-17T12:25:23.105" v="42" actId="1076"/>
          <ac:spMkLst>
            <pc:docMk/>
            <pc:sldMk cId="225449790" sldId="276"/>
            <ac:spMk id="8" creationId="{E7C29E1D-F8CD-909D-CE72-6534B35229CA}"/>
          </ac:spMkLst>
        </pc:spChg>
        <pc:spChg chg="mod">
          <ac:chgData name="Sanduni Pieris" userId="4ef668d554d0808a" providerId="LiveId" clId="{4A84CDE8-DC43-4B67-8631-568CBA30709D}" dt="2023-11-17T12:25:23.105" v="42" actId="1076"/>
          <ac:spMkLst>
            <pc:docMk/>
            <pc:sldMk cId="225449790" sldId="276"/>
            <ac:spMk id="11" creationId="{B042C494-756F-5DB5-778E-1656DCE53918}"/>
          </ac:spMkLst>
        </pc:spChg>
        <pc:grpChg chg="mod">
          <ac:chgData name="Sanduni Pieris" userId="4ef668d554d0808a" providerId="LiveId" clId="{4A84CDE8-DC43-4B67-8631-568CBA30709D}" dt="2023-11-17T12:25:23.105" v="42" actId="1076"/>
          <ac:grpSpMkLst>
            <pc:docMk/>
            <pc:sldMk cId="225449790" sldId="276"/>
            <ac:grpSpMk id="18" creationId="{E1F078B7-5AD3-9C1B-0A76-B0DC1F66ECE3}"/>
          </ac:grpSpMkLst>
        </pc:grpChg>
        <pc:grpChg chg="mod">
          <ac:chgData name="Sanduni Pieris" userId="4ef668d554d0808a" providerId="LiveId" clId="{4A84CDE8-DC43-4B67-8631-568CBA30709D}" dt="2023-11-17T12:25:23.105" v="42" actId="1076"/>
          <ac:grpSpMkLst>
            <pc:docMk/>
            <pc:sldMk cId="225449790" sldId="276"/>
            <ac:grpSpMk id="19" creationId="{AC216F54-A68D-840A-6B3E-5084E6DB1F9C}"/>
          </ac:grpSpMkLst>
        </pc:grpChg>
        <pc:picChg chg="mod">
          <ac:chgData name="Sanduni Pieris" userId="4ef668d554d0808a" providerId="LiveId" clId="{4A84CDE8-DC43-4B67-8631-568CBA30709D}" dt="2023-11-17T12:25:23.105" v="42" actId="1076"/>
          <ac:picMkLst>
            <pc:docMk/>
            <pc:sldMk cId="225449790" sldId="276"/>
            <ac:picMk id="2050" creationId="{55780B3F-A043-3754-D3F8-218FD0819128}"/>
          </ac:picMkLst>
        </pc:picChg>
      </pc:sldChg>
      <pc:sldChg chg="modSp add del">
        <pc:chgData name="Sanduni Pieris" userId="4ef668d554d0808a" providerId="LiveId" clId="{4A84CDE8-DC43-4B67-8631-568CBA30709D}" dt="2023-11-17T13:31:01.705" v="540" actId="47"/>
        <pc:sldMkLst>
          <pc:docMk/>
          <pc:sldMk cId="2569940366" sldId="276"/>
        </pc:sldMkLst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3" creationId="{125B9A1E-45F9-7929-EC1D-E98F87A0FB3A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4" creationId="{0AB49869-9C36-5B08-8394-DBA5F0F8D3CA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5" creationId="{4189078A-7039-3FEA-FF7B-0A1207BEACD4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6" creationId="{25CEEEC2-56A8-7A13-0404-6212E622EEA8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8" creationId="{E7C29E1D-F8CD-909D-CE72-6534B35229CA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11" creationId="{B042C494-756F-5DB5-778E-1656DCE53918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20" creationId="{06A805A8-F98F-9AD6-536A-4AB6142EA4A5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21" creationId="{833EEFF0-C104-EF81-925D-DDDE56B53C68}"/>
          </ac:spMkLst>
        </pc:spChg>
        <pc:spChg chg="mod">
          <ac:chgData name="Sanduni Pieris" userId="4ef668d554d0808a" providerId="LiveId" clId="{4A84CDE8-DC43-4B67-8631-568CBA30709D}" dt="2023-11-17T12:27:30.519" v="63" actId="1076"/>
          <ac:spMkLst>
            <pc:docMk/>
            <pc:sldMk cId="2569940366" sldId="276"/>
            <ac:spMk id="22" creationId="{0B4CB3DE-F6A7-B413-008A-8E5916BB3996}"/>
          </ac:spMkLst>
        </pc:spChg>
        <pc:grpChg chg="mod">
          <ac:chgData name="Sanduni Pieris" userId="4ef668d554d0808a" providerId="LiveId" clId="{4A84CDE8-DC43-4B67-8631-568CBA30709D}" dt="2023-11-17T12:27:30.519" v="63" actId="1076"/>
          <ac:grpSpMkLst>
            <pc:docMk/>
            <pc:sldMk cId="2569940366" sldId="276"/>
            <ac:grpSpMk id="18" creationId="{E1F078B7-5AD3-9C1B-0A76-B0DC1F66ECE3}"/>
          </ac:grpSpMkLst>
        </pc:grpChg>
        <pc:grpChg chg="mod">
          <ac:chgData name="Sanduni Pieris" userId="4ef668d554d0808a" providerId="LiveId" clId="{4A84CDE8-DC43-4B67-8631-568CBA30709D}" dt="2023-11-17T12:27:30.519" v="63" actId="1076"/>
          <ac:grpSpMkLst>
            <pc:docMk/>
            <pc:sldMk cId="2569940366" sldId="276"/>
            <ac:grpSpMk id="19" creationId="{AC216F54-A68D-840A-6B3E-5084E6DB1F9C}"/>
          </ac:grpSpMkLst>
        </pc:grpChg>
        <pc:grpChg chg="mod">
          <ac:chgData name="Sanduni Pieris" userId="4ef668d554d0808a" providerId="LiveId" clId="{4A84CDE8-DC43-4B67-8631-568CBA30709D}" dt="2023-11-17T12:27:30.519" v="63" actId="1076"/>
          <ac:grpSpMkLst>
            <pc:docMk/>
            <pc:sldMk cId="2569940366" sldId="276"/>
            <ac:grpSpMk id="52" creationId="{E069C625-5154-4077-1477-F758D8EFE8D9}"/>
          </ac:grpSpMkLst>
        </pc:grpChg>
        <pc:picChg chg="mod">
          <ac:chgData name="Sanduni Pieris" userId="4ef668d554d0808a" providerId="LiveId" clId="{4A84CDE8-DC43-4B67-8631-568CBA30709D}" dt="2023-11-17T12:27:30.519" v="63" actId="1076"/>
          <ac:picMkLst>
            <pc:docMk/>
            <pc:sldMk cId="2569940366" sldId="276"/>
            <ac:picMk id="2050" creationId="{55780B3F-A043-3754-D3F8-218FD0819128}"/>
          </ac:picMkLst>
        </pc:picChg>
      </pc:sldChg>
      <pc:sldChg chg="del">
        <pc:chgData name="Sanduni Pieris" userId="4ef668d554d0808a" providerId="LiveId" clId="{4A84CDE8-DC43-4B67-8631-568CBA30709D}" dt="2023-11-17T12:24:53.406" v="34" actId="47"/>
        <pc:sldMkLst>
          <pc:docMk/>
          <pc:sldMk cId="2844183024" sldId="276"/>
        </pc:sldMkLst>
      </pc:sldChg>
      <pc:sldChg chg="addSp modSp add del mod">
        <pc:chgData name="Sanduni Pieris" userId="4ef668d554d0808a" providerId="LiveId" clId="{4A84CDE8-DC43-4B67-8631-568CBA30709D}" dt="2023-11-17T13:31:02.205" v="541" actId="47"/>
        <pc:sldMkLst>
          <pc:docMk/>
          <pc:sldMk cId="1500624340" sldId="277"/>
        </pc:sldMkLst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3" creationId="{125B9A1E-45F9-7929-EC1D-E98F87A0FB3A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4" creationId="{0AB49869-9C36-5B08-8394-DBA5F0F8D3CA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5" creationId="{4189078A-7039-3FEA-FF7B-0A1207BEACD4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6" creationId="{25CEEEC2-56A8-7A13-0404-6212E622EEA8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8" creationId="{E7C29E1D-F8CD-909D-CE72-6534B35229CA}"/>
          </ac:spMkLst>
        </pc:spChg>
        <pc:spChg chg="add 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10" creationId="{404CFA56-019B-18E8-61C9-78E96847B033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11" creationId="{B042C494-756F-5DB5-778E-1656DCE53918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20" creationId="{06A805A8-F98F-9AD6-536A-4AB6142EA4A5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21" creationId="{833EEFF0-C104-EF81-925D-DDDE56B53C68}"/>
          </ac:spMkLst>
        </pc:spChg>
        <pc:spChg chg="mod">
          <ac:chgData name="Sanduni Pieris" userId="4ef668d554d0808a" providerId="LiveId" clId="{4A84CDE8-DC43-4B67-8631-568CBA30709D}" dt="2023-11-17T12:27:45.814" v="68"/>
          <ac:spMkLst>
            <pc:docMk/>
            <pc:sldMk cId="1500624340" sldId="277"/>
            <ac:spMk id="22" creationId="{0B4CB3DE-F6A7-B413-008A-8E5916BB3996}"/>
          </ac:spMkLst>
        </pc:spChg>
        <pc:grpChg chg="mod">
          <ac:chgData name="Sanduni Pieris" userId="4ef668d554d0808a" providerId="LiveId" clId="{4A84CDE8-DC43-4B67-8631-568CBA30709D}" dt="2023-11-17T12:27:45.814" v="68"/>
          <ac:grpSpMkLst>
            <pc:docMk/>
            <pc:sldMk cId="1500624340" sldId="277"/>
            <ac:grpSpMk id="18" creationId="{E1F078B7-5AD3-9C1B-0A76-B0DC1F66ECE3}"/>
          </ac:grpSpMkLst>
        </pc:grpChg>
        <pc:grpChg chg="mod">
          <ac:chgData name="Sanduni Pieris" userId="4ef668d554d0808a" providerId="LiveId" clId="{4A84CDE8-DC43-4B67-8631-568CBA30709D}" dt="2023-11-17T12:27:45.814" v="68"/>
          <ac:grpSpMkLst>
            <pc:docMk/>
            <pc:sldMk cId="1500624340" sldId="277"/>
            <ac:grpSpMk id="19" creationId="{AC216F54-A68D-840A-6B3E-5084E6DB1F9C}"/>
          </ac:grpSpMkLst>
        </pc:grpChg>
        <pc:grpChg chg="mod">
          <ac:chgData name="Sanduni Pieris" userId="4ef668d554d0808a" providerId="LiveId" clId="{4A84CDE8-DC43-4B67-8631-568CBA30709D}" dt="2023-11-17T12:27:45.814" v="68"/>
          <ac:grpSpMkLst>
            <pc:docMk/>
            <pc:sldMk cId="1500624340" sldId="277"/>
            <ac:grpSpMk id="52" creationId="{E069C625-5154-4077-1477-F758D8EFE8D9}"/>
          </ac:grpSpMkLst>
        </pc:grpChg>
        <pc:picChg chg="mod">
          <ac:chgData name="Sanduni Pieris" userId="4ef668d554d0808a" providerId="LiveId" clId="{4A84CDE8-DC43-4B67-8631-568CBA30709D}" dt="2023-11-17T12:27:45.814" v="68"/>
          <ac:picMkLst>
            <pc:docMk/>
            <pc:sldMk cId="1500624340" sldId="277"/>
            <ac:picMk id="2050" creationId="{55780B3F-A043-3754-D3F8-218FD0819128}"/>
          </ac:picMkLst>
        </pc:picChg>
      </pc:sldChg>
      <pc:sldChg chg="addSp delSp modSp add del mod">
        <pc:chgData name="Sanduni Pieris" userId="4ef668d554d0808a" providerId="LiveId" clId="{4A84CDE8-DC43-4B67-8631-568CBA30709D}" dt="2023-11-17T13:31:03.129" v="542" actId="47"/>
        <pc:sldMkLst>
          <pc:docMk/>
          <pc:sldMk cId="2152684016" sldId="278"/>
        </pc:sldMkLst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3" creationId="{125B9A1E-45F9-7929-EC1D-E98F87A0FB3A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4" creationId="{0AB49869-9C36-5B08-8394-DBA5F0F8D3CA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5" creationId="{4189078A-7039-3FEA-FF7B-0A1207BEACD4}"/>
          </ac:spMkLst>
        </pc:spChg>
        <pc:spChg chg="mod">
          <ac:chgData name="Sanduni Pieris" userId="4ef668d554d0808a" providerId="LiveId" clId="{4A84CDE8-DC43-4B67-8631-568CBA30709D}" dt="2023-11-17T12:28:38.559" v="81" actId="14100"/>
          <ac:spMkLst>
            <pc:docMk/>
            <pc:sldMk cId="2152684016" sldId="278"/>
            <ac:spMk id="6" creationId="{25CEEEC2-56A8-7A13-0404-6212E622EEA8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8" creationId="{E7C29E1D-F8CD-909D-CE72-6534B35229CA}"/>
          </ac:spMkLst>
        </pc:spChg>
        <pc:spChg chg="add del">
          <ac:chgData name="Sanduni Pieris" userId="4ef668d554d0808a" providerId="LiveId" clId="{4A84CDE8-DC43-4B67-8631-568CBA30709D}" dt="2023-11-17T12:28:40.953" v="82" actId="478"/>
          <ac:spMkLst>
            <pc:docMk/>
            <pc:sldMk cId="2152684016" sldId="278"/>
            <ac:spMk id="9" creationId="{5C664DA7-1584-618A-0FA7-1401C4F231EB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11" creationId="{B042C494-756F-5DB5-778E-1656DCE53918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20" creationId="{06A805A8-F98F-9AD6-536A-4AB6142EA4A5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21" creationId="{833EEFF0-C104-EF81-925D-DDDE56B53C68}"/>
          </ac:spMkLst>
        </pc:spChg>
        <pc:spChg chg="mod">
          <ac:chgData name="Sanduni Pieris" userId="4ef668d554d0808a" providerId="LiveId" clId="{4A84CDE8-DC43-4B67-8631-568CBA30709D}" dt="2023-11-17T12:28:31.552" v="77" actId="1076"/>
          <ac:spMkLst>
            <pc:docMk/>
            <pc:sldMk cId="2152684016" sldId="278"/>
            <ac:spMk id="22" creationId="{0B4CB3DE-F6A7-B413-008A-8E5916BB3996}"/>
          </ac:spMkLst>
        </pc:spChg>
        <pc:grpChg chg="mod">
          <ac:chgData name="Sanduni Pieris" userId="4ef668d554d0808a" providerId="LiveId" clId="{4A84CDE8-DC43-4B67-8631-568CBA30709D}" dt="2023-11-17T12:28:31.552" v="77" actId="1076"/>
          <ac:grpSpMkLst>
            <pc:docMk/>
            <pc:sldMk cId="2152684016" sldId="278"/>
            <ac:grpSpMk id="18" creationId="{E1F078B7-5AD3-9C1B-0A76-B0DC1F66ECE3}"/>
          </ac:grpSpMkLst>
        </pc:grpChg>
        <pc:grpChg chg="mod">
          <ac:chgData name="Sanduni Pieris" userId="4ef668d554d0808a" providerId="LiveId" clId="{4A84CDE8-DC43-4B67-8631-568CBA30709D}" dt="2023-11-17T12:28:31.552" v="77" actId="1076"/>
          <ac:grpSpMkLst>
            <pc:docMk/>
            <pc:sldMk cId="2152684016" sldId="278"/>
            <ac:grpSpMk id="19" creationId="{AC216F54-A68D-840A-6B3E-5084E6DB1F9C}"/>
          </ac:grpSpMkLst>
        </pc:grpChg>
        <pc:grpChg chg="mod">
          <ac:chgData name="Sanduni Pieris" userId="4ef668d554d0808a" providerId="LiveId" clId="{4A84CDE8-DC43-4B67-8631-568CBA30709D}" dt="2023-11-17T12:28:31.552" v="77" actId="1076"/>
          <ac:grpSpMkLst>
            <pc:docMk/>
            <pc:sldMk cId="2152684016" sldId="278"/>
            <ac:grpSpMk id="52" creationId="{E069C625-5154-4077-1477-F758D8EFE8D9}"/>
          </ac:grpSpMkLst>
        </pc:grpChg>
        <pc:picChg chg="mod">
          <ac:chgData name="Sanduni Pieris" userId="4ef668d554d0808a" providerId="LiveId" clId="{4A84CDE8-DC43-4B67-8631-568CBA30709D}" dt="2023-11-17T12:28:31.552" v="77" actId="1076"/>
          <ac:picMkLst>
            <pc:docMk/>
            <pc:sldMk cId="2152684016" sldId="278"/>
            <ac:picMk id="2050" creationId="{55780B3F-A043-3754-D3F8-218FD0819128}"/>
          </ac:picMkLst>
        </pc:picChg>
      </pc:sldChg>
      <pc:sldChg chg="del">
        <pc:chgData name="Sanduni Pieris" userId="4ef668d554d0808a" providerId="LiveId" clId="{4A84CDE8-DC43-4B67-8631-568CBA30709D}" dt="2023-11-17T12:24:54.205" v="35" actId="47"/>
        <pc:sldMkLst>
          <pc:docMk/>
          <pc:sldMk cId="2660127661" sldId="278"/>
        </pc:sldMkLst>
      </pc:sldChg>
      <pc:sldChg chg="addSp delSp modSp new del mod modTransition">
        <pc:chgData name="Sanduni Pieris" userId="4ef668d554d0808a" providerId="LiveId" clId="{4A84CDE8-DC43-4B67-8631-568CBA30709D}" dt="2023-11-17T15:33:40.950" v="1765" actId="47"/>
        <pc:sldMkLst>
          <pc:docMk/>
          <pc:sldMk cId="561226598" sldId="279"/>
        </pc:sldMkLst>
        <pc:spChg chg="add mod">
          <ac:chgData name="Sanduni Pieris" userId="4ef668d554d0808a" providerId="LiveId" clId="{4A84CDE8-DC43-4B67-8631-568CBA30709D}" dt="2023-11-17T12:39:29.697" v="177" actId="207"/>
          <ac:spMkLst>
            <pc:docMk/>
            <pc:sldMk cId="561226598" sldId="279"/>
            <ac:spMk id="2" creationId="{C7C102F6-FE16-85FF-F582-ED15C0B35634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3" creationId="{7C1E7768-864A-85B6-48F7-C843BF915A10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4" creationId="{746ABA43-C019-6612-6B1F-6712A3721448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5" creationId="{42E0FF8F-84BA-E7C1-E7FF-D236E3557B3D}"/>
          </ac:spMkLst>
        </pc:spChg>
        <pc:spChg chg="add mod">
          <ac:chgData name="Sanduni Pieris" userId="4ef668d554d0808a" providerId="LiveId" clId="{4A84CDE8-DC43-4B67-8631-568CBA30709D}" dt="2023-11-17T15:33:13.960" v="1759" actId="14100"/>
          <ac:spMkLst>
            <pc:docMk/>
            <pc:sldMk cId="561226598" sldId="279"/>
            <ac:spMk id="6" creationId="{9AC450B2-EFCF-3AF0-6F34-84A7B44B3E79}"/>
          </ac:spMkLst>
        </pc:spChg>
        <pc:spChg chg="add mod">
          <ac:chgData name="Sanduni Pieris" userId="4ef668d554d0808a" providerId="LiveId" clId="{4A84CDE8-DC43-4B67-8631-568CBA30709D}" dt="2023-11-17T13:08:39.980" v="371" actId="14861"/>
          <ac:spMkLst>
            <pc:docMk/>
            <pc:sldMk cId="561226598" sldId="279"/>
            <ac:spMk id="7" creationId="{5EC36ACE-36BD-ED86-C3DF-BACB14C45DE0}"/>
          </ac:spMkLst>
        </pc:spChg>
        <pc:spChg chg="add mod">
          <ac:chgData name="Sanduni Pieris" userId="4ef668d554d0808a" providerId="LiveId" clId="{4A84CDE8-DC43-4B67-8631-568CBA30709D}" dt="2023-11-17T13:08:53.103" v="372" actId="14861"/>
          <ac:spMkLst>
            <pc:docMk/>
            <pc:sldMk cId="561226598" sldId="279"/>
            <ac:spMk id="8" creationId="{9974908C-6021-6BDB-443C-286602719C14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9" creationId="{04131732-105F-A5DE-49BF-1805FF04D630}"/>
          </ac:spMkLst>
        </pc:spChg>
        <pc:spChg chg="add del mod">
          <ac:chgData name="Sanduni Pieris" userId="4ef668d554d0808a" providerId="LiveId" clId="{4A84CDE8-DC43-4B67-8631-568CBA30709D}" dt="2023-11-17T12:42:33.905" v="200"/>
          <ac:spMkLst>
            <pc:docMk/>
            <pc:sldMk cId="561226598" sldId="279"/>
            <ac:spMk id="9" creationId="{B0D3D038-1084-1621-A1F7-6689A0274D28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0" creationId="{56BD3EA9-CD13-E1FF-5118-FAE968146EC3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1" creationId="{99F90525-8436-F57B-3F74-C82B1EDE0170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2" creationId="{118DA1C4-D92A-97D8-6409-E905E5C81629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3" creationId="{6CF43B45-BE5F-A733-17F9-4F9A2E4FC308}"/>
          </ac:spMkLst>
        </pc:spChg>
        <pc:spChg chg="add del mod">
          <ac:chgData name="Sanduni Pieris" userId="4ef668d554d0808a" providerId="LiveId" clId="{4A84CDE8-DC43-4B67-8631-568CBA30709D}" dt="2023-11-17T15:31:06.086" v="1739" actId="478"/>
          <ac:spMkLst>
            <pc:docMk/>
            <pc:sldMk cId="561226598" sldId="279"/>
            <ac:spMk id="14" creationId="{0A70D217-FB7F-3AEB-2C80-F267B84D6106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5" creationId="{25F12D1C-E6F3-18B3-5D44-5B0211FCAD0D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6" creationId="{3143254F-ACB3-8478-8444-304879A5BBB1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7" creationId="{9AE6F578-CCED-A895-AE8A-E259F7A007C5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8" creationId="{83CF0A0A-9F27-BF7C-B0AD-350C644B41A0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19" creationId="{2913F815-571F-745D-53AF-CF8B69D852D7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20" creationId="{8907B832-C250-5484-2883-D7E72EB88AD0}"/>
          </ac:spMkLst>
        </pc:spChg>
        <pc:spChg chg="add mod">
          <ac:chgData name="Sanduni Pieris" userId="4ef668d554d0808a" providerId="LiveId" clId="{4A84CDE8-DC43-4B67-8631-568CBA30709D}" dt="2023-11-17T15:29:48.359" v="1725" actId="164"/>
          <ac:spMkLst>
            <pc:docMk/>
            <pc:sldMk cId="561226598" sldId="279"/>
            <ac:spMk id="21" creationId="{753725A0-E904-E375-27BF-FA283CBE267E}"/>
          </ac:spMkLst>
        </pc:spChg>
        <pc:spChg chg="add mod">
          <ac:chgData name="Sanduni Pieris" userId="4ef668d554d0808a" providerId="LiveId" clId="{4A84CDE8-DC43-4B67-8631-568CBA30709D}" dt="2023-11-17T15:30:45.864" v="1734" actId="164"/>
          <ac:spMkLst>
            <pc:docMk/>
            <pc:sldMk cId="561226598" sldId="279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29" creationId="{F1D794AC-4C77-B3D5-B557-3A09665BEFEC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2" creationId="{E9E406D5-8AE9-5CB2-D301-496F1BDFEDD8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3" creationId="{BFBA7290-CCF4-F5A1-7CD4-8E6C7C834351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4" creationId="{DF8F9F44-5572-58B1-C1DF-A8D27AB065F5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5" creationId="{4DE87A49-1B8E-B32D-6F0F-A41F7BE4D204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6" creationId="{887452BA-E9D3-48FD-7B42-8235233835D4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7" creationId="{0F79AE72-3E54-AC8A-FCB5-B905E33DCDE3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8" creationId="{0245F7F8-DFB4-3517-1FDD-A009A0EAF124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39" creationId="{24866BD9-24D2-BA9E-2FED-D387B70E233F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0" creationId="{C98DA5B6-E96E-EE8C-8213-A311014CA48D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1" creationId="{69D294F5-B655-6CD5-DCF9-CE77B448B704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2" creationId="{D27A998D-CFD1-9888-A63A-0B02CCDFFCCC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3" creationId="{DA7AFA60-445F-D1C7-6372-C11E85709B6E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4" creationId="{B59A686A-BF1B-26D6-B7A9-4578F68E9EDC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5" creationId="{8AFC996C-4AD7-9133-1AA1-898CFCC24BF6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6" creationId="{8AE1AD1A-1CDE-D795-F1FE-9C329D6FEF2F}"/>
          </ac:spMkLst>
        </pc:spChg>
        <pc:spChg chg="mod">
          <ac:chgData name="Sanduni Pieris" userId="4ef668d554d0808a" providerId="LiveId" clId="{4A84CDE8-DC43-4B67-8631-568CBA30709D}" dt="2023-11-17T15:31:18.285" v="1742"/>
          <ac:spMkLst>
            <pc:docMk/>
            <pc:sldMk cId="561226598" sldId="279"/>
            <ac:spMk id="47" creationId="{B8964101-6961-501B-18F4-B024533D1388}"/>
          </ac:spMkLst>
        </pc:spChg>
        <pc:grpChg chg="add mod">
          <ac:chgData name="Sanduni Pieris" userId="4ef668d554d0808a" providerId="LiveId" clId="{4A84CDE8-DC43-4B67-8631-568CBA30709D}" dt="2023-11-17T15:29:00.935" v="1721" actId="164"/>
          <ac:grpSpMkLst>
            <pc:docMk/>
            <pc:sldMk cId="561226598" sldId="279"/>
            <ac:grpSpMk id="22" creationId="{7A4494BE-1889-3064-AB4E-D61C05C87725}"/>
          </ac:grpSpMkLst>
        </pc:grpChg>
        <pc:grpChg chg="add mod">
          <ac:chgData name="Sanduni Pieris" userId="4ef668d554d0808a" providerId="LiveId" clId="{4A84CDE8-DC43-4B67-8631-568CBA30709D}" dt="2023-11-17T15:28:59.715" v="1720" actId="164"/>
          <ac:grpSpMkLst>
            <pc:docMk/>
            <pc:sldMk cId="561226598" sldId="279"/>
            <ac:grpSpMk id="23" creationId="{ED617879-2C99-53E3-6437-19583CEF2648}"/>
          </ac:grpSpMkLst>
        </pc:grpChg>
        <pc:grpChg chg="add mod">
          <ac:chgData name="Sanduni Pieris" userId="4ef668d554d0808a" providerId="LiveId" clId="{4A84CDE8-DC43-4B67-8631-568CBA30709D}" dt="2023-11-17T15:30:45.864" v="1734" actId="164"/>
          <ac:grpSpMkLst>
            <pc:docMk/>
            <pc:sldMk cId="561226598" sldId="279"/>
            <ac:grpSpMk id="24" creationId="{76389BF6-380F-BB77-AA14-1C6F97DEA1F7}"/>
          </ac:grpSpMkLst>
        </pc:grpChg>
        <pc:grpChg chg="add mod">
          <ac:chgData name="Sanduni Pieris" userId="4ef668d554d0808a" providerId="LiveId" clId="{4A84CDE8-DC43-4B67-8631-568CBA30709D}" dt="2023-11-17T15:31:00.472" v="1737" actId="164"/>
          <ac:grpSpMkLst>
            <pc:docMk/>
            <pc:sldMk cId="561226598" sldId="279"/>
            <ac:grpSpMk id="26" creationId="{1149C71F-7668-E9C7-D361-A8535A9B8BC4}"/>
          </ac:grpSpMkLst>
        </pc:grpChg>
        <pc:grpChg chg="add mod ord">
          <ac:chgData name="Sanduni Pieris" userId="4ef668d554d0808a" providerId="LiveId" clId="{4A84CDE8-DC43-4B67-8631-568CBA30709D}" dt="2023-11-17T15:33:31.480" v="1764" actId="1076"/>
          <ac:grpSpMkLst>
            <pc:docMk/>
            <pc:sldMk cId="561226598" sldId="279"/>
            <ac:grpSpMk id="27" creationId="{DE6D602D-604F-1468-9AEE-790F37BF3A24}"/>
          </ac:grpSpMkLst>
        </pc:grpChg>
        <pc:grpChg chg="add mod">
          <ac:chgData name="Sanduni Pieris" userId="4ef668d554d0808a" providerId="LiveId" clId="{4A84CDE8-DC43-4B67-8631-568CBA30709D}" dt="2023-11-17T15:31:18.285" v="1742"/>
          <ac:grpSpMkLst>
            <pc:docMk/>
            <pc:sldMk cId="561226598" sldId="279"/>
            <ac:grpSpMk id="28" creationId="{0792BC11-9A31-C3B8-6982-A0C7CC2732F2}"/>
          </ac:grpSpMkLst>
        </pc:grpChg>
        <pc:grpChg chg="mod">
          <ac:chgData name="Sanduni Pieris" userId="4ef668d554d0808a" providerId="LiveId" clId="{4A84CDE8-DC43-4B67-8631-568CBA30709D}" dt="2023-11-17T15:31:18.285" v="1742"/>
          <ac:grpSpMkLst>
            <pc:docMk/>
            <pc:sldMk cId="561226598" sldId="279"/>
            <ac:grpSpMk id="30" creationId="{C56CC17F-FDAE-7FD9-1E52-7908BACA9D93}"/>
          </ac:grpSpMkLst>
        </pc:grpChg>
        <pc:grpChg chg="mod">
          <ac:chgData name="Sanduni Pieris" userId="4ef668d554d0808a" providerId="LiveId" clId="{4A84CDE8-DC43-4B67-8631-568CBA30709D}" dt="2023-11-17T15:31:18.285" v="1742"/>
          <ac:grpSpMkLst>
            <pc:docMk/>
            <pc:sldMk cId="561226598" sldId="279"/>
            <ac:grpSpMk id="31" creationId="{C5D6ED17-ACD7-6A4E-74DD-C24D75215365}"/>
          </ac:grpSpMkLst>
        </pc:grpChg>
      </pc:sldChg>
      <pc:sldChg chg="del">
        <pc:chgData name="Sanduni Pieris" userId="4ef668d554d0808a" providerId="LiveId" clId="{4A84CDE8-DC43-4B67-8631-568CBA30709D}" dt="2023-11-17T12:24:54.831" v="36" actId="47"/>
        <pc:sldMkLst>
          <pc:docMk/>
          <pc:sldMk cId="739225552" sldId="279"/>
        </pc:sldMkLst>
      </pc:sldChg>
      <pc:sldChg chg="addSp delSp modSp new mod modTransition setBg modAnim">
        <pc:chgData name="Sanduni Pieris" userId="4ef668d554d0808a" providerId="LiveId" clId="{4A84CDE8-DC43-4B67-8631-568CBA30709D}" dt="2023-11-18T05:33:39.782" v="4298" actId="34135"/>
        <pc:sldMkLst>
          <pc:docMk/>
          <pc:sldMk cId="3626197065" sldId="280"/>
        </pc:sldMkLst>
        <pc:spChg chg="add mod">
          <ac:chgData name="Sanduni Pieris" userId="4ef668d554d0808a" providerId="LiveId" clId="{4A84CDE8-DC43-4B67-8631-568CBA30709D}" dt="2023-11-18T05:33:39.782" v="4298" actId="34135"/>
          <ac:spMkLst>
            <pc:docMk/>
            <pc:sldMk cId="3626197065" sldId="280"/>
            <ac:spMk id="2" creationId="{4B5CF7FF-D124-B990-6F08-AC38ED54A8C3}"/>
          </ac:spMkLst>
        </pc:spChg>
        <pc:spChg chg="add del mod modCrop">
          <ac:chgData name="Sanduni Pieris" userId="4ef668d554d0808a" providerId="LiveId" clId="{4A84CDE8-DC43-4B67-8631-568CBA30709D}" dt="2023-11-17T13:50:39.974" v="605" actId="478"/>
          <ac:spMkLst>
            <pc:docMk/>
            <pc:sldMk cId="3626197065" sldId="280"/>
            <ac:spMk id="3" creationId="{4BD73536-792B-387B-CA0A-B0C53C1806B5}"/>
          </ac:spMkLst>
        </pc:spChg>
        <pc:spChg chg="add mod modCrop">
          <ac:chgData name="Sanduni Pieris" userId="4ef668d554d0808a" providerId="LiveId" clId="{4A84CDE8-DC43-4B67-8631-568CBA30709D}" dt="2023-11-18T05:27:59.467" v="4237" actId="14861"/>
          <ac:spMkLst>
            <pc:docMk/>
            <pc:sldMk cId="3626197065" sldId="280"/>
            <ac:spMk id="4" creationId="{D57C5F47-CEEB-86DC-4FF6-5057323AE99B}"/>
          </ac:spMkLst>
        </pc:spChg>
        <pc:spChg chg="add mod">
          <ac:chgData name="Sanduni Pieris" userId="4ef668d554d0808a" providerId="LiveId" clId="{4A84CDE8-DC43-4B67-8631-568CBA30709D}" dt="2023-11-18T05:33:39.782" v="4298" actId="34135"/>
          <ac:spMkLst>
            <pc:docMk/>
            <pc:sldMk cId="3626197065" sldId="280"/>
            <ac:spMk id="5" creationId="{9EC91CEF-8F18-E4E4-F849-1009EAC921C7}"/>
          </ac:spMkLst>
        </pc:spChg>
        <pc:spChg chg="add mod">
          <ac:chgData name="Sanduni Pieris" userId="4ef668d554d0808a" providerId="LiveId" clId="{4A84CDE8-DC43-4B67-8631-568CBA30709D}" dt="2023-11-18T05:33:39.782" v="4298" actId="34135"/>
          <ac:spMkLst>
            <pc:docMk/>
            <pc:sldMk cId="3626197065" sldId="280"/>
            <ac:spMk id="6" creationId="{37ED0217-5532-B4BE-031F-2BBB18B61E50}"/>
          </ac:spMkLst>
        </pc:spChg>
        <pc:spChg chg="add mod">
          <ac:chgData name="Sanduni Pieris" userId="4ef668d554d0808a" providerId="LiveId" clId="{4A84CDE8-DC43-4B67-8631-568CBA30709D}" dt="2023-11-17T14:16:02.928" v="739"/>
          <ac:spMkLst>
            <pc:docMk/>
            <pc:sldMk cId="3626197065" sldId="280"/>
            <ac:spMk id="7" creationId="{2CD7C4CB-E078-B82E-E349-62E0C8924EA9}"/>
          </ac:spMkLst>
        </pc:spChg>
      </pc:sldChg>
      <pc:sldChg chg="addSp modSp new del">
        <pc:chgData name="Sanduni Pieris" userId="4ef668d554d0808a" providerId="LiveId" clId="{4A84CDE8-DC43-4B67-8631-568CBA30709D}" dt="2023-11-18T05:23:41.358" v="4219" actId="47"/>
        <pc:sldMkLst>
          <pc:docMk/>
          <pc:sldMk cId="806356280" sldId="281"/>
        </pc:sldMkLst>
        <pc:picChg chg="add mod">
          <ac:chgData name="Sanduni Pieris" userId="4ef668d554d0808a" providerId="LiveId" clId="{4A84CDE8-DC43-4B67-8631-568CBA30709D}" dt="2023-11-17T13:59:02.784" v="624" actId="14100"/>
          <ac:picMkLst>
            <pc:docMk/>
            <pc:sldMk cId="806356280" sldId="281"/>
            <ac:picMk id="1026" creationId="{E07FC308-6CD4-FDF1-7631-F4B0C17F2FA5}"/>
          </ac:picMkLst>
        </pc:picChg>
      </pc:sldChg>
      <pc:sldChg chg="modSp add del mod modTransition modAnim">
        <pc:chgData name="Sanduni Pieris" userId="4ef668d554d0808a" providerId="LiveId" clId="{4A84CDE8-DC43-4B67-8631-568CBA30709D}" dt="2023-11-18T04:00:33.695" v="3290" actId="47"/>
        <pc:sldMkLst>
          <pc:docMk/>
          <pc:sldMk cId="940669031" sldId="282"/>
        </pc:sldMkLst>
        <pc:spChg chg="mod modCrop">
          <ac:chgData name="Sanduni Pieris" userId="4ef668d554d0808a" providerId="LiveId" clId="{4A84CDE8-DC43-4B67-8631-568CBA30709D}" dt="2023-11-17T14:22:57.281" v="799" actId="1076"/>
          <ac:spMkLst>
            <pc:docMk/>
            <pc:sldMk cId="940669031" sldId="282"/>
            <ac:spMk id="4" creationId="{D57C5F47-CEEB-86DC-4FF6-5057323AE99B}"/>
          </ac:spMkLst>
        </pc:spChg>
        <pc:spChg chg="mod">
          <ac:chgData name="Sanduni Pieris" userId="4ef668d554d0808a" providerId="LiveId" clId="{4A84CDE8-DC43-4B67-8631-568CBA30709D}" dt="2023-11-17T14:23:13.388" v="801" actId="1076"/>
          <ac:spMkLst>
            <pc:docMk/>
            <pc:sldMk cId="940669031" sldId="282"/>
            <ac:spMk id="5" creationId="{9EC91CEF-8F18-E4E4-F849-1009EAC921C7}"/>
          </ac:spMkLst>
        </pc:spChg>
        <pc:spChg chg="mod">
          <ac:chgData name="Sanduni Pieris" userId="4ef668d554d0808a" providerId="LiveId" clId="{4A84CDE8-DC43-4B67-8631-568CBA30709D}" dt="2023-11-17T14:17:18.083" v="768" actId="2710"/>
          <ac:spMkLst>
            <pc:docMk/>
            <pc:sldMk cId="940669031" sldId="282"/>
            <ac:spMk id="6" creationId="{37ED0217-5532-B4BE-031F-2BBB18B61E50}"/>
          </ac:spMkLst>
        </pc:spChg>
      </pc:sldChg>
      <pc:sldChg chg="modSp add del mod ord modTransition modAnim">
        <pc:chgData name="Sanduni Pieris" userId="4ef668d554d0808a" providerId="LiveId" clId="{4A84CDE8-DC43-4B67-8631-568CBA30709D}" dt="2023-11-18T05:23:39.557" v="4217" actId="47"/>
        <pc:sldMkLst>
          <pc:docMk/>
          <pc:sldMk cId="1079861857" sldId="283"/>
        </pc:sldMkLst>
        <pc:spChg chg="mod modCrop">
          <ac:chgData name="Sanduni Pieris" userId="4ef668d554d0808a" providerId="LiveId" clId="{4A84CDE8-DC43-4B67-8631-568CBA30709D}" dt="2023-11-17T14:39:34.786" v="890" actId="1076"/>
          <ac:spMkLst>
            <pc:docMk/>
            <pc:sldMk cId="1079861857" sldId="283"/>
            <ac:spMk id="4" creationId="{D57C5F47-CEEB-86DC-4FF6-5057323AE99B}"/>
          </ac:spMkLst>
        </pc:spChg>
        <pc:spChg chg="mod">
          <ac:chgData name="Sanduni Pieris" userId="4ef668d554d0808a" providerId="LiveId" clId="{4A84CDE8-DC43-4B67-8631-568CBA30709D}" dt="2023-11-17T14:29:10.943" v="832" actId="1076"/>
          <ac:spMkLst>
            <pc:docMk/>
            <pc:sldMk cId="1079861857" sldId="283"/>
            <ac:spMk id="5" creationId="{9EC91CEF-8F18-E4E4-F849-1009EAC921C7}"/>
          </ac:spMkLst>
        </pc:spChg>
        <pc:spChg chg="mod">
          <ac:chgData name="Sanduni Pieris" userId="4ef668d554d0808a" providerId="LiveId" clId="{4A84CDE8-DC43-4B67-8631-568CBA30709D}" dt="2023-11-17T14:33:40.841" v="848" actId="20577"/>
          <ac:spMkLst>
            <pc:docMk/>
            <pc:sldMk cId="1079861857" sldId="283"/>
            <ac:spMk id="6" creationId="{37ED0217-5532-B4BE-031F-2BBB18B61E50}"/>
          </ac:spMkLst>
        </pc:spChg>
      </pc:sldChg>
      <pc:sldChg chg="add del">
        <pc:chgData name="Sanduni Pieris" userId="4ef668d554d0808a" providerId="LiveId" clId="{4A84CDE8-DC43-4B67-8631-568CBA30709D}" dt="2023-11-17T14:43:20.168" v="891" actId="47"/>
        <pc:sldMkLst>
          <pc:docMk/>
          <pc:sldMk cId="994352223" sldId="284"/>
        </pc:sldMkLst>
      </pc:sldChg>
      <pc:sldChg chg="addSp modSp new mod ord modTransition">
        <pc:chgData name="Sanduni Pieris" userId="4ef668d554d0808a" providerId="LiveId" clId="{4A84CDE8-DC43-4B67-8631-568CBA30709D}" dt="2023-11-18T05:32:29.033" v="4287" actId="34135"/>
        <pc:sldMkLst>
          <pc:docMk/>
          <pc:sldMk cId="3288430608" sldId="284"/>
        </pc:sldMkLst>
        <pc:spChg chg="add 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2" creationId="{72F01E18-A6C9-1331-066F-C03B5ADB8768}"/>
          </ac:spMkLst>
        </pc:spChg>
        <pc:spChg chg="add 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3" creationId="{9C67382C-930E-0019-21E8-F1096A23E251}"/>
          </ac:spMkLst>
        </pc:spChg>
        <pc:spChg chg="add 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4" creationId="{E6EB0C3F-067C-E7DC-9F7D-26A5BBD648C3}"/>
          </ac:spMkLst>
        </pc:spChg>
        <pc:spChg chg="add 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5" creationId="{269525BB-471C-DC05-1A1A-82A5D6A107EF}"/>
          </ac:spMkLst>
        </pc:spChg>
        <pc:spChg chg="add 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6" creationId="{F8534C60-2E06-5C0E-334F-7EAEAEFFB411}"/>
          </ac:spMkLst>
        </pc:spChg>
        <pc:spChg chg="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9" creationId="{64A4796E-4F8F-A125-A0FF-CB9B4907F8BC}"/>
          </ac:spMkLst>
        </pc:spChg>
        <pc:spChg chg="mod">
          <ac:chgData name="Sanduni Pieris" userId="4ef668d554d0808a" providerId="LiveId" clId="{4A84CDE8-DC43-4B67-8631-568CBA30709D}" dt="2023-11-18T05:32:29.033" v="4287" actId="34135"/>
          <ac:spMkLst>
            <pc:docMk/>
            <pc:sldMk cId="3288430608" sldId="284"/>
            <ac:spMk id="10" creationId="{10442E11-56EE-C233-3A21-508B9F338A56}"/>
          </ac:spMkLst>
        </pc:spChg>
        <pc:grpChg chg="add mod">
          <ac:chgData name="Sanduni Pieris" userId="4ef668d554d0808a" providerId="LiveId" clId="{4A84CDE8-DC43-4B67-8631-568CBA30709D}" dt="2023-11-18T05:32:29.033" v="4287" actId="34135"/>
          <ac:grpSpMkLst>
            <pc:docMk/>
            <pc:sldMk cId="3288430608" sldId="284"/>
            <ac:grpSpMk id="7" creationId="{6BDB1B31-DB48-DB44-13C2-174CADF3F99C}"/>
          </ac:grpSpMkLst>
        </pc:grpChg>
        <pc:grpChg chg="add mod">
          <ac:chgData name="Sanduni Pieris" userId="4ef668d554d0808a" providerId="LiveId" clId="{4A84CDE8-DC43-4B67-8631-568CBA30709D}" dt="2023-11-18T05:32:29.033" v="4287" actId="34135"/>
          <ac:grpSpMkLst>
            <pc:docMk/>
            <pc:sldMk cId="3288430608" sldId="284"/>
            <ac:grpSpMk id="8" creationId="{80EFD533-4ED9-1B07-CAC7-A515FC603CC8}"/>
          </ac:grpSpMkLst>
        </pc:grpChg>
      </pc:sldChg>
      <pc:sldChg chg="addSp modSp new del mod">
        <pc:chgData name="Sanduni Pieris" userId="4ef668d554d0808a" providerId="LiveId" clId="{4A84CDE8-DC43-4B67-8631-568CBA30709D}" dt="2023-11-17T15:17:44.301" v="1456" actId="47"/>
        <pc:sldMkLst>
          <pc:docMk/>
          <pc:sldMk cId="546535900" sldId="285"/>
        </pc:sldMkLst>
        <pc:spChg chg="add mod">
          <ac:chgData name="Sanduni Pieris" userId="4ef668d554d0808a" providerId="LiveId" clId="{4A84CDE8-DC43-4B67-8631-568CBA30709D}" dt="2023-11-17T15:12:39.500" v="1314" actId="1076"/>
          <ac:spMkLst>
            <pc:docMk/>
            <pc:sldMk cId="546535900" sldId="285"/>
            <ac:spMk id="2" creationId="{E757083A-1F51-4378-D27F-E9F74F27CDCE}"/>
          </ac:spMkLst>
        </pc:spChg>
        <pc:spChg chg="add mod">
          <ac:chgData name="Sanduni Pieris" userId="4ef668d554d0808a" providerId="LiveId" clId="{4A84CDE8-DC43-4B67-8631-568CBA30709D}" dt="2023-11-17T15:08:32.219" v="1278" actId="1076"/>
          <ac:spMkLst>
            <pc:docMk/>
            <pc:sldMk cId="546535900" sldId="285"/>
            <ac:spMk id="3" creationId="{0E46DB95-E873-D34C-F80D-1CCE472F4A84}"/>
          </ac:spMkLst>
        </pc:spChg>
        <pc:spChg chg="add mod">
          <ac:chgData name="Sanduni Pieris" userId="4ef668d554d0808a" providerId="LiveId" clId="{4A84CDE8-DC43-4B67-8631-568CBA30709D}" dt="2023-11-17T15:09:21.151" v="1284" actId="14861"/>
          <ac:spMkLst>
            <pc:docMk/>
            <pc:sldMk cId="546535900" sldId="285"/>
            <ac:spMk id="4" creationId="{D621B1A9-D5C1-FBC8-90B6-7BFE51BDA958}"/>
          </ac:spMkLst>
        </pc:spChg>
        <pc:spChg chg="add mod">
          <ac:chgData name="Sanduni Pieris" userId="4ef668d554d0808a" providerId="LiveId" clId="{4A84CDE8-DC43-4B67-8631-568CBA30709D}" dt="2023-11-17T15:12:20.341" v="1308" actId="164"/>
          <ac:spMkLst>
            <pc:docMk/>
            <pc:sldMk cId="546535900" sldId="285"/>
            <ac:spMk id="5" creationId="{EAC4F2AB-A968-84C3-A778-5FE22BADC53A}"/>
          </ac:spMkLst>
        </pc:spChg>
        <pc:spChg chg="add mod">
          <ac:chgData name="Sanduni Pieris" userId="4ef668d554d0808a" providerId="LiveId" clId="{4A84CDE8-DC43-4B67-8631-568CBA30709D}" dt="2023-11-17T15:12:20.341" v="1308" actId="164"/>
          <ac:spMkLst>
            <pc:docMk/>
            <pc:sldMk cId="546535900" sldId="285"/>
            <ac:spMk id="6" creationId="{97F853FA-7DBE-5958-73F4-DEE5985A599E}"/>
          </ac:spMkLst>
        </pc:spChg>
        <pc:spChg chg="mod">
          <ac:chgData name="Sanduni Pieris" userId="4ef668d554d0808a" providerId="LiveId" clId="{4A84CDE8-DC43-4B67-8631-568CBA30709D}" dt="2023-11-17T15:12:48.369" v="1317"/>
          <ac:spMkLst>
            <pc:docMk/>
            <pc:sldMk cId="546535900" sldId="285"/>
            <ac:spMk id="9" creationId="{C74344F0-25CD-129E-BEFF-F9EC7BD781B2}"/>
          </ac:spMkLst>
        </pc:spChg>
        <pc:spChg chg="mod">
          <ac:chgData name="Sanduni Pieris" userId="4ef668d554d0808a" providerId="LiveId" clId="{4A84CDE8-DC43-4B67-8631-568CBA30709D}" dt="2023-11-17T15:12:48.369" v="1317"/>
          <ac:spMkLst>
            <pc:docMk/>
            <pc:sldMk cId="546535900" sldId="285"/>
            <ac:spMk id="10" creationId="{46B003CC-7C9A-D3D7-7D9B-B616ADF1BE2C}"/>
          </ac:spMkLst>
        </pc:spChg>
        <pc:spChg chg="mod">
          <ac:chgData name="Sanduni Pieris" userId="4ef668d554d0808a" providerId="LiveId" clId="{4A84CDE8-DC43-4B67-8631-568CBA30709D}" dt="2023-11-17T15:12:49.151" v="1318"/>
          <ac:spMkLst>
            <pc:docMk/>
            <pc:sldMk cId="546535900" sldId="285"/>
            <ac:spMk id="12" creationId="{6224C0A1-08C1-3DC3-D3EC-A1FB3B8EEA3A}"/>
          </ac:spMkLst>
        </pc:spChg>
        <pc:spChg chg="mod">
          <ac:chgData name="Sanduni Pieris" userId="4ef668d554d0808a" providerId="LiveId" clId="{4A84CDE8-DC43-4B67-8631-568CBA30709D}" dt="2023-11-17T15:12:49.151" v="1318"/>
          <ac:spMkLst>
            <pc:docMk/>
            <pc:sldMk cId="546535900" sldId="285"/>
            <ac:spMk id="13" creationId="{FB30BE1E-20C9-BBFF-81AF-26F98174BCFA}"/>
          </ac:spMkLst>
        </pc:spChg>
        <pc:spChg chg="mod">
          <ac:chgData name="Sanduni Pieris" userId="4ef668d554d0808a" providerId="LiveId" clId="{4A84CDE8-DC43-4B67-8631-568CBA30709D}" dt="2023-11-17T15:12:56.347" v="1321"/>
          <ac:spMkLst>
            <pc:docMk/>
            <pc:sldMk cId="546535900" sldId="285"/>
            <ac:spMk id="15" creationId="{81CD5ACE-A150-E4A9-B89F-48DA90C147AF}"/>
          </ac:spMkLst>
        </pc:spChg>
        <pc:spChg chg="mod">
          <ac:chgData name="Sanduni Pieris" userId="4ef668d554d0808a" providerId="LiveId" clId="{4A84CDE8-DC43-4B67-8631-568CBA30709D}" dt="2023-11-17T15:12:56.347" v="1321"/>
          <ac:spMkLst>
            <pc:docMk/>
            <pc:sldMk cId="546535900" sldId="285"/>
            <ac:spMk id="16" creationId="{0588B802-755B-7529-E1FB-25569A518DCB}"/>
          </ac:spMkLst>
        </pc:spChg>
        <pc:spChg chg="mod">
          <ac:chgData name="Sanduni Pieris" userId="4ef668d554d0808a" providerId="LiveId" clId="{4A84CDE8-DC43-4B67-8631-568CBA30709D}" dt="2023-11-17T15:12:56.707" v="1322"/>
          <ac:spMkLst>
            <pc:docMk/>
            <pc:sldMk cId="546535900" sldId="285"/>
            <ac:spMk id="18" creationId="{4228D812-A2DA-6E97-2D93-E3B8904E9084}"/>
          </ac:spMkLst>
        </pc:spChg>
        <pc:spChg chg="mod">
          <ac:chgData name="Sanduni Pieris" userId="4ef668d554d0808a" providerId="LiveId" clId="{4A84CDE8-DC43-4B67-8631-568CBA30709D}" dt="2023-11-17T15:12:56.707" v="1322"/>
          <ac:spMkLst>
            <pc:docMk/>
            <pc:sldMk cId="546535900" sldId="285"/>
            <ac:spMk id="19" creationId="{08F4A2EF-1AD9-2E8C-89AF-C4606F612165}"/>
          </ac:spMkLst>
        </pc:spChg>
        <pc:spChg chg="add mod">
          <ac:chgData name="Sanduni Pieris" userId="4ef668d554d0808a" providerId="LiveId" clId="{4A84CDE8-DC43-4B67-8631-568CBA30709D}" dt="2023-11-17T15:14:23.585" v="1355" actId="14861"/>
          <ac:spMkLst>
            <pc:docMk/>
            <pc:sldMk cId="546535900" sldId="285"/>
            <ac:spMk id="20" creationId="{76A0D7B9-98F8-736C-133E-A737D59924E9}"/>
          </ac:spMkLst>
        </pc:spChg>
        <pc:grpChg chg="add mod">
          <ac:chgData name="Sanduni Pieris" userId="4ef668d554d0808a" providerId="LiveId" clId="{4A84CDE8-DC43-4B67-8631-568CBA30709D}" dt="2023-11-17T15:13:24.922" v="1330" actId="1076"/>
          <ac:grpSpMkLst>
            <pc:docMk/>
            <pc:sldMk cId="546535900" sldId="285"/>
            <ac:grpSpMk id="7" creationId="{362C1D42-829A-413D-357F-4A3CD8224454}"/>
          </ac:grpSpMkLst>
        </pc:grpChg>
        <pc:grpChg chg="add mod">
          <ac:chgData name="Sanduni Pieris" userId="4ef668d554d0808a" providerId="LiveId" clId="{4A84CDE8-DC43-4B67-8631-568CBA30709D}" dt="2023-11-17T15:13:27.206" v="1331" actId="408"/>
          <ac:grpSpMkLst>
            <pc:docMk/>
            <pc:sldMk cId="546535900" sldId="285"/>
            <ac:grpSpMk id="8" creationId="{0AC7B6D9-D397-A753-2A41-6DB20A91212A}"/>
          </ac:grpSpMkLst>
        </pc:grpChg>
        <pc:grpChg chg="add mod">
          <ac:chgData name="Sanduni Pieris" userId="4ef668d554d0808a" providerId="LiveId" clId="{4A84CDE8-DC43-4B67-8631-568CBA30709D}" dt="2023-11-17T15:13:27.206" v="1331" actId="408"/>
          <ac:grpSpMkLst>
            <pc:docMk/>
            <pc:sldMk cId="546535900" sldId="285"/>
            <ac:grpSpMk id="11" creationId="{5ED36455-8D26-BC51-F382-BCD9A943D9CD}"/>
          </ac:grpSpMkLst>
        </pc:grpChg>
        <pc:grpChg chg="add mod">
          <ac:chgData name="Sanduni Pieris" userId="4ef668d554d0808a" providerId="LiveId" clId="{4A84CDE8-DC43-4B67-8631-568CBA30709D}" dt="2023-11-17T15:13:24.922" v="1330" actId="1076"/>
          <ac:grpSpMkLst>
            <pc:docMk/>
            <pc:sldMk cId="546535900" sldId="285"/>
            <ac:grpSpMk id="14" creationId="{6F8BED47-8AEB-751A-286C-1565FD0BE37A}"/>
          </ac:grpSpMkLst>
        </pc:grpChg>
        <pc:grpChg chg="add mod">
          <ac:chgData name="Sanduni Pieris" userId="4ef668d554d0808a" providerId="LiveId" clId="{4A84CDE8-DC43-4B67-8631-568CBA30709D}" dt="2023-11-17T15:13:27.206" v="1331" actId="408"/>
          <ac:grpSpMkLst>
            <pc:docMk/>
            <pc:sldMk cId="546535900" sldId="285"/>
            <ac:grpSpMk id="17" creationId="{603428E7-4E22-E544-B84E-ED930CD7705D}"/>
          </ac:grpSpMkLst>
        </pc:grpChg>
      </pc:sldChg>
      <pc:sldChg chg="addSp delSp modSp add mod modTransition">
        <pc:chgData name="Sanduni Pieris" userId="4ef668d554d0808a" providerId="LiveId" clId="{4A84CDE8-DC43-4B67-8631-568CBA30709D}" dt="2023-11-18T07:05:38.601" v="4683" actId="3626"/>
        <pc:sldMkLst>
          <pc:docMk/>
          <pc:sldMk cId="836538595" sldId="286"/>
        </pc:sldMkLst>
        <pc:spChg chg="mod">
          <ac:chgData name="Sanduni Pieris" userId="4ef668d554d0808a" providerId="LiveId" clId="{4A84CDE8-DC43-4B67-8631-568CBA30709D}" dt="2023-11-17T15:25:49.599" v="1699" actId="1076"/>
          <ac:spMkLst>
            <pc:docMk/>
            <pc:sldMk cId="836538595" sldId="286"/>
            <ac:spMk id="2" creationId="{E757083A-1F51-4378-D27F-E9F74F27CDCE}"/>
          </ac:spMkLst>
        </pc:spChg>
        <pc:spChg chg="mod">
          <ac:chgData name="Sanduni Pieris" userId="4ef668d554d0808a" providerId="LiveId" clId="{4A84CDE8-DC43-4B67-8631-568CBA30709D}" dt="2023-11-18T04:47:45.476" v="3761" actId="1076"/>
          <ac:spMkLst>
            <pc:docMk/>
            <pc:sldMk cId="836538595" sldId="286"/>
            <ac:spMk id="3" creationId="{0E46DB95-E873-D34C-F80D-1CCE472F4A84}"/>
          </ac:spMkLst>
        </pc:spChg>
        <pc:spChg chg="add del mod modCrop">
          <ac:chgData name="Sanduni Pieris" userId="4ef668d554d0808a" providerId="LiveId" clId="{4A84CDE8-DC43-4B67-8631-568CBA30709D}" dt="2023-11-18T06:41:03.121" v="4448" actId="1076"/>
          <ac:spMkLst>
            <pc:docMk/>
            <pc:sldMk cId="836538595" sldId="286"/>
            <ac:spMk id="4" creationId="{D621B1A9-D5C1-FBC8-90B6-7BFE51BDA958}"/>
          </ac:spMkLst>
        </pc:spChg>
        <pc:spChg chg="mod modCrop">
          <ac:chgData name="Sanduni Pieris" userId="4ef668d554d0808a" providerId="LiveId" clId="{4A84CDE8-DC43-4B67-8631-568CBA30709D}" dt="2023-11-18T04:49:29.988" v="3770" actId="18131"/>
          <ac:spMkLst>
            <pc:docMk/>
            <pc:sldMk cId="836538595" sldId="286"/>
            <ac:spMk id="5" creationId="{EAC4F2AB-A968-84C3-A778-5FE22BADC53A}"/>
          </ac:spMkLst>
        </pc:spChg>
        <pc:spChg chg="mod modCrop">
          <ac:chgData name="Sanduni Pieris" userId="4ef668d554d0808a" providerId="LiveId" clId="{4A84CDE8-DC43-4B67-8631-568CBA30709D}" dt="2023-11-18T06:25:25.711" v="4393" actId="1076"/>
          <ac:spMkLst>
            <pc:docMk/>
            <pc:sldMk cId="836538595" sldId="286"/>
            <ac:spMk id="9" creationId="{C74344F0-25CD-129E-BEFF-F9EC7BD781B2}"/>
          </ac:spMkLst>
        </pc:spChg>
        <pc:spChg chg="mod modCrop">
          <ac:chgData name="Sanduni Pieris" userId="4ef668d554d0808a" providerId="LiveId" clId="{4A84CDE8-DC43-4B67-8631-568CBA30709D}" dt="2023-11-18T07:05:38.601" v="4683" actId="3626"/>
          <ac:spMkLst>
            <pc:docMk/>
            <pc:sldMk cId="836538595" sldId="286"/>
            <ac:spMk id="12" creationId="{6224C0A1-08C1-3DC3-D3EC-A1FB3B8EEA3A}"/>
          </ac:spMkLst>
        </pc:spChg>
        <pc:spChg chg="mod modCrop">
          <ac:chgData name="Sanduni Pieris" userId="4ef668d554d0808a" providerId="LiveId" clId="{4A84CDE8-DC43-4B67-8631-568CBA30709D}" dt="2023-11-18T07:02:54.566" v="4673" actId="18131"/>
          <ac:spMkLst>
            <pc:docMk/>
            <pc:sldMk cId="836538595" sldId="286"/>
            <ac:spMk id="15" creationId="{81CD5ACE-A150-E4A9-B89F-48DA90C147AF}"/>
          </ac:spMkLst>
        </pc:spChg>
        <pc:spChg chg="mod modCrop">
          <ac:chgData name="Sanduni Pieris" userId="4ef668d554d0808a" providerId="LiveId" clId="{4A84CDE8-DC43-4B67-8631-568CBA30709D}" dt="2023-11-18T07:03:43.505" v="4677" actId="18131"/>
          <ac:spMkLst>
            <pc:docMk/>
            <pc:sldMk cId="836538595" sldId="286"/>
            <ac:spMk id="18" creationId="{4228D812-A2DA-6E97-2D93-E3B8904E9084}"/>
          </ac:spMkLst>
        </pc:spChg>
        <pc:spChg chg="mod">
          <ac:chgData name="Sanduni Pieris" userId="4ef668d554d0808a" providerId="LiveId" clId="{4A84CDE8-DC43-4B67-8631-568CBA30709D}" dt="2023-11-18T04:47:51.237" v="3762" actId="1076"/>
          <ac:spMkLst>
            <pc:docMk/>
            <pc:sldMk cId="836538595" sldId="286"/>
            <ac:spMk id="20" creationId="{76A0D7B9-98F8-736C-133E-A737D59924E9}"/>
          </ac:spMkLst>
        </pc:spChg>
        <pc:spChg chg="add mod">
          <ac:chgData name="Sanduni Pieris" userId="4ef668d554d0808a" providerId="LiveId" clId="{4A84CDE8-DC43-4B67-8631-568CBA30709D}" dt="2023-11-18T06:25:14.215" v="4386" actId="164"/>
          <ac:spMkLst>
            <pc:docMk/>
            <pc:sldMk cId="836538595" sldId="286"/>
            <ac:spMk id="21" creationId="{744BE380-8B58-3B7C-4EF9-57EC05962062}"/>
          </ac:spMkLst>
        </pc:spChg>
        <pc:spChg chg="add mod">
          <ac:chgData name="Sanduni Pieris" userId="4ef668d554d0808a" providerId="LiveId" clId="{4A84CDE8-DC43-4B67-8631-568CBA30709D}" dt="2023-11-18T06:25:08.922" v="4385" actId="164"/>
          <ac:spMkLst>
            <pc:docMk/>
            <pc:sldMk cId="836538595" sldId="286"/>
            <ac:spMk id="22" creationId="{599886FB-C21F-3D31-F96D-4A4D08D3924A}"/>
          </ac:spMkLst>
        </pc:spChg>
        <pc:spChg chg="add mod">
          <ac:chgData name="Sanduni Pieris" userId="4ef668d554d0808a" providerId="LiveId" clId="{4A84CDE8-DC43-4B67-8631-568CBA30709D}" dt="2023-11-18T06:24:51.145" v="4382" actId="164"/>
          <ac:spMkLst>
            <pc:docMk/>
            <pc:sldMk cId="836538595" sldId="286"/>
            <ac:spMk id="23" creationId="{5584C798-52A5-01C5-B88E-E7377FDE9D6B}"/>
          </ac:spMkLst>
        </pc:spChg>
        <pc:spChg chg="add mod">
          <ac:chgData name="Sanduni Pieris" userId="4ef668d554d0808a" providerId="LiveId" clId="{4A84CDE8-DC43-4B67-8631-568CBA30709D}" dt="2023-11-18T06:25:03.940" v="4384" actId="164"/>
          <ac:spMkLst>
            <pc:docMk/>
            <pc:sldMk cId="836538595" sldId="286"/>
            <ac:spMk id="24" creationId="{086B1CF4-C3C7-5D10-5A43-67104C1DC2D4}"/>
          </ac:spMkLst>
        </pc:spChg>
        <pc:spChg chg="add mod">
          <ac:chgData name="Sanduni Pieris" userId="4ef668d554d0808a" providerId="LiveId" clId="{4A84CDE8-DC43-4B67-8631-568CBA30709D}" dt="2023-11-18T06:24:56.224" v="4383" actId="164"/>
          <ac:spMkLst>
            <pc:docMk/>
            <pc:sldMk cId="836538595" sldId="286"/>
            <ac:spMk id="25" creationId="{90191414-5044-7BED-CD1D-125FCC31B2B3}"/>
          </ac:spMkLst>
        </pc:spChg>
        <pc:spChg chg="add del mod">
          <ac:chgData name="Sanduni Pieris" userId="4ef668d554d0808a" providerId="LiveId" clId="{4A84CDE8-DC43-4B67-8631-568CBA30709D}" dt="2023-11-17T15:19:57.486" v="1579" actId="478"/>
          <ac:spMkLst>
            <pc:docMk/>
            <pc:sldMk cId="836538595" sldId="286"/>
            <ac:spMk id="26" creationId="{874E5B43-F8E0-2832-79F0-85C073B87D65}"/>
          </ac:spMkLst>
        </pc:spChg>
        <pc:spChg chg="add del mod">
          <ac:chgData name="Sanduni Pieris" userId="4ef668d554d0808a" providerId="LiveId" clId="{4A84CDE8-DC43-4B67-8631-568CBA30709D}" dt="2023-11-17T15:19:56.673" v="1578" actId="478"/>
          <ac:spMkLst>
            <pc:docMk/>
            <pc:sldMk cId="836538595" sldId="286"/>
            <ac:spMk id="27" creationId="{DCCCF07A-7128-BDDD-BCEB-1B341597293C}"/>
          </ac:spMkLst>
        </pc:spChg>
        <pc:spChg chg="add del mod">
          <ac:chgData name="Sanduni Pieris" userId="4ef668d554d0808a" providerId="LiveId" clId="{4A84CDE8-DC43-4B67-8631-568CBA30709D}" dt="2023-11-17T15:19:55.829" v="1577" actId="478"/>
          <ac:spMkLst>
            <pc:docMk/>
            <pc:sldMk cId="836538595" sldId="286"/>
            <ac:spMk id="28" creationId="{E80178B9-6CC1-87B7-7BBD-9E974E35F10D}"/>
          </ac:spMkLst>
        </pc:spChg>
        <pc:spChg chg="add mod">
          <ac:chgData name="Sanduni Pieris" userId="4ef668d554d0808a" providerId="LiveId" clId="{4A84CDE8-DC43-4B67-8631-568CBA30709D}" dt="2023-11-18T05:08:36.093" v="4021" actId="207"/>
          <ac:spMkLst>
            <pc:docMk/>
            <pc:sldMk cId="836538595" sldId="286"/>
            <ac:spMk id="29" creationId="{3EDA6013-A278-AB5E-A69E-587947264EAB}"/>
          </ac:spMkLst>
        </pc:spChg>
        <pc:spChg chg="add del mod">
          <ac:chgData name="Sanduni Pieris" userId="4ef668d554d0808a" providerId="LiveId" clId="{4A84CDE8-DC43-4B67-8631-568CBA30709D}" dt="2023-11-17T15:20:55.814" v="1607" actId="478"/>
          <ac:spMkLst>
            <pc:docMk/>
            <pc:sldMk cId="836538595" sldId="286"/>
            <ac:spMk id="30" creationId="{9082BFA4-E267-A684-2F50-8D13E0CC27F4}"/>
          </ac:spMkLst>
        </pc:spChg>
        <pc:spChg chg="add del mod">
          <ac:chgData name="Sanduni Pieris" userId="4ef668d554d0808a" providerId="LiveId" clId="{4A84CDE8-DC43-4B67-8631-568CBA30709D}" dt="2023-11-18T04:46:55.198" v="3743"/>
          <ac:spMkLst>
            <pc:docMk/>
            <pc:sldMk cId="836538595" sldId="286"/>
            <ac:spMk id="31" creationId="{6730B269-AED7-A720-4E45-56387E070D7A}"/>
          </ac:spMkLst>
        </pc:spChg>
        <pc:spChg chg="add mod">
          <ac:chgData name="Sanduni Pieris" userId="4ef668d554d0808a" providerId="LiveId" clId="{4A84CDE8-DC43-4B67-8631-568CBA30709D}" dt="2023-11-18T04:47:56.956" v="3763" actId="1076"/>
          <ac:spMkLst>
            <pc:docMk/>
            <pc:sldMk cId="836538595" sldId="286"/>
            <ac:spMk id="32" creationId="{529C65B0-B4FE-24E5-377F-F196EB2A613E}"/>
          </ac:spMkLst>
        </pc:spChg>
        <pc:grpChg chg="mod">
          <ac:chgData name="Sanduni Pieris" userId="4ef668d554d0808a" providerId="LiveId" clId="{4A84CDE8-DC43-4B67-8631-568CBA30709D}" dt="2023-11-18T06:25:14.215" v="4386" actId="164"/>
          <ac:grpSpMkLst>
            <pc:docMk/>
            <pc:sldMk cId="836538595" sldId="286"/>
            <ac:grpSpMk id="7" creationId="{362C1D42-829A-413D-357F-4A3CD8224454}"/>
          </ac:grpSpMkLst>
        </pc:grpChg>
        <pc:grpChg chg="mod">
          <ac:chgData name="Sanduni Pieris" userId="4ef668d554d0808a" providerId="LiveId" clId="{4A84CDE8-DC43-4B67-8631-568CBA30709D}" dt="2023-11-18T06:25:03.940" v="4384" actId="164"/>
          <ac:grpSpMkLst>
            <pc:docMk/>
            <pc:sldMk cId="836538595" sldId="286"/>
            <ac:grpSpMk id="8" creationId="{0AC7B6D9-D397-A753-2A41-6DB20A91212A}"/>
          </ac:grpSpMkLst>
        </pc:grpChg>
        <pc:grpChg chg="mod">
          <ac:chgData name="Sanduni Pieris" userId="4ef668d554d0808a" providerId="LiveId" clId="{4A84CDE8-DC43-4B67-8631-568CBA30709D}" dt="2023-11-18T06:25:08.922" v="4385" actId="164"/>
          <ac:grpSpMkLst>
            <pc:docMk/>
            <pc:sldMk cId="836538595" sldId="286"/>
            <ac:grpSpMk id="11" creationId="{5ED36455-8D26-BC51-F382-BCD9A943D9CD}"/>
          </ac:grpSpMkLst>
        </pc:grpChg>
        <pc:grpChg chg="mod">
          <ac:chgData name="Sanduni Pieris" userId="4ef668d554d0808a" providerId="LiveId" clId="{4A84CDE8-DC43-4B67-8631-568CBA30709D}" dt="2023-11-18T06:24:51.145" v="4382" actId="164"/>
          <ac:grpSpMkLst>
            <pc:docMk/>
            <pc:sldMk cId="836538595" sldId="286"/>
            <ac:grpSpMk id="14" creationId="{6F8BED47-8AEB-751A-286C-1565FD0BE37A}"/>
          </ac:grpSpMkLst>
        </pc:grpChg>
        <pc:grpChg chg="mod">
          <ac:chgData name="Sanduni Pieris" userId="4ef668d554d0808a" providerId="LiveId" clId="{4A84CDE8-DC43-4B67-8631-568CBA30709D}" dt="2023-11-18T06:24:56.224" v="4383" actId="164"/>
          <ac:grpSpMkLst>
            <pc:docMk/>
            <pc:sldMk cId="836538595" sldId="286"/>
            <ac:grpSpMk id="17" creationId="{603428E7-4E22-E544-B84E-ED930CD7705D}"/>
          </ac:grpSpMkLst>
        </pc:grpChg>
        <pc:grpChg chg="add mod">
          <ac:chgData name="Sanduni Pieris" userId="4ef668d554d0808a" providerId="LiveId" clId="{4A84CDE8-DC43-4B67-8631-568CBA30709D}" dt="2023-11-18T07:02:42.969" v="4671" actId="14100"/>
          <ac:grpSpMkLst>
            <pc:docMk/>
            <pc:sldMk cId="836538595" sldId="286"/>
            <ac:grpSpMk id="26" creationId="{2FFAA301-060F-76BB-36B2-79CD219E6AFA}"/>
          </ac:grpSpMkLst>
        </pc:grpChg>
        <pc:grpChg chg="add mod">
          <ac:chgData name="Sanduni Pieris" userId="4ef668d554d0808a" providerId="LiveId" clId="{4A84CDE8-DC43-4B67-8631-568CBA30709D}" dt="2023-11-18T06:26:12.320" v="4405" actId="1076"/>
          <ac:grpSpMkLst>
            <pc:docMk/>
            <pc:sldMk cId="836538595" sldId="286"/>
            <ac:grpSpMk id="27" creationId="{0C492885-1F9D-6C13-D4E3-B83EE4320688}"/>
          </ac:grpSpMkLst>
        </pc:grpChg>
        <pc:grpChg chg="add mod">
          <ac:chgData name="Sanduni Pieris" userId="4ef668d554d0808a" providerId="LiveId" clId="{4A84CDE8-DC43-4B67-8631-568CBA30709D}" dt="2023-11-18T06:25:57.421" v="4402" actId="1076"/>
          <ac:grpSpMkLst>
            <pc:docMk/>
            <pc:sldMk cId="836538595" sldId="286"/>
            <ac:grpSpMk id="28" creationId="{15CB719E-AB5E-44A3-E78E-886C39B2E752}"/>
          </ac:grpSpMkLst>
        </pc:grpChg>
        <pc:grpChg chg="add mod">
          <ac:chgData name="Sanduni Pieris" userId="4ef668d554d0808a" providerId="LiveId" clId="{4A84CDE8-DC43-4B67-8631-568CBA30709D}" dt="2023-11-18T06:26:05.689" v="4404" actId="1076"/>
          <ac:grpSpMkLst>
            <pc:docMk/>
            <pc:sldMk cId="836538595" sldId="286"/>
            <ac:grpSpMk id="30" creationId="{1C01652B-767A-33D9-0CD9-0549D38D0573}"/>
          </ac:grpSpMkLst>
        </pc:grpChg>
        <pc:grpChg chg="add mod">
          <ac:chgData name="Sanduni Pieris" userId="4ef668d554d0808a" providerId="LiveId" clId="{4A84CDE8-DC43-4B67-8631-568CBA30709D}" dt="2023-11-18T06:30:57.319" v="4416" actId="1076"/>
          <ac:grpSpMkLst>
            <pc:docMk/>
            <pc:sldMk cId="836538595" sldId="286"/>
            <ac:grpSpMk id="31" creationId="{FCB692BC-ADA5-F954-A955-598F376D36B8}"/>
          </ac:grpSpMkLst>
        </pc:grpChg>
      </pc:sldChg>
      <pc:sldChg chg="addSp delSp modSp add del mod">
        <pc:chgData name="Sanduni Pieris" userId="4ef668d554d0808a" providerId="LiveId" clId="{4A84CDE8-DC43-4B67-8631-568CBA30709D}" dt="2023-11-18T05:06:04.263" v="3988" actId="47"/>
        <pc:sldMkLst>
          <pc:docMk/>
          <pc:sldMk cId="3107458254" sldId="287"/>
        </pc:sldMkLst>
        <pc:spChg chg="mod">
          <ac:chgData name="Sanduni Pieris" userId="4ef668d554d0808a" providerId="LiveId" clId="{4A84CDE8-DC43-4B67-8631-568CBA30709D}" dt="2023-11-17T16:29:44.223" v="2057" actId="20577"/>
          <ac:spMkLst>
            <pc:docMk/>
            <pc:sldMk cId="3107458254" sldId="287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7T15:26:10.973" v="1700" actId="478"/>
          <ac:spMkLst>
            <pc:docMk/>
            <pc:sldMk cId="3107458254" sldId="287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7T15:26:10.973" v="1700" actId="478"/>
          <ac:spMkLst>
            <pc:docMk/>
            <pc:sldMk cId="3107458254" sldId="287"/>
            <ac:spMk id="22" creationId="{599886FB-C21F-3D31-F96D-4A4D08D3924A}"/>
          </ac:spMkLst>
        </pc:spChg>
        <pc:spChg chg="del">
          <ac:chgData name="Sanduni Pieris" userId="4ef668d554d0808a" providerId="LiveId" clId="{4A84CDE8-DC43-4B67-8631-568CBA30709D}" dt="2023-11-17T15:26:10.973" v="1700" actId="478"/>
          <ac:spMkLst>
            <pc:docMk/>
            <pc:sldMk cId="3107458254" sldId="287"/>
            <ac:spMk id="23" creationId="{5584C798-52A5-01C5-B88E-E7377FDE9D6B}"/>
          </ac:spMkLst>
        </pc:spChg>
        <pc:spChg chg="del">
          <ac:chgData name="Sanduni Pieris" userId="4ef668d554d0808a" providerId="LiveId" clId="{4A84CDE8-DC43-4B67-8631-568CBA30709D}" dt="2023-11-17T15:26:10.973" v="1700" actId="478"/>
          <ac:spMkLst>
            <pc:docMk/>
            <pc:sldMk cId="3107458254" sldId="287"/>
            <ac:spMk id="24" creationId="{086B1CF4-C3C7-5D10-5A43-67104C1DC2D4}"/>
          </ac:spMkLst>
        </pc:spChg>
        <pc:spChg chg="del">
          <ac:chgData name="Sanduni Pieris" userId="4ef668d554d0808a" providerId="LiveId" clId="{4A84CDE8-DC43-4B67-8631-568CBA30709D}" dt="2023-11-17T15:26:10.973" v="1700" actId="478"/>
          <ac:spMkLst>
            <pc:docMk/>
            <pc:sldMk cId="3107458254" sldId="287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27" creationId="{A71E9C8D-299F-9672-7AD3-599AFE618A8A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28" creationId="{C7464667-93F1-E971-C79E-5A36597E3D99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31" creationId="{B6A15B80-116A-806D-1CC8-4FA421AEA6F2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32" creationId="{38423ED5-901D-A590-A401-9BE33A945456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34" creationId="{5C28FBD4-A943-E88B-2E5D-4B719F0F7B02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35" creationId="{7AACEC11-E171-F930-AA49-35DFE4C1EBEB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37" creationId="{7DC9A839-BB90-CCB7-7158-1148198EB03B}"/>
          </ac:spMkLst>
        </pc:spChg>
        <pc:spChg chg="mod">
          <ac:chgData name="Sanduni Pieris" userId="4ef668d554d0808a" providerId="LiveId" clId="{4A84CDE8-DC43-4B67-8631-568CBA30709D}" dt="2023-11-17T15:26:11.825" v="1701"/>
          <ac:spMkLst>
            <pc:docMk/>
            <pc:sldMk cId="3107458254" sldId="287"/>
            <ac:spMk id="38" creationId="{7A994399-6292-F2E2-0D42-45CA7E8D63B8}"/>
          </ac:spMkLst>
        </pc:spChg>
        <pc:spChg chg="add del mod">
          <ac:chgData name="Sanduni Pieris" userId="4ef668d554d0808a" providerId="LiveId" clId="{4A84CDE8-DC43-4B67-8631-568CBA30709D}" dt="2023-11-17T15:26:17.190" v="1702"/>
          <ac:spMkLst>
            <pc:docMk/>
            <pc:sldMk cId="3107458254" sldId="287"/>
            <ac:spMk id="39" creationId="{1D0A27E1-3682-AEE0-3469-530D4239454E}"/>
          </ac:spMkLst>
        </pc:spChg>
        <pc:spChg chg="add del mod">
          <ac:chgData name="Sanduni Pieris" userId="4ef668d554d0808a" providerId="LiveId" clId="{4A84CDE8-DC43-4B67-8631-568CBA30709D}" dt="2023-11-17T15:26:17.190" v="1702"/>
          <ac:spMkLst>
            <pc:docMk/>
            <pc:sldMk cId="3107458254" sldId="287"/>
            <ac:spMk id="40" creationId="{7700D198-5B17-9364-249E-3B5B0FD4EBDF}"/>
          </ac:spMkLst>
        </pc:spChg>
        <pc:spChg chg="add del mod">
          <ac:chgData name="Sanduni Pieris" userId="4ef668d554d0808a" providerId="LiveId" clId="{4A84CDE8-DC43-4B67-8631-568CBA30709D}" dt="2023-11-17T15:26:17.190" v="1702"/>
          <ac:spMkLst>
            <pc:docMk/>
            <pc:sldMk cId="3107458254" sldId="287"/>
            <ac:spMk id="41" creationId="{3D0070E8-E9DD-0918-3DE4-171D630F6F2C}"/>
          </ac:spMkLst>
        </pc:spChg>
        <pc:spChg chg="add del mod">
          <ac:chgData name="Sanduni Pieris" userId="4ef668d554d0808a" providerId="LiveId" clId="{4A84CDE8-DC43-4B67-8631-568CBA30709D}" dt="2023-11-17T15:26:17.190" v="1702"/>
          <ac:spMkLst>
            <pc:docMk/>
            <pc:sldMk cId="3107458254" sldId="287"/>
            <ac:spMk id="42" creationId="{CC33591A-ED35-A62C-0072-60607FE923AF}"/>
          </ac:spMkLst>
        </pc:spChg>
        <pc:spChg chg="add del mod">
          <ac:chgData name="Sanduni Pieris" userId="4ef668d554d0808a" providerId="LiveId" clId="{4A84CDE8-DC43-4B67-8631-568CBA30709D}" dt="2023-11-17T15:26:17.190" v="1702"/>
          <ac:spMkLst>
            <pc:docMk/>
            <pc:sldMk cId="3107458254" sldId="287"/>
            <ac:spMk id="43" creationId="{ECBF7CAA-8ADF-9D7F-96C6-1F175ADE9D05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45" creationId="{C4BC1D19-44BC-EA06-21EA-598492AF04A4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46" creationId="{E6E0944A-01FA-1891-DB02-48E424C5FE2B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48" creationId="{CF7A0DD7-6219-90A3-C597-348DE2F62875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49" creationId="{A40B29AC-1C18-875A-8119-75E6B4EF8FB0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1" creationId="{F51AF6FA-6F69-8F0B-A9DD-06DC005C2D9B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2" creationId="{1AE8177D-5BF7-3946-ACF1-55DF04D23A1F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4" creationId="{F896DADB-CD07-C9E3-8E88-FF9E1F780ABD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5" creationId="{79079557-CD7A-AE96-8200-548653BA463D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7" creationId="{0C0E544B-0233-6675-A244-28B11790A4B1}"/>
          </ac:spMkLst>
        </pc:spChg>
        <pc:spChg chg="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8" creationId="{B21F403C-FEB5-8B8B-C9A6-06C15F076659}"/>
          </ac:spMkLst>
        </pc:spChg>
        <pc:spChg chg="add 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59" creationId="{400883D4-1CED-69A6-7FA1-7D44B09DFC6F}"/>
          </ac:spMkLst>
        </pc:spChg>
        <pc:spChg chg="add 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60" creationId="{926E7079-2F2F-1B96-C3E7-2B4CC488EFB9}"/>
          </ac:spMkLst>
        </pc:spChg>
        <pc:spChg chg="add 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61" creationId="{89FDE542-87FA-28E8-3921-534C5E51353B}"/>
          </ac:spMkLst>
        </pc:spChg>
        <pc:spChg chg="add 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62" creationId="{D1FBD01F-66D5-25D6-F401-02C9D30F6DD4}"/>
          </ac:spMkLst>
        </pc:spChg>
        <pc:spChg chg="add mod">
          <ac:chgData name="Sanduni Pieris" userId="4ef668d554d0808a" providerId="LiveId" clId="{4A84CDE8-DC43-4B67-8631-568CBA30709D}" dt="2023-11-17T15:26:25.241" v="1703"/>
          <ac:spMkLst>
            <pc:docMk/>
            <pc:sldMk cId="3107458254" sldId="287"/>
            <ac:spMk id="63" creationId="{97FF6B0E-B3B9-940C-E502-5B395FDADEA6}"/>
          </ac:spMkLst>
        </pc:spChg>
        <pc:grpChg chg="del">
          <ac:chgData name="Sanduni Pieris" userId="4ef668d554d0808a" providerId="LiveId" clId="{4A84CDE8-DC43-4B67-8631-568CBA30709D}" dt="2023-11-17T15:26:10.973" v="1700" actId="478"/>
          <ac:grpSpMkLst>
            <pc:docMk/>
            <pc:sldMk cId="3107458254" sldId="287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7T15:26:10.973" v="1700" actId="478"/>
          <ac:grpSpMkLst>
            <pc:docMk/>
            <pc:sldMk cId="3107458254" sldId="287"/>
            <ac:grpSpMk id="8" creationId="{0AC7B6D9-D397-A753-2A41-6DB20A91212A}"/>
          </ac:grpSpMkLst>
        </pc:grpChg>
        <pc:grpChg chg="del">
          <ac:chgData name="Sanduni Pieris" userId="4ef668d554d0808a" providerId="LiveId" clId="{4A84CDE8-DC43-4B67-8631-568CBA30709D}" dt="2023-11-17T15:26:10.973" v="1700" actId="478"/>
          <ac:grpSpMkLst>
            <pc:docMk/>
            <pc:sldMk cId="3107458254" sldId="287"/>
            <ac:grpSpMk id="11" creationId="{5ED36455-8D26-BC51-F382-BCD9A943D9CD}"/>
          </ac:grpSpMkLst>
        </pc:grpChg>
        <pc:grpChg chg="del">
          <ac:chgData name="Sanduni Pieris" userId="4ef668d554d0808a" providerId="LiveId" clId="{4A84CDE8-DC43-4B67-8631-568CBA30709D}" dt="2023-11-17T15:26:10.973" v="1700" actId="478"/>
          <ac:grpSpMkLst>
            <pc:docMk/>
            <pc:sldMk cId="3107458254" sldId="287"/>
            <ac:grpSpMk id="14" creationId="{6F8BED47-8AEB-751A-286C-1565FD0BE37A}"/>
          </ac:grpSpMkLst>
        </pc:grpChg>
        <pc:grpChg chg="del">
          <ac:chgData name="Sanduni Pieris" userId="4ef668d554d0808a" providerId="LiveId" clId="{4A84CDE8-DC43-4B67-8631-568CBA30709D}" dt="2023-11-17T15:26:10.973" v="1700" actId="478"/>
          <ac:grpSpMkLst>
            <pc:docMk/>
            <pc:sldMk cId="3107458254" sldId="287"/>
            <ac:grpSpMk id="17" creationId="{603428E7-4E22-E544-B84E-ED930CD7705D}"/>
          </ac:grpSpMkLst>
        </pc:grpChg>
        <pc:grpChg chg="add del mod">
          <ac:chgData name="Sanduni Pieris" userId="4ef668d554d0808a" providerId="LiveId" clId="{4A84CDE8-DC43-4B67-8631-568CBA30709D}" dt="2023-11-17T15:26:17.190" v="1702"/>
          <ac:grpSpMkLst>
            <pc:docMk/>
            <pc:sldMk cId="3107458254" sldId="287"/>
            <ac:grpSpMk id="26" creationId="{4673E6FE-10D3-6917-15FE-6C6D193D673F}"/>
          </ac:grpSpMkLst>
        </pc:grpChg>
        <pc:grpChg chg="add del mod">
          <ac:chgData name="Sanduni Pieris" userId="4ef668d554d0808a" providerId="LiveId" clId="{4A84CDE8-DC43-4B67-8631-568CBA30709D}" dt="2023-11-17T15:26:17.190" v="1702"/>
          <ac:grpSpMkLst>
            <pc:docMk/>
            <pc:sldMk cId="3107458254" sldId="287"/>
            <ac:grpSpMk id="30" creationId="{2CA8F8F9-4C32-BF0A-D120-94A930D0AF0A}"/>
          </ac:grpSpMkLst>
        </pc:grpChg>
        <pc:grpChg chg="add del mod">
          <ac:chgData name="Sanduni Pieris" userId="4ef668d554d0808a" providerId="LiveId" clId="{4A84CDE8-DC43-4B67-8631-568CBA30709D}" dt="2023-11-17T15:26:17.190" v="1702"/>
          <ac:grpSpMkLst>
            <pc:docMk/>
            <pc:sldMk cId="3107458254" sldId="287"/>
            <ac:grpSpMk id="33" creationId="{4EF16D61-A70B-9478-331D-F331FEB812C4}"/>
          </ac:grpSpMkLst>
        </pc:grpChg>
        <pc:grpChg chg="add del mod">
          <ac:chgData name="Sanduni Pieris" userId="4ef668d554d0808a" providerId="LiveId" clId="{4A84CDE8-DC43-4B67-8631-568CBA30709D}" dt="2023-11-17T15:26:17.190" v="1702"/>
          <ac:grpSpMkLst>
            <pc:docMk/>
            <pc:sldMk cId="3107458254" sldId="287"/>
            <ac:grpSpMk id="36" creationId="{E71E7E49-8EC6-D835-89AE-A2635A815C79}"/>
          </ac:grpSpMkLst>
        </pc:grpChg>
        <pc:grpChg chg="add mod">
          <ac:chgData name="Sanduni Pieris" userId="4ef668d554d0808a" providerId="LiveId" clId="{4A84CDE8-DC43-4B67-8631-568CBA30709D}" dt="2023-11-17T15:26:25.241" v="1703"/>
          <ac:grpSpMkLst>
            <pc:docMk/>
            <pc:sldMk cId="3107458254" sldId="287"/>
            <ac:grpSpMk id="44" creationId="{EBAD448F-419D-DEE5-883B-C7B8ECF38FC8}"/>
          </ac:grpSpMkLst>
        </pc:grpChg>
        <pc:grpChg chg="add mod">
          <ac:chgData name="Sanduni Pieris" userId="4ef668d554d0808a" providerId="LiveId" clId="{4A84CDE8-DC43-4B67-8631-568CBA30709D}" dt="2023-11-17T15:26:25.241" v="1703"/>
          <ac:grpSpMkLst>
            <pc:docMk/>
            <pc:sldMk cId="3107458254" sldId="287"/>
            <ac:grpSpMk id="47" creationId="{84E960D3-6605-81DA-8035-02DE42804F6C}"/>
          </ac:grpSpMkLst>
        </pc:grpChg>
        <pc:grpChg chg="add mod">
          <ac:chgData name="Sanduni Pieris" userId="4ef668d554d0808a" providerId="LiveId" clId="{4A84CDE8-DC43-4B67-8631-568CBA30709D}" dt="2023-11-17T15:26:25.241" v="1703"/>
          <ac:grpSpMkLst>
            <pc:docMk/>
            <pc:sldMk cId="3107458254" sldId="287"/>
            <ac:grpSpMk id="50" creationId="{88E1745F-61EE-C132-AEA4-55AA2111D5C6}"/>
          </ac:grpSpMkLst>
        </pc:grpChg>
        <pc:grpChg chg="add mod">
          <ac:chgData name="Sanduni Pieris" userId="4ef668d554d0808a" providerId="LiveId" clId="{4A84CDE8-DC43-4B67-8631-568CBA30709D}" dt="2023-11-17T15:26:25.241" v="1703"/>
          <ac:grpSpMkLst>
            <pc:docMk/>
            <pc:sldMk cId="3107458254" sldId="287"/>
            <ac:grpSpMk id="53" creationId="{37A1C138-6E81-28DC-FD6C-6C423152D46D}"/>
          </ac:grpSpMkLst>
        </pc:grpChg>
        <pc:grpChg chg="add mod">
          <ac:chgData name="Sanduni Pieris" userId="4ef668d554d0808a" providerId="LiveId" clId="{4A84CDE8-DC43-4B67-8631-568CBA30709D}" dt="2023-11-17T15:26:25.241" v="1703"/>
          <ac:grpSpMkLst>
            <pc:docMk/>
            <pc:sldMk cId="3107458254" sldId="287"/>
            <ac:grpSpMk id="56" creationId="{E6946317-0FBE-A900-D47A-3ED71643D0BC}"/>
          </ac:grpSpMkLst>
        </pc:grpChg>
      </pc:sldChg>
      <pc:sldChg chg="add del">
        <pc:chgData name="Sanduni Pieris" userId="4ef668d554d0808a" providerId="LiveId" clId="{4A84CDE8-DC43-4B67-8631-568CBA30709D}" dt="2023-11-17T15:17:37.417" v="1452" actId="47"/>
        <pc:sldMkLst>
          <pc:docMk/>
          <pc:sldMk cId="3268302994" sldId="287"/>
        </pc:sldMkLst>
      </pc:sldChg>
      <pc:sldChg chg="add del">
        <pc:chgData name="Sanduni Pieris" userId="4ef668d554d0808a" providerId="LiveId" clId="{4A84CDE8-DC43-4B67-8631-568CBA30709D}" dt="2023-11-17T15:17:38.700" v="1453" actId="47"/>
        <pc:sldMkLst>
          <pc:docMk/>
          <pc:sldMk cId="239874319" sldId="288"/>
        </pc:sldMkLst>
      </pc:sldChg>
      <pc:sldChg chg="addSp delSp modSp add del mod">
        <pc:chgData name="Sanduni Pieris" userId="4ef668d554d0808a" providerId="LiveId" clId="{4A84CDE8-DC43-4B67-8631-568CBA30709D}" dt="2023-11-18T05:06:05.079" v="3989" actId="47"/>
        <pc:sldMkLst>
          <pc:docMk/>
          <pc:sldMk cId="1249430723" sldId="288"/>
        </pc:sldMkLst>
        <pc:spChg chg="mod">
          <ac:chgData name="Sanduni Pieris" userId="4ef668d554d0808a" providerId="LiveId" clId="{4A84CDE8-DC43-4B67-8631-568CBA30709D}" dt="2023-11-17T16:29:57.814" v="2064" actId="20577"/>
          <ac:spMkLst>
            <pc:docMk/>
            <pc:sldMk cId="1249430723" sldId="288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7T15:26:32.404" v="1704" actId="478"/>
          <ac:spMkLst>
            <pc:docMk/>
            <pc:sldMk cId="1249430723" sldId="288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7T15:26:32.404" v="1704" actId="478"/>
          <ac:spMkLst>
            <pc:docMk/>
            <pc:sldMk cId="1249430723" sldId="288"/>
            <ac:spMk id="22" creationId="{599886FB-C21F-3D31-F96D-4A4D08D3924A}"/>
          </ac:spMkLst>
        </pc:spChg>
        <pc:spChg chg="del">
          <ac:chgData name="Sanduni Pieris" userId="4ef668d554d0808a" providerId="LiveId" clId="{4A84CDE8-DC43-4B67-8631-568CBA30709D}" dt="2023-11-17T15:26:32.404" v="1704" actId="478"/>
          <ac:spMkLst>
            <pc:docMk/>
            <pc:sldMk cId="1249430723" sldId="288"/>
            <ac:spMk id="23" creationId="{5584C798-52A5-01C5-B88E-E7377FDE9D6B}"/>
          </ac:spMkLst>
        </pc:spChg>
        <pc:spChg chg="del">
          <ac:chgData name="Sanduni Pieris" userId="4ef668d554d0808a" providerId="LiveId" clId="{4A84CDE8-DC43-4B67-8631-568CBA30709D}" dt="2023-11-17T15:26:32.404" v="1704" actId="478"/>
          <ac:spMkLst>
            <pc:docMk/>
            <pc:sldMk cId="1249430723" sldId="288"/>
            <ac:spMk id="24" creationId="{086B1CF4-C3C7-5D10-5A43-67104C1DC2D4}"/>
          </ac:spMkLst>
        </pc:spChg>
        <pc:spChg chg="del">
          <ac:chgData name="Sanduni Pieris" userId="4ef668d554d0808a" providerId="LiveId" clId="{4A84CDE8-DC43-4B67-8631-568CBA30709D}" dt="2023-11-17T15:26:32.404" v="1704" actId="478"/>
          <ac:spMkLst>
            <pc:docMk/>
            <pc:sldMk cId="1249430723" sldId="288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27" creationId="{F4E7265C-C0A9-2236-9823-E1E40D425DA2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28" creationId="{E4E52194-6909-851A-C9A5-303F8B83B074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31" creationId="{3F5EEFFE-78B8-F610-251A-ACEE90A2CC99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32" creationId="{6BD4DD29-983B-64B0-85C4-3956812059DE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34" creationId="{95333873-2480-E515-5A76-62F64750E1ED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35" creationId="{10B0071D-AB8D-5557-93AC-5A228B69E601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37" creationId="{3FC9BC56-AB4A-8E17-5342-25B7CB18ADF4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38" creationId="{1F52FF91-9237-0FC4-7E83-F408032ECC6A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0" creationId="{67D48588-529F-FDAD-A09A-5F8C56F1C716}"/>
          </ac:spMkLst>
        </pc:spChg>
        <pc:spChg chg="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1" creationId="{9262D5AC-047C-9AE3-74AA-87AE145D9519}"/>
          </ac:spMkLst>
        </pc:spChg>
        <pc:spChg chg="add 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2" creationId="{F620F7C2-9C77-55C4-8A88-EC7D8385E7D3}"/>
          </ac:spMkLst>
        </pc:spChg>
        <pc:spChg chg="add 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3" creationId="{548BFC10-6F65-FB6A-994C-1269B96D2E33}"/>
          </ac:spMkLst>
        </pc:spChg>
        <pc:spChg chg="add 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4" creationId="{93B192BF-7A67-D8AA-85C1-7B823E824FE5}"/>
          </ac:spMkLst>
        </pc:spChg>
        <pc:spChg chg="add 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5" creationId="{94991479-D2F7-C1B7-FAC6-318A5D5D5DF7}"/>
          </ac:spMkLst>
        </pc:spChg>
        <pc:spChg chg="add mod">
          <ac:chgData name="Sanduni Pieris" userId="4ef668d554d0808a" providerId="LiveId" clId="{4A84CDE8-DC43-4B67-8631-568CBA30709D}" dt="2023-11-17T15:26:33.810" v="1705"/>
          <ac:spMkLst>
            <pc:docMk/>
            <pc:sldMk cId="1249430723" sldId="288"/>
            <ac:spMk id="46" creationId="{2D76CC39-64F2-3CC0-B70B-B89CFD533F80}"/>
          </ac:spMkLst>
        </pc:spChg>
        <pc:grpChg chg="del">
          <ac:chgData name="Sanduni Pieris" userId="4ef668d554d0808a" providerId="LiveId" clId="{4A84CDE8-DC43-4B67-8631-568CBA30709D}" dt="2023-11-17T15:26:32.404" v="1704" actId="478"/>
          <ac:grpSpMkLst>
            <pc:docMk/>
            <pc:sldMk cId="1249430723" sldId="288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7T15:26:32.404" v="1704" actId="478"/>
          <ac:grpSpMkLst>
            <pc:docMk/>
            <pc:sldMk cId="1249430723" sldId="288"/>
            <ac:grpSpMk id="8" creationId="{0AC7B6D9-D397-A753-2A41-6DB20A91212A}"/>
          </ac:grpSpMkLst>
        </pc:grpChg>
        <pc:grpChg chg="del">
          <ac:chgData name="Sanduni Pieris" userId="4ef668d554d0808a" providerId="LiveId" clId="{4A84CDE8-DC43-4B67-8631-568CBA30709D}" dt="2023-11-17T15:26:32.404" v="1704" actId="478"/>
          <ac:grpSpMkLst>
            <pc:docMk/>
            <pc:sldMk cId="1249430723" sldId="288"/>
            <ac:grpSpMk id="11" creationId="{5ED36455-8D26-BC51-F382-BCD9A943D9CD}"/>
          </ac:grpSpMkLst>
        </pc:grpChg>
        <pc:grpChg chg="del">
          <ac:chgData name="Sanduni Pieris" userId="4ef668d554d0808a" providerId="LiveId" clId="{4A84CDE8-DC43-4B67-8631-568CBA30709D}" dt="2023-11-17T15:26:32.404" v="1704" actId="478"/>
          <ac:grpSpMkLst>
            <pc:docMk/>
            <pc:sldMk cId="1249430723" sldId="288"/>
            <ac:grpSpMk id="14" creationId="{6F8BED47-8AEB-751A-286C-1565FD0BE37A}"/>
          </ac:grpSpMkLst>
        </pc:grpChg>
        <pc:grpChg chg="del">
          <ac:chgData name="Sanduni Pieris" userId="4ef668d554d0808a" providerId="LiveId" clId="{4A84CDE8-DC43-4B67-8631-568CBA30709D}" dt="2023-11-17T15:26:32.404" v="1704" actId="478"/>
          <ac:grpSpMkLst>
            <pc:docMk/>
            <pc:sldMk cId="1249430723" sldId="288"/>
            <ac:grpSpMk id="17" creationId="{603428E7-4E22-E544-B84E-ED930CD7705D}"/>
          </ac:grpSpMkLst>
        </pc:grpChg>
        <pc:grpChg chg="add mod">
          <ac:chgData name="Sanduni Pieris" userId="4ef668d554d0808a" providerId="LiveId" clId="{4A84CDE8-DC43-4B67-8631-568CBA30709D}" dt="2023-11-17T15:26:33.810" v="1705"/>
          <ac:grpSpMkLst>
            <pc:docMk/>
            <pc:sldMk cId="1249430723" sldId="288"/>
            <ac:grpSpMk id="26" creationId="{AF0A66B3-4183-78FE-0642-8BF6E9F5C7A9}"/>
          </ac:grpSpMkLst>
        </pc:grpChg>
        <pc:grpChg chg="add mod">
          <ac:chgData name="Sanduni Pieris" userId="4ef668d554d0808a" providerId="LiveId" clId="{4A84CDE8-DC43-4B67-8631-568CBA30709D}" dt="2023-11-17T15:26:33.810" v="1705"/>
          <ac:grpSpMkLst>
            <pc:docMk/>
            <pc:sldMk cId="1249430723" sldId="288"/>
            <ac:grpSpMk id="30" creationId="{CD89C41E-C0CA-FA14-6556-10285F164A32}"/>
          </ac:grpSpMkLst>
        </pc:grpChg>
        <pc:grpChg chg="add mod">
          <ac:chgData name="Sanduni Pieris" userId="4ef668d554d0808a" providerId="LiveId" clId="{4A84CDE8-DC43-4B67-8631-568CBA30709D}" dt="2023-11-17T15:26:33.810" v="1705"/>
          <ac:grpSpMkLst>
            <pc:docMk/>
            <pc:sldMk cId="1249430723" sldId="288"/>
            <ac:grpSpMk id="33" creationId="{02DC7DE1-23D0-F0D0-35AF-0E26A0BF5E97}"/>
          </ac:grpSpMkLst>
        </pc:grpChg>
        <pc:grpChg chg="add mod">
          <ac:chgData name="Sanduni Pieris" userId="4ef668d554d0808a" providerId="LiveId" clId="{4A84CDE8-DC43-4B67-8631-568CBA30709D}" dt="2023-11-17T15:26:33.810" v="1705"/>
          <ac:grpSpMkLst>
            <pc:docMk/>
            <pc:sldMk cId="1249430723" sldId="288"/>
            <ac:grpSpMk id="36" creationId="{7504372F-48DC-EBFC-D49B-786B3B27F86F}"/>
          </ac:grpSpMkLst>
        </pc:grpChg>
        <pc:grpChg chg="add mod">
          <ac:chgData name="Sanduni Pieris" userId="4ef668d554d0808a" providerId="LiveId" clId="{4A84CDE8-DC43-4B67-8631-568CBA30709D}" dt="2023-11-17T15:26:33.810" v="1705"/>
          <ac:grpSpMkLst>
            <pc:docMk/>
            <pc:sldMk cId="1249430723" sldId="288"/>
            <ac:grpSpMk id="39" creationId="{9645C575-E003-DF31-56FF-22EA106F4D29}"/>
          </ac:grpSpMkLst>
        </pc:grpChg>
      </pc:sldChg>
      <pc:sldChg chg="add del">
        <pc:chgData name="Sanduni Pieris" userId="4ef668d554d0808a" providerId="LiveId" clId="{4A84CDE8-DC43-4B67-8631-568CBA30709D}" dt="2023-11-17T15:17:39.560" v="1454" actId="47"/>
        <pc:sldMkLst>
          <pc:docMk/>
          <pc:sldMk cId="1825229655" sldId="289"/>
        </pc:sldMkLst>
      </pc:sldChg>
      <pc:sldChg chg="addSp delSp modSp add del mod">
        <pc:chgData name="Sanduni Pieris" userId="4ef668d554d0808a" providerId="LiveId" clId="{4A84CDE8-DC43-4B67-8631-568CBA30709D}" dt="2023-11-18T05:06:05.865" v="3990" actId="47"/>
        <pc:sldMkLst>
          <pc:docMk/>
          <pc:sldMk cId="3174152138" sldId="289"/>
        </pc:sldMkLst>
        <pc:spChg chg="mod">
          <ac:chgData name="Sanduni Pieris" userId="4ef668d554d0808a" providerId="LiveId" clId="{4A84CDE8-DC43-4B67-8631-568CBA30709D}" dt="2023-11-17T16:30:21.106" v="2077" actId="1076"/>
          <ac:spMkLst>
            <pc:docMk/>
            <pc:sldMk cId="3174152138" sldId="289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7T15:26:39.282" v="1706" actId="478"/>
          <ac:spMkLst>
            <pc:docMk/>
            <pc:sldMk cId="3174152138" sldId="289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7T15:26:39.282" v="1706" actId="478"/>
          <ac:spMkLst>
            <pc:docMk/>
            <pc:sldMk cId="3174152138" sldId="289"/>
            <ac:spMk id="22" creationId="{599886FB-C21F-3D31-F96D-4A4D08D3924A}"/>
          </ac:spMkLst>
        </pc:spChg>
        <pc:spChg chg="del">
          <ac:chgData name="Sanduni Pieris" userId="4ef668d554d0808a" providerId="LiveId" clId="{4A84CDE8-DC43-4B67-8631-568CBA30709D}" dt="2023-11-17T15:26:39.282" v="1706" actId="478"/>
          <ac:spMkLst>
            <pc:docMk/>
            <pc:sldMk cId="3174152138" sldId="289"/>
            <ac:spMk id="23" creationId="{5584C798-52A5-01C5-B88E-E7377FDE9D6B}"/>
          </ac:spMkLst>
        </pc:spChg>
        <pc:spChg chg="del">
          <ac:chgData name="Sanduni Pieris" userId="4ef668d554d0808a" providerId="LiveId" clId="{4A84CDE8-DC43-4B67-8631-568CBA30709D}" dt="2023-11-17T15:26:39.282" v="1706" actId="478"/>
          <ac:spMkLst>
            <pc:docMk/>
            <pc:sldMk cId="3174152138" sldId="289"/>
            <ac:spMk id="24" creationId="{086B1CF4-C3C7-5D10-5A43-67104C1DC2D4}"/>
          </ac:spMkLst>
        </pc:spChg>
        <pc:spChg chg="del">
          <ac:chgData name="Sanduni Pieris" userId="4ef668d554d0808a" providerId="LiveId" clId="{4A84CDE8-DC43-4B67-8631-568CBA30709D}" dt="2023-11-17T15:26:39.282" v="1706" actId="478"/>
          <ac:spMkLst>
            <pc:docMk/>
            <pc:sldMk cId="3174152138" sldId="289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27" creationId="{69F85B80-40DE-1E9F-1A16-E11ADCF49D23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28" creationId="{3B682417-1AAF-C327-5555-4F3BCA4EE30F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31" creationId="{E485EEF5-6F1F-A0A0-00C4-A292D7F32B6D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32" creationId="{02CE53E8-A417-F3A7-4FE2-0200E848C743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34" creationId="{263D34E0-F65F-E62E-485E-92F0932E8922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35" creationId="{C78B6C82-CA49-9B98-D8D7-D380E0FE8CD1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37" creationId="{74025564-8109-1F1A-8F90-DFF723EC3BE1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38" creationId="{E21A8686-5099-5D07-5F34-5DAB463DC4A4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0" creationId="{B6AFE16D-A195-36CC-821E-CBEC6B1697E4}"/>
          </ac:spMkLst>
        </pc:spChg>
        <pc:spChg chg="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1" creationId="{5FC945BF-E147-51E2-A4DF-928F23A1849C}"/>
          </ac:spMkLst>
        </pc:spChg>
        <pc:spChg chg="add 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2" creationId="{E5DBCF0E-313D-8EA8-4896-F42F95F36A95}"/>
          </ac:spMkLst>
        </pc:spChg>
        <pc:spChg chg="add 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3" creationId="{67F24468-6CDB-26A5-C2F8-5AF446F5E710}"/>
          </ac:spMkLst>
        </pc:spChg>
        <pc:spChg chg="add 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4" creationId="{7FBC0BE5-6768-8FB0-66D4-34A1E29DEF64}"/>
          </ac:spMkLst>
        </pc:spChg>
        <pc:spChg chg="add 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5" creationId="{21548B5B-54F5-FE9F-3629-7F475C5FA3A8}"/>
          </ac:spMkLst>
        </pc:spChg>
        <pc:spChg chg="add mod">
          <ac:chgData name="Sanduni Pieris" userId="4ef668d554d0808a" providerId="LiveId" clId="{4A84CDE8-DC43-4B67-8631-568CBA30709D}" dt="2023-11-17T15:26:40.330" v="1707"/>
          <ac:spMkLst>
            <pc:docMk/>
            <pc:sldMk cId="3174152138" sldId="289"/>
            <ac:spMk id="46" creationId="{F49F5EF3-6471-5FD3-75BD-DA4AF9A3AB26}"/>
          </ac:spMkLst>
        </pc:spChg>
        <pc:grpChg chg="del">
          <ac:chgData name="Sanduni Pieris" userId="4ef668d554d0808a" providerId="LiveId" clId="{4A84CDE8-DC43-4B67-8631-568CBA30709D}" dt="2023-11-17T15:26:39.282" v="1706" actId="478"/>
          <ac:grpSpMkLst>
            <pc:docMk/>
            <pc:sldMk cId="3174152138" sldId="289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7T15:26:39.282" v="1706" actId="478"/>
          <ac:grpSpMkLst>
            <pc:docMk/>
            <pc:sldMk cId="3174152138" sldId="289"/>
            <ac:grpSpMk id="8" creationId="{0AC7B6D9-D397-A753-2A41-6DB20A91212A}"/>
          </ac:grpSpMkLst>
        </pc:grpChg>
        <pc:grpChg chg="del">
          <ac:chgData name="Sanduni Pieris" userId="4ef668d554d0808a" providerId="LiveId" clId="{4A84CDE8-DC43-4B67-8631-568CBA30709D}" dt="2023-11-17T15:26:39.282" v="1706" actId="478"/>
          <ac:grpSpMkLst>
            <pc:docMk/>
            <pc:sldMk cId="3174152138" sldId="289"/>
            <ac:grpSpMk id="11" creationId="{5ED36455-8D26-BC51-F382-BCD9A943D9CD}"/>
          </ac:grpSpMkLst>
        </pc:grpChg>
        <pc:grpChg chg="del">
          <ac:chgData name="Sanduni Pieris" userId="4ef668d554d0808a" providerId="LiveId" clId="{4A84CDE8-DC43-4B67-8631-568CBA30709D}" dt="2023-11-17T15:26:39.282" v="1706" actId="478"/>
          <ac:grpSpMkLst>
            <pc:docMk/>
            <pc:sldMk cId="3174152138" sldId="289"/>
            <ac:grpSpMk id="14" creationId="{6F8BED47-8AEB-751A-286C-1565FD0BE37A}"/>
          </ac:grpSpMkLst>
        </pc:grpChg>
        <pc:grpChg chg="del">
          <ac:chgData name="Sanduni Pieris" userId="4ef668d554d0808a" providerId="LiveId" clId="{4A84CDE8-DC43-4B67-8631-568CBA30709D}" dt="2023-11-17T15:26:39.282" v="1706" actId="478"/>
          <ac:grpSpMkLst>
            <pc:docMk/>
            <pc:sldMk cId="3174152138" sldId="289"/>
            <ac:grpSpMk id="17" creationId="{603428E7-4E22-E544-B84E-ED930CD7705D}"/>
          </ac:grpSpMkLst>
        </pc:grpChg>
        <pc:grpChg chg="add mod">
          <ac:chgData name="Sanduni Pieris" userId="4ef668d554d0808a" providerId="LiveId" clId="{4A84CDE8-DC43-4B67-8631-568CBA30709D}" dt="2023-11-17T15:26:40.330" v="1707"/>
          <ac:grpSpMkLst>
            <pc:docMk/>
            <pc:sldMk cId="3174152138" sldId="289"/>
            <ac:grpSpMk id="26" creationId="{253CEA81-14F7-DFE7-9660-EBD745CEC48C}"/>
          </ac:grpSpMkLst>
        </pc:grpChg>
        <pc:grpChg chg="add mod">
          <ac:chgData name="Sanduni Pieris" userId="4ef668d554d0808a" providerId="LiveId" clId="{4A84CDE8-DC43-4B67-8631-568CBA30709D}" dt="2023-11-17T15:26:40.330" v="1707"/>
          <ac:grpSpMkLst>
            <pc:docMk/>
            <pc:sldMk cId="3174152138" sldId="289"/>
            <ac:grpSpMk id="30" creationId="{0B5385E0-6BE8-3BFF-2F02-D6B1DBA9DEF9}"/>
          </ac:grpSpMkLst>
        </pc:grpChg>
        <pc:grpChg chg="add mod">
          <ac:chgData name="Sanduni Pieris" userId="4ef668d554d0808a" providerId="LiveId" clId="{4A84CDE8-DC43-4B67-8631-568CBA30709D}" dt="2023-11-17T15:26:40.330" v="1707"/>
          <ac:grpSpMkLst>
            <pc:docMk/>
            <pc:sldMk cId="3174152138" sldId="289"/>
            <ac:grpSpMk id="33" creationId="{C97B59AF-60D2-6356-FA74-786DE46EDACA}"/>
          </ac:grpSpMkLst>
        </pc:grpChg>
        <pc:grpChg chg="add mod">
          <ac:chgData name="Sanduni Pieris" userId="4ef668d554d0808a" providerId="LiveId" clId="{4A84CDE8-DC43-4B67-8631-568CBA30709D}" dt="2023-11-17T15:26:40.330" v="1707"/>
          <ac:grpSpMkLst>
            <pc:docMk/>
            <pc:sldMk cId="3174152138" sldId="289"/>
            <ac:grpSpMk id="36" creationId="{E8148C7E-C670-9031-E698-39B560F26EC6}"/>
          </ac:grpSpMkLst>
        </pc:grpChg>
        <pc:grpChg chg="add mod">
          <ac:chgData name="Sanduni Pieris" userId="4ef668d554d0808a" providerId="LiveId" clId="{4A84CDE8-DC43-4B67-8631-568CBA30709D}" dt="2023-11-17T15:26:40.330" v="1707"/>
          <ac:grpSpMkLst>
            <pc:docMk/>
            <pc:sldMk cId="3174152138" sldId="289"/>
            <ac:grpSpMk id="39" creationId="{761ABCE8-51AB-1D6E-0121-CDE1E59C17F1}"/>
          </ac:grpSpMkLst>
        </pc:grpChg>
      </pc:sldChg>
      <pc:sldChg chg="add del">
        <pc:chgData name="Sanduni Pieris" userId="4ef668d554d0808a" providerId="LiveId" clId="{4A84CDE8-DC43-4B67-8631-568CBA30709D}" dt="2023-11-17T15:17:40.186" v="1455" actId="47"/>
        <pc:sldMkLst>
          <pc:docMk/>
          <pc:sldMk cId="1995862079" sldId="290"/>
        </pc:sldMkLst>
      </pc:sldChg>
      <pc:sldChg chg="addSp delSp modSp add del mod">
        <pc:chgData name="Sanduni Pieris" userId="4ef668d554d0808a" providerId="LiveId" clId="{4A84CDE8-DC43-4B67-8631-568CBA30709D}" dt="2023-11-18T05:06:07.086" v="3991" actId="47"/>
        <pc:sldMkLst>
          <pc:docMk/>
          <pc:sldMk cId="3394477622" sldId="290"/>
        </pc:sldMkLst>
        <pc:spChg chg="mod">
          <ac:chgData name="Sanduni Pieris" userId="4ef668d554d0808a" providerId="LiveId" clId="{4A84CDE8-DC43-4B67-8631-568CBA30709D}" dt="2023-11-17T16:30:50.457" v="2092" actId="1076"/>
          <ac:spMkLst>
            <pc:docMk/>
            <pc:sldMk cId="3394477622" sldId="290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7T15:26:44.669" v="1708" actId="478"/>
          <ac:spMkLst>
            <pc:docMk/>
            <pc:sldMk cId="3394477622" sldId="290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7T15:26:44.669" v="1708" actId="478"/>
          <ac:spMkLst>
            <pc:docMk/>
            <pc:sldMk cId="3394477622" sldId="290"/>
            <ac:spMk id="22" creationId="{599886FB-C21F-3D31-F96D-4A4D08D3924A}"/>
          </ac:spMkLst>
        </pc:spChg>
        <pc:spChg chg="del">
          <ac:chgData name="Sanduni Pieris" userId="4ef668d554d0808a" providerId="LiveId" clId="{4A84CDE8-DC43-4B67-8631-568CBA30709D}" dt="2023-11-17T15:26:44.669" v="1708" actId="478"/>
          <ac:spMkLst>
            <pc:docMk/>
            <pc:sldMk cId="3394477622" sldId="290"/>
            <ac:spMk id="23" creationId="{5584C798-52A5-01C5-B88E-E7377FDE9D6B}"/>
          </ac:spMkLst>
        </pc:spChg>
        <pc:spChg chg="del">
          <ac:chgData name="Sanduni Pieris" userId="4ef668d554d0808a" providerId="LiveId" clId="{4A84CDE8-DC43-4B67-8631-568CBA30709D}" dt="2023-11-17T15:26:44.669" v="1708" actId="478"/>
          <ac:spMkLst>
            <pc:docMk/>
            <pc:sldMk cId="3394477622" sldId="290"/>
            <ac:spMk id="24" creationId="{086B1CF4-C3C7-5D10-5A43-67104C1DC2D4}"/>
          </ac:spMkLst>
        </pc:spChg>
        <pc:spChg chg="del">
          <ac:chgData name="Sanduni Pieris" userId="4ef668d554d0808a" providerId="LiveId" clId="{4A84CDE8-DC43-4B67-8631-568CBA30709D}" dt="2023-11-17T15:26:44.669" v="1708" actId="478"/>
          <ac:spMkLst>
            <pc:docMk/>
            <pc:sldMk cId="3394477622" sldId="290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27" creationId="{29AF3E35-44FB-BB8C-CBFB-0BA215B14E53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28" creationId="{09107C48-D9BB-20AE-928D-2A09BB47B959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31" creationId="{F277FA2C-1D24-C695-A31E-C98E21EFE456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32" creationId="{E0E2320A-20EC-4D65-C859-56182D43108B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34" creationId="{E022EE43-877F-E717-9C4D-7D0364111502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35" creationId="{1BF0A7B0-88E4-885B-FBDB-6944EE235EEA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37" creationId="{6A4007DB-BB0D-6DE2-B0B6-F093B00F881E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38" creationId="{D2A16335-B602-DDCE-D9FE-E79C0A5D3DBF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0" creationId="{B8C71033-4C21-03EA-9360-0C3C238D4906}"/>
          </ac:spMkLst>
        </pc:spChg>
        <pc:spChg chg="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1" creationId="{558F4FFC-8F1F-B132-096C-9E304C907FE1}"/>
          </ac:spMkLst>
        </pc:spChg>
        <pc:spChg chg="add 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2" creationId="{EC13E820-692E-CBF8-3A40-DA882F7DECE7}"/>
          </ac:spMkLst>
        </pc:spChg>
        <pc:spChg chg="add 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3" creationId="{6D8C69A4-EB6D-9F5F-3760-B4B61331ADCF}"/>
          </ac:spMkLst>
        </pc:spChg>
        <pc:spChg chg="add 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4" creationId="{7FE94E85-2F41-78C4-AEFE-303C278583A3}"/>
          </ac:spMkLst>
        </pc:spChg>
        <pc:spChg chg="add 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5" creationId="{0CB15649-47D3-BB16-551A-1A84AD73923B}"/>
          </ac:spMkLst>
        </pc:spChg>
        <pc:spChg chg="add mod">
          <ac:chgData name="Sanduni Pieris" userId="4ef668d554d0808a" providerId="LiveId" clId="{4A84CDE8-DC43-4B67-8631-568CBA30709D}" dt="2023-11-17T15:26:45.833" v="1709"/>
          <ac:spMkLst>
            <pc:docMk/>
            <pc:sldMk cId="3394477622" sldId="290"/>
            <ac:spMk id="46" creationId="{0E977FD2-B8A1-2CB0-37DE-C27F11C2A8F0}"/>
          </ac:spMkLst>
        </pc:spChg>
        <pc:grpChg chg="del">
          <ac:chgData name="Sanduni Pieris" userId="4ef668d554d0808a" providerId="LiveId" clId="{4A84CDE8-DC43-4B67-8631-568CBA30709D}" dt="2023-11-17T15:26:44.669" v="1708" actId="478"/>
          <ac:grpSpMkLst>
            <pc:docMk/>
            <pc:sldMk cId="3394477622" sldId="290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7T15:26:44.669" v="1708" actId="478"/>
          <ac:grpSpMkLst>
            <pc:docMk/>
            <pc:sldMk cId="3394477622" sldId="290"/>
            <ac:grpSpMk id="8" creationId="{0AC7B6D9-D397-A753-2A41-6DB20A91212A}"/>
          </ac:grpSpMkLst>
        </pc:grpChg>
        <pc:grpChg chg="del">
          <ac:chgData name="Sanduni Pieris" userId="4ef668d554d0808a" providerId="LiveId" clId="{4A84CDE8-DC43-4B67-8631-568CBA30709D}" dt="2023-11-17T15:26:44.669" v="1708" actId="478"/>
          <ac:grpSpMkLst>
            <pc:docMk/>
            <pc:sldMk cId="3394477622" sldId="290"/>
            <ac:grpSpMk id="11" creationId="{5ED36455-8D26-BC51-F382-BCD9A943D9CD}"/>
          </ac:grpSpMkLst>
        </pc:grpChg>
        <pc:grpChg chg="del">
          <ac:chgData name="Sanduni Pieris" userId="4ef668d554d0808a" providerId="LiveId" clId="{4A84CDE8-DC43-4B67-8631-568CBA30709D}" dt="2023-11-17T15:26:44.669" v="1708" actId="478"/>
          <ac:grpSpMkLst>
            <pc:docMk/>
            <pc:sldMk cId="3394477622" sldId="290"/>
            <ac:grpSpMk id="14" creationId="{6F8BED47-8AEB-751A-286C-1565FD0BE37A}"/>
          </ac:grpSpMkLst>
        </pc:grpChg>
        <pc:grpChg chg="del">
          <ac:chgData name="Sanduni Pieris" userId="4ef668d554d0808a" providerId="LiveId" clId="{4A84CDE8-DC43-4B67-8631-568CBA30709D}" dt="2023-11-17T15:26:44.669" v="1708" actId="478"/>
          <ac:grpSpMkLst>
            <pc:docMk/>
            <pc:sldMk cId="3394477622" sldId="290"/>
            <ac:grpSpMk id="17" creationId="{603428E7-4E22-E544-B84E-ED930CD7705D}"/>
          </ac:grpSpMkLst>
        </pc:grpChg>
        <pc:grpChg chg="add mod">
          <ac:chgData name="Sanduni Pieris" userId="4ef668d554d0808a" providerId="LiveId" clId="{4A84CDE8-DC43-4B67-8631-568CBA30709D}" dt="2023-11-17T15:26:45.833" v="1709"/>
          <ac:grpSpMkLst>
            <pc:docMk/>
            <pc:sldMk cId="3394477622" sldId="290"/>
            <ac:grpSpMk id="26" creationId="{64D52A5E-E77B-6CAC-7284-E95CD06431DC}"/>
          </ac:grpSpMkLst>
        </pc:grpChg>
        <pc:grpChg chg="add mod">
          <ac:chgData name="Sanduni Pieris" userId="4ef668d554d0808a" providerId="LiveId" clId="{4A84CDE8-DC43-4B67-8631-568CBA30709D}" dt="2023-11-17T15:26:45.833" v="1709"/>
          <ac:grpSpMkLst>
            <pc:docMk/>
            <pc:sldMk cId="3394477622" sldId="290"/>
            <ac:grpSpMk id="30" creationId="{0541C617-A823-6FE9-5ED3-ACAFF5295105}"/>
          </ac:grpSpMkLst>
        </pc:grpChg>
        <pc:grpChg chg="add mod">
          <ac:chgData name="Sanduni Pieris" userId="4ef668d554d0808a" providerId="LiveId" clId="{4A84CDE8-DC43-4B67-8631-568CBA30709D}" dt="2023-11-17T15:26:45.833" v="1709"/>
          <ac:grpSpMkLst>
            <pc:docMk/>
            <pc:sldMk cId="3394477622" sldId="290"/>
            <ac:grpSpMk id="33" creationId="{EBE9BE44-4094-C756-5AEB-8ABCDA09C205}"/>
          </ac:grpSpMkLst>
        </pc:grpChg>
        <pc:grpChg chg="add mod">
          <ac:chgData name="Sanduni Pieris" userId="4ef668d554d0808a" providerId="LiveId" clId="{4A84CDE8-DC43-4B67-8631-568CBA30709D}" dt="2023-11-17T15:26:45.833" v="1709"/>
          <ac:grpSpMkLst>
            <pc:docMk/>
            <pc:sldMk cId="3394477622" sldId="290"/>
            <ac:grpSpMk id="36" creationId="{5C660FC2-0972-B20C-B2C9-56471C5C64E0}"/>
          </ac:grpSpMkLst>
        </pc:grpChg>
        <pc:grpChg chg="add mod">
          <ac:chgData name="Sanduni Pieris" userId="4ef668d554d0808a" providerId="LiveId" clId="{4A84CDE8-DC43-4B67-8631-568CBA30709D}" dt="2023-11-17T15:26:45.833" v="1709"/>
          <ac:grpSpMkLst>
            <pc:docMk/>
            <pc:sldMk cId="3394477622" sldId="290"/>
            <ac:grpSpMk id="39" creationId="{54BCAB16-49C8-0CE8-1063-37E9944A448B}"/>
          </ac:grpSpMkLst>
        </pc:grpChg>
      </pc:sldChg>
      <pc:sldChg chg="add del">
        <pc:chgData name="Sanduni Pieris" userId="4ef668d554d0808a" providerId="LiveId" clId="{4A84CDE8-DC43-4B67-8631-568CBA30709D}" dt="2023-11-17T15:31:36.987" v="1747" actId="47"/>
        <pc:sldMkLst>
          <pc:docMk/>
          <pc:sldMk cId="3773125267" sldId="291"/>
        </pc:sldMkLst>
      </pc:sldChg>
      <pc:sldChg chg="modSp add del mod modTransition">
        <pc:chgData name="Sanduni Pieris" userId="4ef668d554d0808a" providerId="LiveId" clId="{4A84CDE8-DC43-4B67-8631-568CBA30709D}" dt="2023-11-17T15:33:19.299" v="1760" actId="47"/>
        <pc:sldMkLst>
          <pc:docMk/>
          <pc:sldMk cId="3724742256" sldId="292"/>
        </pc:sldMkLst>
        <pc:grpChg chg="mod">
          <ac:chgData name="Sanduni Pieris" userId="4ef668d554d0808a" providerId="LiveId" clId="{4A84CDE8-DC43-4B67-8631-568CBA30709D}" dt="2023-11-17T15:31:48.686" v="1748" actId="1076"/>
          <ac:grpSpMkLst>
            <pc:docMk/>
            <pc:sldMk cId="3724742256" sldId="292"/>
            <ac:grpSpMk id="27" creationId="{DE6D602D-604F-1468-9AEE-790F37BF3A24}"/>
          </ac:grpSpMkLst>
        </pc:grpChg>
      </pc:sldChg>
      <pc:sldChg chg="modSp add del mod modTransition">
        <pc:chgData name="Sanduni Pieris" userId="4ef668d554d0808a" providerId="LiveId" clId="{4A84CDE8-DC43-4B67-8631-568CBA30709D}" dt="2023-11-17T15:33:44.338" v="1766" actId="47"/>
        <pc:sldMkLst>
          <pc:docMk/>
          <pc:sldMk cId="921672326" sldId="293"/>
        </pc:sldMkLst>
        <pc:grpChg chg="mod">
          <ac:chgData name="Sanduni Pieris" userId="4ef668d554d0808a" providerId="LiveId" clId="{4A84CDE8-DC43-4B67-8631-568CBA30709D}" dt="2023-11-17T15:32:04.373" v="1750" actId="1076"/>
          <ac:grpSpMkLst>
            <pc:docMk/>
            <pc:sldMk cId="921672326" sldId="293"/>
            <ac:grpSpMk id="27" creationId="{DE6D602D-604F-1468-9AEE-790F37BF3A24}"/>
          </ac:grpSpMkLst>
        </pc:grpChg>
      </pc:sldChg>
      <pc:sldChg chg="modSp add del mod modTransition">
        <pc:chgData name="Sanduni Pieris" userId="4ef668d554d0808a" providerId="LiveId" clId="{4A84CDE8-DC43-4B67-8631-568CBA30709D}" dt="2023-11-17T15:33:21.271" v="1762" actId="47"/>
        <pc:sldMkLst>
          <pc:docMk/>
          <pc:sldMk cId="2089797144" sldId="294"/>
        </pc:sldMkLst>
        <pc:grpChg chg="mod">
          <ac:chgData name="Sanduni Pieris" userId="4ef668d554d0808a" providerId="LiveId" clId="{4A84CDE8-DC43-4B67-8631-568CBA30709D}" dt="2023-11-17T15:32:17.278" v="1752" actId="1076"/>
          <ac:grpSpMkLst>
            <pc:docMk/>
            <pc:sldMk cId="2089797144" sldId="294"/>
            <ac:grpSpMk id="27" creationId="{DE6D602D-604F-1468-9AEE-790F37BF3A24}"/>
          </ac:grpSpMkLst>
        </pc:grpChg>
      </pc:sldChg>
      <pc:sldChg chg="addSp delSp modSp add del mod ord modTransition">
        <pc:chgData name="Sanduni Pieris" userId="4ef668d554d0808a" providerId="LiveId" clId="{4A84CDE8-DC43-4B67-8631-568CBA30709D}" dt="2023-11-17T22:40:20.887" v="3032" actId="47"/>
        <pc:sldMkLst>
          <pc:docMk/>
          <pc:sldMk cId="2696789451" sldId="294"/>
        </pc:sldMkLst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3" creationId="{6CF43B45-BE5F-A733-17F9-4F9A2E4FC308}"/>
          </ac:spMkLst>
        </pc:spChg>
        <pc:spChg chg="add del mod">
          <ac:chgData name="Sanduni Pieris" userId="4ef668d554d0808a" providerId="LiveId" clId="{4A84CDE8-DC43-4B67-8631-568CBA30709D}" dt="2023-11-17T21:53:30.807" v="2545" actId="478"/>
          <ac:spMkLst>
            <pc:docMk/>
            <pc:sldMk cId="2696789451" sldId="294"/>
            <ac:spMk id="14" creationId="{AEB3207A-DC3C-DE86-EB69-368A7E212992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21" creationId="{753725A0-E904-E375-27BF-FA283CBE267E}"/>
          </ac:spMkLst>
        </pc:spChg>
        <pc:spChg chg="add del mod modCrop">
          <ac:chgData name="Sanduni Pieris" userId="4ef668d554d0808a" providerId="LiveId" clId="{4A84CDE8-DC43-4B67-8631-568CBA30709D}" dt="2023-11-17T21:58:50.769" v="2564" actId="478"/>
          <ac:spMkLst>
            <pc:docMk/>
            <pc:sldMk cId="2696789451" sldId="294"/>
            <ac:spMk id="22" creationId="{6CF58363-9BA7-D84F-FE47-4013110EF7D9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7T22:37:55.521" v="3020" actId="1076"/>
          <ac:spMkLst>
            <pc:docMk/>
            <pc:sldMk cId="2696789451" sldId="294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7T22:37:55.521" v="3020" actId="1076"/>
          <ac:grpSpMkLst>
            <pc:docMk/>
            <pc:sldMk cId="2696789451" sldId="294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7:55.521" v="3020" actId="1076"/>
          <ac:grpSpMkLst>
            <pc:docMk/>
            <pc:sldMk cId="2696789451" sldId="294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7:55.521" v="3020" actId="1076"/>
          <ac:grpSpMkLst>
            <pc:docMk/>
            <pc:sldMk cId="2696789451" sldId="294"/>
            <ac:grpSpMk id="27" creationId="{DE6D602D-604F-1468-9AEE-790F37BF3A24}"/>
          </ac:grpSpMkLst>
        </pc:grpChg>
        <pc:grpChg chg="add mod">
          <ac:chgData name="Sanduni Pieris" userId="4ef668d554d0808a" providerId="LiveId" clId="{4A84CDE8-DC43-4B67-8631-568CBA30709D}" dt="2023-11-17T22:37:55.521" v="3020" actId="1076"/>
          <ac:grpSpMkLst>
            <pc:docMk/>
            <pc:sldMk cId="2696789451" sldId="294"/>
            <ac:grpSpMk id="33" creationId="{26E86ADC-E786-F8CF-782A-73DE5D398CE3}"/>
          </ac:grpSpMkLst>
        </pc:grpChg>
        <pc:grpChg chg="add mod">
          <ac:chgData name="Sanduni Pieris" userId="4ef668d554d0808a" providerId="LiveId" clId="{4A84CDE8-DC43-4B67-8631-568CBA30709D}" dt="2023-11-17T22:37:55.521" v="3020" actId="1076"/>
          <ac:grpSpMkLst>
            <pc:docMk/>
            <pc:sldMk cId="2696789451" sldId="294"/>
            <ac:grpSpMk id="34" creationId="{B9A3738A-502F-B5DA-8087-A3A2E6FDB121}"/>
          </ac:grpSpMkLst>
        </pc:grpChg>
        <pc:grpChg chg="add mod">
          <ac:chgData name="Sanduni Pieris" userId="4ef668d554d0808a" providerId="LiveId" clId="{4A84CDE8-DC43-4B67-8631-568CBA30709D}" dt="2023-11-17T22:37:55.521" v="3020" actId="1076"/>
          <ac:grpSpMkLst>
            <pc:docMk/>
            <pc:sldMk cId="2696789451" sldId="294"/>
            <ac:grpSpMk id="37" creationId="{5C282FDE-6045-25B0-D31E-B53F256DD9C9}"/>
          </ac:grpSpMkLst>
        </pc:grpChg>
        <pc:picChg chg="add mod modCrop">
          <ac:chgData name="Sanduni Pieris" userId="4ef668d554d0808a" providerId="LiveId" clId="{4A84CDE8-DC43-4B67-8631-568CBA30709D}" dt="2023-11-17T22:37:55.521" v="3020" actId="1076"/>
          <ac:picMkLst>
            <pc:docMk/>
            <pc:sldMk cId="2696789451" sldId="294"/>
            <ac:picMk id="28" creationId="{A4DCC928-63E4-F0B6-0FE3-D727327EB173}"/>
          </ac:picMkLst>
        </pc:picChg>
        <pc:picChg chg="add mod modCrop">
          <ac:chgData name="Sanduni Pieris" userId="4ef668d554d0808a" providerId="LiveId" clId="{4A84CDE8-DC43-4B67-8631-568CBA30709D}" dt="2023-11-17T22:37:55.521" v="3020" actId="1076"/>
          <ac:picMkLst>
            <pc:docMk/>
            <pc:sldMk cId="2696789451" sldId="294"/>
            <ac:picMk id="30" creationId="{B2BAB835-DC19-8D57-38DE-D6C7F91B6461}"/>
          </ac:picMkLst>
        </pc:picChg>
        <pc:picChg chg="add mod">
          <ac:chgData name="Sanduni Pieris" userId="4ef668d554d0808a" providerId="LiveId" clId="{4A84CDE8-DC43-4B67-8631-568CBA30709D}" dt="2023-11-17T22:37:55.521" v="3020" actId="1076"/>
          <ac:picMkLst>
            <pc:docMk/>
            <pc:sldMk cId="2696789451" sldId="294"/>
            <ac:picMk id="32" creationId="{E3B8F597-B15C-E382-F867-2617B06D24D5}"/>
          </ac:picMkLst>
        </pc:picChg>
        <pc:picChg chg="add mod">
          <ac:chgData name="Sanduni Pieris" userId="4ef668d554d0808a" providerId="LiveId" clId="{4A84CDE8-DC43-4B67-8631-568CBA30709D}" dt="2023-11-17T22:37:55.521" v="3020" actId="1076"/>
          <ac:picMkLst>
            <pc:docMk/>
            <pc:sldMk cId="2696789451" sldId="294"/>
            <ac:picMk id="4098" creationId="{B7CBD714-AABC-F3B0-C204-DE57A8947997}"/>
          </ac:picMkLst>
        </pc:picChg>
        <pc:picChg chg="add mod">
          <ac:chgData name="Sanduni Pieris" userId="4ef668d554d0808a" providerId="LiveId" clId="{4A84CDE8-DC43-4B67-8631-568CBA30709D}" dt="2023-11-17T22:37:55.521" v="3020" actId="1076"/>
          <ac:picMkLst>
            <pc:docMk/>
            <pc:sldMk cId="2696789451" sldId="294"/>
            <ac:picMk id="4100" creationId="{ED52233D-78D1-15E3-CC68-67B764D4ADDF}"/>
          </ac:picMkLst>
        </pc:picChg>
      </pc:sldChg>
      <pc:sldChg chg="modSp add del mod modTransition">
        <pc:chgData name="Sanduni Pieris" userId="4ef668d554d0808a" providerId="LiveId" clId="{4A84CDE8-DC43-4B67-8631-568CBA30709D}" dt="2023-11-17T22:38:52.139" v="3027" actId="47"/>
        <pc:sldMkLst>
          <pc:docMk/>
          <pc:sldMk cId="2687906857" sldId="295"/>
        </pc:sldMkLst>
        <pc:grpChg chg="mod">
          <ac:chgData name="Sanduni Pieris" userId="4ef668d554d0808a" providerId="LiveId" clId="{4A84CDE8-DC43-4B67-8631-568CBA30709D}" dt="2023-11-17T15:33:53.095" v="1768" actId="1076"/>
          <ac:grpSpMkLst>
            <pc:docMk/>
            <pc:sldMk cId="2687906857" sldId="295"/>
            <ac:grpSpMk id="27" creationId="{DE6D602D-604F-1468-9AEE-790F37BF3A24}"/>
          </ac:grpSpMkLst>
        </pc:grpChg>
      </pc:sldChg>
      <pc:sldChg chg="modSp add del mod modTransition">
        <pc:chgData name="Sanduni Pieris" userId="4ef668d554d0808a" providerId="LiveId" clId="{4A84CDE8-DC43-4B67-8631-568CBA30709D}" dt="2023-11-17T22:38:53.050" v="3028" actId="47"/>
        <pc:sldMkLst>
          <pc:docMk/>
          <pc:sldMk cId="1889252399" sldId="296"/>
        </pc:sldMkLst>
        <pc:grpChg chg="mod">
          <ac:chgData name="Sanduni Pieris" userId="4ef668d554d0808a" providerId="LiveId" clId="{4A84CDE8-DC43-4B67-8631-568CBA30709D}" dt="2023-11-17T15:34:01.025" v="1770" actId="1076"/>
          <ac:grpSpMkLst>
            <pc:docMk/>
            <pc:sldMk cId="1889252399" sldId="296"/>
            <ac:grpSpMk id="27" creationId="{DE6D602D-604F-1468-9AEE-790F37BF3A24}"/>
          </ac:grpSpMkLst>
        </pc:grpChg>
      </pc:sldChg>
      <pc:sldChg chg="modSp add del mod modTransition">
        <pc:chgData name="Sanduni Pieris" userId="4ef668d554d0808a" providerId="LiveId" clId="{4A84CDE8-DC43-4B67-8631-568CBA30709D}" dt="2023-11-17T22:38:55.051" v="3029" actId="47"/>
        <pc:sldMkLst>
          <pc:docMk/>
          <pc:sldMk cId="2863483390" sldId="297"/>
        </pc:sldMkLst>
        <pc:grpChg chg="mod">
          <ac:chgData name="Sanduni Pieris" userId="4ef668d554d0808a" providerId="LiveId" clId="{4A84CDE8-DC43-4B67-8631-568CBA30709D}" dt="2023-11-17T15:34:25.027" v="1774" actId="1076"/>
          <ac:grpSpMkLst>
            <pc:docMk/>
            <pc:sldMk cId="2863483390" sldId="297"/>
            <ac:grpSpMk id="27" creationId="{DE6D602D-604F-1468-9AEE-790F37BF3A24}"/>
          </ac:grpSpMkLst>
        </pc:grpChg>
      </pc:sldChg>
      <pc:sldChg chg="addSp delSp modSp new del mod setBg">
        <pc:chgData name="Sanduni Pieris" userId="4ef668d554d0808a" providerId="LiveId" clId="{4A84CDE8-DC43-4B67-8631-568CBA30709D}" dt="2023-11-18T05:23:42.432" v="4220" actId="47"/>
        <pc:sldMkLst>
          <pc:docMk/>
          <pc:sldMk cId="3155938102" sldId="298"/>
        </pc:sldMkLst>
        <pc:spChg chg="add del mod">
          <ac:chgData name="Sanduni Pieris" userId="4ef668d554d0808a" providerId="LiveId" clId="{4A84CDE8-DC43-4B67-8631-568CBA30709D}" dt="2023-11-17T15:45:46.189" v="1784" actId="478"/>
          <ac:spMkLst>
            <pc:docMk/>
            <pc:sldMk cId="3155938102" sldId="298"/>
            <ac:spMk id="2" creationId="{4960775A-5E4D-5E85-BB6E-1D26C3B56B82}"/>
          </ac:spMkLst>
        </pc:spChg>
        <pc:spChg chg="add del mod">
          <ac:chgData name="Sanduni Pieris" userId="4ef668d554d0808a" providerId="LiveId" clId="{4A84CDE8-DC43-4B67-8631-568CBA30709D}" dt="2023-11-17T15:47:57.104" v="1835"/>
          <ac:spMkLst>
            <pc:docMk/>
            <pc:sldMk cId="3155938102" sldId="298"/>
            <ac:spMk id="3" creationId="{1CF538F6-A435-CAD4-4392-340F04285848}"/>
          </ac:spMkLst>
        </pc:spChg>
        <pc:spChg chg="add del mod">
          <ac:chgData name="Sanduni Pieris" userId="4ef668d554d0808a" providerId="LiveId" clId="{4A84CDE8-DC43-4B67-8631-568CBA30709D}" dt="2023-11-17T15:47:57.104" v="1835"/>
          <ac:spMkLst>
            <pc:docMk/>
            <pc:sldMk cId="3155938102" sldId="298"/>
            <ac:spMk id="4" creationId="{E120DC60-2EA6-3BBE-FDE0-79C6135F9D67}"/>
          </ac:spMkLst>
        </pc:spChg>
        <pc:spChg chg="add del">
          <ac:chgData name="Sanduni Pieris" userId="4ef668d554d0808a" providerId="LiveId" clId="{4A84CDE8-DC43-4B67-8631-568CBA30709D}" dt="2023-11-17T15:47:57.104" v="1835"/>
          <ac:spMkLst>
            <pc:docMk/>
            <pc:sldMk cId="3155938102" sldId="298"/>
            <ac:spMk id="5" creationId="{1E19172A-08B1-9EC1-5A7D-331AFD532BC5}"/>
          </ac:spMkLst>
        </pc:spChg>
        <pc:spChg chg="mod">
          <ac:chgData name="Sanduni Pieris" userId="4ef668d554d0808a" providerId="LiveId" clId="{4A84CDE8-DC43-4B67-8631-568CBA30709D}" dt="2023-11-17T15:49:55.041" v="1855" actId="1076"/>
          <ac:spMkLst>
            <pc:docMk/>
            <pc:sldMk cId="3155938102" sldId="298"/>
            <ac:spMk id="6" creationId="{1481F942-7A05-9382-7F1A-00CD790D9244}"/>
          </ac:spMkLst>
        </pc:spChg>
        <pc:picChg chg="add mod">
          <ac:chgData name="Sanduni Pieris" userId="4ef668d554d0808a" providerId="LiveId" clId="{4A84CDE8-DC43-4B67-8631-568CBA30709D}" dt="2023-11-17T15:49:37.279" v="1854" actId="14100"/>
          <ac:picMkLst>
            <pc:docMk/>
            <pc:sldMk cId="3155938102" sldId="298"/>
            <ac:picMk id="2050" creationId="{C557DBCE-6DA5-37C9-E4E0-5A00CF2D2AB7}"/>
          </ac:picMkLst>
        </pc:picChg>
      </pc:sldChg>
      <pc:sldChg chg="addSp delSp modSp new del mod">
        <pc:chgData name="Sanduni Pieris" userId="4ef668d554d0808a" providerId="LiveId" clId="{4A84CDE8-DC43-4B67-8631-568CBA30709D}" dt="2023-11-18T05:23:43.280" v="4221" actId="47"/>
        <pc:sldMkLst>
          <pc:docMk/>
          <pc:sldMk cId="4021496260" sldId="299"/>
        </pc:sldMkLst>
        <pc:spChg chg="add del mod">
          <ac:chgData name="Sanduni Pieris" userId="4ef668d554d0808a" providerId="LiveId" clId="{4A84CDE8-DC43-4B67-8631-568CBA30709D}" dt="2023-11-17T15:54:46.053" v="1913"/>
          <ac:spMkLst>
            <pc:docMk/>
            <pc:sldMk cId="4021496260" sldId="299"/>
            <ac:spMk id="2" creationId="{FF5D8E14-5E25-904E-24BB-7DE774884EBA}"/>
          </ac:spMkLst>
        </pc:spChg>
        <pc:spChg chg="add del mod">
          <ac:chgData name="Sanduni Pieris" userId="4ef668d554d0808a" providerId="LiveId" clId="{4A84CDE8-DC43-4B67-8631-568CBA30709D}" dt="2023-11-17T15:54:46.053" v="1913"/>
          <ac:spMkLst>
            <pc:docMk/>
            <pc:sldMk cId="4021496260" sldId="299"/>
            <ac:spMk id="3" creationId="{3B17303D-4A39-C734-EDC8-D2D8FCB6C1C0}"/>
          </ac:spMkLst>
        </pc:spChg>
        <pc:spChg chg="add del">
          <ac:chgData name="Sanduni Pieris" userId="4ef668d554d0808a" providerId="LiveId" clId="{4A84CDE8-DC43-4B67-8631-568CBA30709D}" dt="2023-11-17T15:55:00.296" v="1914"/>
          <ac:spMkLst>
            <pc:docMk/>
            <pc:sldMk cId="4021496260" sldId="299"/>
            <ac:spMk id="4" creationId="{97505855-4CB8-0D9F-CB1B-A62B345CEE6E}"/>
          </ac:spMkLst>
        </pc:spChg>
        <pc:spChg chg="del mod">
          <ac:chgData name="Sanduni Pieris" userId="4ef668d554d0808a" providerId="LiveId" clId="{4A84CDE8-DC43-4B67-8631-568CBA30709D}" dt="2023-11-17T15:55:00.296" v="1914"/>
          <ac:spMkLst>
            <pc:docMk/>
            <pc:sldMk cId="4021496260" sldId="299"/>
            <ac:spMk id="5" creationId="{49479557-725E-7BD1-B3A0-E6300B8AB988}"/>
          </ac:spMkLst>
        </pc:spChg>
        <pc:spChg chg="mod">
          <ac:chgData name="Sanduni Pieris" userId="4ef668d554d0808a" providerId="LiveId" clId="{4A84CDE8-DC43-4B67-8631-568CBA30709D}" dt="2023-11-17T15:55:52.991" v="1920" actId="14100"/>
          <ac:spMkLst>
            <pc:docMk/>
            <pc:sldMk cId="4021496260" sldId="299"/>
            <ac:spMk id="6" creationId="{6148F984-0E10-D983-D95A-08629E2602D5}"/>
          </ac:spMkLst>
        </pc:spChg>
        <pc:picChg chg="add mod">
          <ac:chgData name="Sanduni Pieris" userId="4ef668d554d0808a" providerId="LiveId" clId="{4A84CDE8-DC43-4B67-8631-568CBA30709D}" dt="2023-11-17T16:00:37.326" v="1965" actId="688"/>
          <ac:picMkLst>
            <pc:docMk/>
            <pc:sldMk cId="4021496260" sldId="299"/>
            <ac:picMk id="3074" creationId="{D0229EE2-841F-8A34-DF54-F95A123CDB82}"/>
          </ac:picMkLst>
        </pc:picChg>
        <pc:picChg chg="add del mod">
          <ac:chgData name="Sanduni Pieris" userId="4ef668d554d0808a" providerId="LiveId" clId="{4A84CDE8-DC43-4B67-8631-568CBA30709D}" dt="2023-11-17T16:00:30.071" v="1963" actId="478"/>
          <ac:picMkLst>
            <pc:docMk/>
            <pc:sldMk cId="4021496260" sldId="299"/>
            <ac:picMk id="3076" creationId="{89FDF54F-A5F7-D749-2D21-6D12BEAD7D3D}"/>
          </ac:picMkLst>
        </pc:picChg>
      </pc:sldChg>
      <pc:sldChg chg="addSp delSp modSp new mod ord modTransition">
        <pc:chgData name="Sanduni Pieris" userId="4ef668d554d0808a" providerId="LiveId" clId="{4A84CDE8-DC43-4B67-8631-568CBA30709D}" dt="2023-11-18T05:55:53.680" v="4379" actId="1076"/>
        <pc:sldMkLst>
          <pc:docMk/>
          <pc:sldMk cId="1392795668" sldId="300"/>
        </pc:sldMkLst>
        <pc:spChg chg="add del mod">
          <ac:chgData name="Sanduni Pieris" userId="4ef668d554d0808a" providerId="LiveId" clId="{4A84CDE8-DC43-4B67-8631-568CBA30709D}" dt="2023-11-18T05:13:56.119" v="4101"/>
          <ac:spMkLst>
            <pc:docMk/>
            <pc:sldMk cId="1392795668" sldId="300"/>
            <ac:spMk id="2" creationId="{445FEED5-D1DF-E8CF-969D-24892B69A146}"/>
          </ac:spMkLst>
        </pc:spChg>
        <pc:spChg chg="add del">
          <ac:chgData name="Sanduni Pieris" userId="4ef668d554d0808a" providerId="LiveId" clId="{4A84CDE8-DC43-4B67-8631-568CBA30709D}" dt="2023-11-18T05:13:56.119" v="4101"/>
          <ac:spMkLst>
            <pc:docMk/>
            <pc:sldMk cId="1392795668" sldId="300"/>
            <ac:spMk id="3" creationId="{7C78ADA2-5574-5DCD-4475-288401FD4C8B}"/>
          </ac:spMkLst>
        </pc:spChg>
        <pc:spChg chg="mod">
          <ac:chgData name="Sanduni Pieris" userId="4ef668d554d0808a" providerId="LiveId" clId="{4A84CDE8-DC43-4B67-8631-568CBA30709D}" dt="2023-11-18T05:55:53.680" v="4379" actId="1076"/>
          <ac:spMkLst>
            <pc:docMk/>
            <pc:sldMk cId="1392795668" sldId="300"/>
            <ac:spMk id="4" creationId="{BE4971B7-AFF0-7F2C-D28A-91F21E5F8C8E}"/>
          </ac:spMkLst>
        </pc:spChg>
        <pc:picChg chg="add del">
          <ac:chgData name="Sanduni Pieris" userId="4ef668d554d0808a" providerId="LiveId" clId="{4A84CDE8-DC43-4B67-8631-568CBA30709D}" dt="2023-11-18T05:12:58.165" v="4057" actId="478"/>
          <ac:picMkLst>
            <pc:docMk/>
            <pc:sldMk cId="1392795668" sldId="300"/>
            <ac:picMk id="1026" creationId="{045B64D7-7DC7-A89D-5FA2-143B6A3CC80E}"/>
          </ac:picMkLst>
        </pc:picChg>
      </pc:sldChg>
      <pc:sldChg chg="modSp add del">
        <pc:chgData name="Sanduni Pieris" userId="4ef668d554d0808a" providerId="LiveId" clId="{4A84CDE8-DC43-4B67-8631-568CBA30709D}" dt="2023-11-17T22:37:24.803" v="3012" actId="47"/>
        <pc:sldMkLst>
          <pc:docMk/>
          <pc:sldMk cId="2497016888" sldId="301"/>
        </pc:sldMkLst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7T22:32:29.283" v="2909" actId="1076"/>
          <ac:spMkLst>
            <pc:docMk/>
            <pc:sldMk cId="2497016888" sldId="301"/>
            <ac:spMk id="25" creationId="{85676BB8-AFCD-E3E5-A417-AFD53DB9E50D}"/>
          </ac:spMkLst>
        </pc:spChg>
        <pc:grpChg chg="mod">
          <ac:chgData name="Sanduni Pieris" userId="4ef668d554d0808a" providerId="LiveId" clId="{4A84CDE8-DC43-4B67-8631-568CBA30709D}" dt="2023-11-17T22:32:29.283" v="2909" actId="1076"/>
          <ac:grpSpMkLst>
            <pc:docMk/>
            <pc:sldMk cId="2497016888" sldId="301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2:29.283" v="2909" actId="1076"/>
          <ac:grpSpMkLst>
            <pc:docMk/>
            <pc:sldMk cId="2497016888" sldId="301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2:29.283" v="2909" actId="1076"/>
          <ac:grpSpMkLst>
            <pc:docMk/>
            <pc:sldMk cId="2497016888" sldId="301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2:29.283" v="2909" actId="1076"/>
          <ac:grpSpMkLst>
            <pc:docMk/>
            <pc:sldMk cId="2497016888" sldId="301"/>
            <ac:grpSpMk id="33" creationId="{26E86ADC-E786-F8CF-782A-73DE5D398CE3}"/>
          </ac:grpSpMkLst>
        </pc:grpChg>
        <pc:picChg chg="mod">
          <ac:chgData name="Sanduni Pieris" userId="4ef668d554d0808a" providerId="LiveId" clId="{4A84CDE8-DC43-4B67-8631-568CBA30709D}" dt="2023-11-17T22:32:29.283" v="2909" actId="1076"/>
          <ac:picMkLst>
            <pc:docMk/>
            <pc:sldMk cId="2497016888" sldId="301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2:29.283" v="2909" actId="1076"/>
          <ac:picMkLst>
            <pc:docMk/>
            <pc:sldMk cId="2497016888" sldId="301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2:29.283" v="2909" actId="1076"/>
          <ac:picMkLst>
            <pc:docMk/>
            <pc:sldMk cId="2497016888" sldId="301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2:29.283" v="2909" actId="1076"/>
          <ac:picMkLst>
            <pc:docMk/>
            <pc:sldMk cId="2497016888" sldId="301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2:29.283" v="2909" actId="1076"/>
          <ac:picMkLst>
            <pc:docMk/>
            <pc:sldMk cId="2497016888" sldId="301"/>
            <ac:picMk id="4100" creationId="{ED52233D-78D1-15E3-CC68-67B764D4ADDF}"/>
          </ac:picMkLst>
        </pc:picChg>
      </pc:sldChg>
      <pc:sldChg chg="addSp delSp modSp add mod">
        <pc:chgData name="Sanduni Pieris" userId="4ef668d554d0808a" providerId="LiveId" clId="{4A84CDE8-DC43-4B67-8631-568CBA30709D}" dt="2023-11-18T05:38:43.545" v="4333" actId="14861"/>
        <pc:sldMkLst>
          <pc:docMk/>
          <pc:sldMk cId="3096095409" sldId="301"/>
        </pc:sldMkLst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8T05:37:47.870" v="4327" actId="207"/>
          <ac:spMkLst>
            <pc:docMk/>
            <pc:sldMk cId="3096095409" sldId="301"/>
            <ac:spMk id="7" creationId="{5EC36ACE-36BD-ED86-C3DF-BACB14C45DE0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8T05:34:55.720" v="4300" actId="255"/>
          <ac:spMkLst>
            <pc:docMk/>
            <pc:sldMk cId="3096095409" sldId="301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8T05:34:50.434" v="4299" actId="255"/>
          <ac:spMkLst>
            <pc:docMk/>
            <pc:sldMk cId="3096095409" sldId="301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8T05:35:18.521" v="4305" actId="255"/>
          <ac:spMkLst>
            <pc:docMk/>
            <pc:sldMk cId="3096095409" sldId="301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8T05:35:44.655" v="4313" actId="14100"/>
          <ac:spMkLst>
            <pc:docMk/>
            <pc:sldMk cId="3096095409" sldId="301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8T05:35:58.492" v="4321" actId="20577"/>
          <ac:spMkLst>
            <pc:docMk/>
            <pc:sldMk cId="3096095409" sldId="301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21" creationId="{753725A0-E904-E375-27BF-FA283CBE267E}"/>
          </ac:spMkLst>
        </pc:spChg>
        <pc:spChg chg="add del mod">
          <ac:chgData name="Sanduni Pieris" userId="4ef668d554d0808a" providerId="LiveId" clId="{4A84CDE8-DC43-4B67-8631-568CBA30709D}" dt="2023-11-18T05:38:43.545" v="4333" actId="14861"/>
          <ac:spMkLst>
            <pc:docMk/>
            <pc:sldMk cId="3096095409" sldId="301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7T23:41:33.921" v="3057" actId="1076"/>
          <ac:spMkLst>
            <pc:docMk/>
            <pc:sldMk cId="3096095409" sldId="301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7T23:41:33.921" v="3057" actId="1076"/>
          <ac:grpSpMkLst>
            <pc:docMk/>
            <pc:sldMk cId="3096095409" sldId="301"/>
            <ac:grpSpMk id="24" creationId="{76389BF6-380F-BB77-AA14-1C6F97DEA1F7}"/>
          </ac:grpSpMkLst>
        </pc:grpChg>
        <pc:grpChg chg="add del mod">
          <ac:chgData name="Sanduni Pieris" userId="4ef668d554d0808a" providerId="LiveId" clId="{4A84CDE8-DC43-4B67-8631-568CBA30709D}" dt="2023-11-18T05:37:04.302" v="4323" actId="478"/>
          <ac:grpSpMkLst>
            <pc:docMk/>
            <pc:sldMk cId="3096095409" sldId="301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3:41:33.921" v="3057" actId="1076"/>
          <ac:grpSpMkLst>
            <pc:docMk/>
            <pc:sldMk cId="3096095409" sldId="301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3:41:33.921" v="3057" actId="1076"/>
          <ac:grpSpMkLst>
            <pc:docMk/>
            <pc:sldMk cId="3096095409" sldId="301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7T23:41:33.921" v="3057" actId="1076"/>
          <ac:grpSpMkLst>
            <pc:docMk/>
            <pc:sldMk cId="3096095409" sldId="301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7T23:41:33.921" v="3057" actId="1076"/>
          <ac:grpSpMkLst>
            <pc:docMk/>
            <pc:sldMk cId="3096095409" sldId="301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7T23:41:40.488" v="3058" actId="1076"/>
          <ac:picMkLst>
            <pc:docMk/>
            <pc:sldMk cId="3096095409" sldId="301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3:41:33.921" v="3057" actId="1076"/>
          <ac:picMkLst>
            <pc:docMk/>
            <pc:sldMk cId="3096095409" sldId="301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3:41:33.921" v="3057" actId="1076"/>
          <ac:picMkLst>
            <pc:docMk/>
            <pc:sldMk cId="3096095409" sldId="301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3:41:33.921" v="3057" actId="1076"/>
          <ac:picMkLst>
            <pc:docMk/>
            <pc:sldMk cId="3096095409" sldId="301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3:41:33.921" v="3057" actId="1076"/>
          <ac:picMkLst>
            <pc:docMk/>
            <pc:sldMk cId="3096095409" sldId="301"/>
            <ac:picMk id="4100" creationId="{ED52233D-78D1-15E3-CC68-67B764D4ADDF}"/>
          </ac:picMkLst>
        </pc:picChg>
      </pc:sldChg>
      <pc:sldChg chg="modSp add del">
        <pc:chgData name="Sanduni Pieris" userId="4ef668d554d0808a" providerId="LiveId" clId="{4A84CDE8-DC43-4B67-8631-568CBA30709D}" dt="2023-11-17T22:37:38.880" v="3017" actId="47"/>
        <pc:sldMkLst>
          <pc:docMk/>
          <pc:sldMk cId="4233804351" sldId="301"/>
        </pc:sldMkLst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7T22:37:35.645" v="3016" actId="1076"/>
          <ac:spMkLst>
            <pc:docMk/>
            <pc:sldMk cId="4233804351" sldId="301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7T22:37:35.645" v="3016" actId="1076"/>
          <ac:grpSpMkLst>
            <pc:docMk/>
            <pc:sldMk cId="4233804351" sldId="301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7:35.645" v="3016" actId="1076"/>
          <ac:grpSpMkLst>
            <pc:docMk/>
            <pc:sldMk cId="4233804351" sldId="301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7:35.645" v="3016" actId="1076"/>
          <ac:grpSpMkLst>
            <pc:docMk/>
            <pc:sldMk cId="4233804351" sldId="301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7:35.645" v="3016" actId="1076"/>
          <ac:grpSpMkLst>
            <pc:docMk/>
            <pc:sldMk cId="4233804351" sldId="301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7T22:37:35.645" v="3016" actId="1076"/>
          <ac:grpSpMkLst>
            <pc:docMk/>
            <pc:sldMk cId="4233804351" sldId="301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7T22:37:35.645" v="3016" actId="1076"/>
          <ac:grpSpMkLst>
            <pc:docMk/>
            <pc:sldMk cId="4233804351" sldId="301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7T22:37:35.645" v="3016" actId="1076"/>
          <ac:picMkLst>
            <pc:docMk/>
            <pc:sldMk cId="4233804351" sldId="301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7:35.645" v="3016" actId="1076"/>
          <ac:picMkLst>
            <pc:docMk/>
            <pc:sldMk cId="4233804351" sldId="301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7:35.645" v="3016" actId="1076"/>
          <ac:picMkLst>
            <pc:docMk/>
            <pc:sldMk cId="4233804351" sldId="301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7:35.645" v="3016" actId="1076"/>
          <ac:picMkLst>
            <pc:docMk/>
            <pc:sldMk cId="4233804351" sldId="301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7:35.645" v="3016" actId="1076"/>
          <ac:picMkLst>
            <pc:docMk/>
            <pc:sldMk cId="4233804351" sldId="301"/>
            <ac:picMk id="4100" creationId="{ED52233D-78D1-15E3-CC68-67B764D4ADDF}"/>
          </ac:picMkLst>
        </pc:picChg>
      </pc:sldChg>
      <pc:sldChg chg="modSp add del">
        <pc:chgData name="Sanduni Pieris" userId="4ef668d554d0808a" providerId="LiveId" clId="{4A84CDE8-DC43-4B67-8631-568CBA30709D}" dt="2023-11-17T22:37:25.416" v="3013" actId="47"/>
        <pc:sldMkLst>
          <pc:docMk/>
          <pc:sldMk cId="1253210267" sldId="302"/>
        </pc:sldMkLst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7T22:32:45.142" v="2911" actId="1076"/>
          <ac:spMkLst>
            <pc:docMk/>
            <pc:sldMk cId="1253210267" sldId="302"/>
            <ac:spMk id="25" creationId="{85676BB8-AFCD-E3E5-A417-AFD53DB9E50D}"/>
          </ac:spMkLst>
        </pc:spChg>
        <pc:grpChg chg="mod">
          <ac:chgData name="Sanduni Pieris" userId="4ef668d554d0808a" providerId="LiveId" clId="{4A84CDE8-DC43-4B67-8631-568CBA30709D}" dt="2023-11-17T22:32:45.142" v="2911" actId="1076"/>
          <ac:grpSpMkLst>
            <pc:docMk/>
            <pc:sldMk cId="1253210267" sldId="302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2:45.142" v="2911" actId="1076"/>
          <ac:grpSpMkLst>
            <pc:docMk/>
            <pc:sldMk cId="1253210267" sldId="302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2:45.142" v="2911" actId="1076"/>
          <ac:grpSpMkLst>
            <pc:docMk/>
            <pc:sldMk cId="1253210267" sldId="302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2:45.142" v="2911" actId="1076"/>
          <ac:grpSpMkLst>
            <pc:docMk/>
            <pc:sldMk cId="1253210267" sldId="302"/>
            <ac:grpSpMk id="33" creationId="{26E86ADC-E786-F8CF-782A-73DE5D398CE3}"/>
          </ac:grpSpMkLst>
        </pc:grpChg>
        <pc:picChg chg="mod">
          <ac:chgData name="Sanduni Pieris" userId="4ef668d554d0808a" providerId="LiveId" clId="{4A84CDE8-DC43-4B67-8631-568CBA30709D}" dt="2023-11-17T22:32:45.142" v="2911" actId="1076"/>
          <ac:picMkLst>
            <pc:docMk/>
            <pc:sldMk cId="1253210267" sldId="302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2:45.142" v="2911" actId="1076"/>
          <ac:picMkLst>
            <pc:docMk/>
            <pc:sldMk cId="1253210267" sldId="302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2:45.142" v="2911" actId="1076"/>
          <ac:picMkLst>
            <pc:docMk/>
            <pc:sldMk cId="1253210267" sldId="302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2:45.142" v="2911" actId="1076"/>
          <ac:picMkLst>
            <pc:docMk/>
            <pc:sldMk cId="1253210267" sldId="302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2:45.142" v="2911" actId="1076"/>
          <ac:picMkLst>
            <pc:docMk/>
            <pc:sldMk cId="1253210267" sldId="302"/>
            <ac:picMk id="4100" creationId="{ED52233D-78D1-15E3-CC68-67B764D4ADDF}"/>
          </ac:picMkLst>
        </pc:picChg>
      </pc:sldChg>
      <pc:sldChg chg="modSp add del">
        <pc:chgData name="Sanduni Pieris" userId="4ef668d554d0808a" providerId="LiveId" clId="{4A84CDE8-DC43-4B67-8631-568CBA30709D}" dt="2023-11-18T05:39:46.609" v="4341" actId="47"/>
        <pc:sldMkLst>
          <pc:docMk/>
          <pc:sldMk cId="3809596478" sldId="302"/>
        </pc:sldMkLst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7T22:38:11.048" v="3022" actId="1076"/>
          <ac:spMkLst>
            <pc:docMk/>
            <pc:sldMk cId="3809596478" sldId="302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7T22:38:11.048" v="3022" actId="1076"/>
          <ac:grpSpMkLst>
            <pc:docMk/>
            <pc:sldMk cId="3809596478" sldId="302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8:11.048" v="3022" actId="1076"/>
          <ac:grpSpMkLst>
            <pc:docMk/>
            <pc:sldMk cId="3809596478" sldId="302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8:11.048" v="3022" actId="1076"/>
          <ac:grpSpMkLst>
            <pc:docMk/>
            <pc:sldMk cId="3809596478" sldId="302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8:11.048" v="3022" actId="1076"/>
          <ac:grpSpMkLst>
            <pc:docMk/>
            <pc:sldMk cId="3809596478" sldId="302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7T22:38:11.048" v="3022" actId="1076"/>
          <ac:grpSpMkLst>
            <pc:docMk/>
            <pc:sldMk cId="3809596478" sldId="302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7T22:38:11.048" v="3022" actId="1076"/>
          <ac:grpSpMkLst>
            <pc:docMk/>
            <pc:sldMk cId="3809596478" sldId="302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7T22:38:11.048" v="3022" actId="1076"/>
          <ac:picMkLst>
            <pc:docMk/>
            <pc:sldMk cId="3809596478" sldId="302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8:11.048" v="3022" actId="1076"/>
          <ac:picMkLst>
            <pc:docMk/>
            <pc:sldMk cId="3809596478" sldId="302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8:11.048" v="3022" actId="1076"/>
          <ac:picMkLst>
            <pc:docMk/>
            <pc:sldMk cId="3809596478" sldId="302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8:11.048" v="3022" actId="1076"/>
          <ac:picMkLst>
            <pc:docMk/>
            <pc:sldMk cId="3809596478" sldId="302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8:11.048" v="3022" actId="1076"/>
          <ac:picMkLst>
            <pc:docMk/>
            <pc:sldMk cId="3809596478" sldId="302"/>
            <ac:picMk id="4100" creationId="{ED52233D-78D1-15E3-CC68-67B764D4ADDF}"/>
          </ac:picMkLst>
        </pc:picChg>
      </pc:sldChg>
      <pc:sldChg chg="addSp modSp add del mod">
        <pc:chgData name="Sanduni Pieris" userId="4ef668d554d0808a" providerId="LiveId" clId="{4A84CDE8-DC43-4B67-8631-568CBA30709D}" dt="2023-11-17T22:37:26.139" v="3014" actId="47"/>
        <pc:sldMkLst>
          <pc:docMk/>
          <pc:sldMk cId="3216147519" sldId="303"/>
        </pc:sldMkLst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3" creationId="{6CF43B45-BE5F-A733-17F9-4F9A2E4FC308}"/>
          </ac:spMkLst>
        </pc:spChg>
        <pc:spChg chg="add mod">
          <ac:chgData name="Sanduni Pieris" userId="4ef668d554d0808a" providerId="LiveId" clId="{4A84CDE8-DC43-4B67-8631-568CBA30709D}" dt="2023-11-17T22:36:53.705" v="3008" actId="164"/>
          <ac:spMkLst>
            <pc:docMk/>
            <pc:sldMk cId="3216147519" sldId="303"/>
            <ac:spMk id="14" creationId="{8ABD3F70-3266-EBAF-87BB-D4F2BBDC9431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21" creationId="{753725A0-E904-E375-27BF-FA283CBE267E}"/>
          </ac:spMkLst>
        </pc:spChg>
        <pc:spChg chg="add mod">
          <ac:chgData name="Sanduni Pieris" userId="4ef668d554d0808a" providerId="LiveId" clId="{4A84CDE8-DC43-4B67-8631-568CBA30709D}" dt="2023-11-17T22:36:53.705" v="3008" actId="164"/>
          <ac:spMkLst>
            <pc:docMk/>
            <pc:sldMk cId="3216147519" sldId="303"/>
            <ac:spMk id="22" creationId="{36A92A79-95A4-AF3F-AF86-15F6B2E05C6C}"/>
          </ac:spMkLst>
        </pc:spChg>
        <pc:spChg chg="mod">
          <ac:chgData name="Sanduni Pieris" userId="4ef668d554d0808a" providerId="LiveId" clId="{4A84CDE8-DC43-4B67-8631-568CBA30709D}" dt="2023-11-17T22:33:01.034" v="2913" actId="1076"/>
          <ac:spMkLst>
            <pc:docMk/>
            <pc:sldMk cId="3216147519" sldId="303"/>
            <ac:spMk id="25" creationId="{85676BB8-AFCD-E3E5-A417-AFD53DB9E50D}"/>
          </ac:spMkLst>
        </pc:spChg>
        <pc:grpChg chg="add mod">
          <ac:chgData name="Sanduni Pieris" userId="4ef668d554d0808a" providerId="LiveId" clId="{4A84CDE8-DC43-4B67-8631-568CBA30709D}" dt="2023-11-17T22:36:53.705" v="3008" actId="164"/>
          <ac:grpSpMkLst>
            <pc:docMk/>
            <pc:sldMk cId="3216147519" sldId="303"/>
            <ac:grpSpMk id="23" creationId="{FF3F2E9A-CE08-0640-3BE1-6ED485CAD469}"/>
          </ac:grpSpMkLst>
        </pc:grpChg>
        <pc:grpChg chg="mod">
          <ac:chgData name="Sanduni Pieris" userId="4ef668d554d0808a" providerId="LiveId" clId="{4A84CDE8-DC43-4B67-8631-568CBA30709D}" dt="2023-11-17T22:33:01.034" v="2913" actId="1076"/>
          <ac:grpSpMkLst>
            <pc:docMk/>
            <pc:sldMk cId="3216147519" sldId="303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3:01.034" v="2913" actId="1076"/>
          <ac:grpSpMkLst>
            <pc:docMk/>
            <pc:sldMk cId="3216147519" sldId="303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3:01.034" v="2913" actId="1076"/>
          <ac:grpSpMkLst>
            <pc:docMk/>
            <pc:sldMk cId="3216147519" sldId="303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3:01.034" v="2913" actId="1076"/>
          <ac:grpSpMkLst>
            <pc:docMk/>
            <pc:sldMk cId="3216147519" sldId="303"/>
            <ac:grpSpMk id="33" creationId="{26E86ADC-E786-F8CF-782A-73DE5D398CE3}"/>
          </ac:grpSpMkLst>
        </pc:grpChg>
        <pc:picChg chg="mod">
          <ac:chgData name="Sanduni Pieris" userId="4ef668d554d0808a" providerId="LiveId" clId="{4A84CDE8-DC43-4B67-8631-568CBA30709D}" dt="2023-11-17T22:33:01.034" v="2913" actId="1076"/>
          <ac:picMkLst>
            <pc:docMk/>
            <pc:sldMk cId="3216147519" sldId="303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3:01.034" v="2913" actId="1076"/>
          <ac:picMkLst>
            <pc:docMk/>
            <pc:sldMk cId="3216147519" sldId="303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3:01.034" v="2913" actId="1076"/>
          <ac:picMkLst>
            <pc:docMk/>
            <pc:sldMk cId="3216147519" sldId="303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3:01.034" v="2913" actId="1076"/>
          <ac:picMkLst>
            <pc:docMk/>
            <pc:sldMk cId="3216147519" sldId="303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3:01.034" v="2913" actId="1076"/>
          <ac:picMkLst>
            <pc:docMk/>
            <pc:sldMk cId="3216147519" sldId="303"/>
            <ac:picMk id="4100" creationId="{ED52233D-78D1-15E3-CC68-67B764D4ADDF}"/>
          </ac:picMkLst>
        </pc:picChg>
      </pc:sldChg>
      <pc:sldChg chg="modSp add del">
        <pc:chgData name="Sanduni Pieris" userId="4ef668d554d0808a" providerId="LiveId" clId="{4A84CDE8-DC43-4B67-8631-568CBA30709D}" dt="2023-11-18T05:39:47.301" v="4342" actId="47"/>
        <pc:sldMkLst>
          <pc:docMk/>
          <pc:sldMk cId="3513964592" sldId="303"/>
        </pc:sldMkLst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7T22:38:21.075" v="3024" actId="1076"/>
          <ac:spMkLst>
            <pc:docMk/>
            <pc:sldMk cId="3513964592" sldId="303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7T22:38:21.075" v="3024" actId="1076"/>
          <ac:grpSpMkLst>
            <pc:docMk/>
            <pc:sldMk cId="3513964592" sldId="303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8:21.075" v="3024" actId="1076"/>
          <ac:grpSpMkLst>
            <pc:docMk/>
            <pc:sldMk cId="3513964592" sldId="303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8:21.075" v="3024" actId="1076"/>
          <ac:grpSpMkLst>
            <pc:docMk/>
            <pc:sldMk cId="3513964592" sldId="303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8:21.075" v="3024" actId="1076"/>
          <ac:grpSpMkLst>
            <pc:docMk/>
            <pc:sldMk cId="3513964592" sldId="303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7T22:38:21.075" v="3024" actId="1076"/>
          <ac:grpSpMkLst>
            <pc:docMk/>
            <pc:sldMk cId="3513964592" sldId="303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7T22:38:21.075" v="3024" actId="1076"/>
          <ac:grpSpMkLst>
            <pc:docMk/>
            <pc:sldMk cId="3513964592" sldId="303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7T22:38:21.075" v="3024" actId="1076"/>
          <ac:picMkLst>
            <pc:docMk/>
            <pc:sldMk cId="3513964592" sldId="303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8:21.075" v="3024" actId="1076"/>
          <ac:picMkLst>
            <pc:docMk/>
            <pc:sldMk cId="3513964592" sldId="303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8:21.075" v="3024" actId="1076"/>
          <ac:picMkLst>
            <pc:docMk/>
            <pc:sldMk cId="3513964592" sldId="303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8:21.075" v="3024" actId="1076"/>
          <ac:picMkLst>
            <pc:docMk/>
            <pc:sldMk cId="3513964592" sldId="303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8:21.075" v="3024" actId="1076"/>
          <ac:picMkLst>
            <pc:docMk/>
            <pc:sldMk cId="3513964592" sldId="303"/>
            <ac:picMk id="4100" creationId="{ED52233D-78D1-15E3-CC68-67B764D4ADDF}"/>
          </ac:picMkLst>
        </pc:picChg>
      </pc:sldChg>
      <pc:sldChg chg="modSp add del">
        <pc:chgData name="Sanduni Pieris" userId="4ef668d554d0808a" providerId="LiveId" clId="{4A84CDE8-DC43-4B67-8631-568CBA30709D}" dt="2023-11-18T05:39:48.040" v="4343" actId="47"/>
        <pc:sldMkLst>
          <pc:docMk/>
          <pc:sldMk cId="310562191" sldId="304"/>
        </pc:sldMkLst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7T22:38:31.182" v="3026" actId="1076"/>
          <ac:spMkLst>
            <pc:docMk/>
            <pc:sldMk cId="310562191" sldId="304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7T22:38:31.182" v="3026" actId="1076"/>
          <ac:grpSpMkLst>
            <pc:docMk/>
            <pc:sldMk cId="310562191" sldId="304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7T22:38:31.182" v="3026" actId="1076"/>
          <ac:grpSpMkLst>
            <pc:docMk/>
            <pc:sldMk cId="310562191" sldId="304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7T22:38:31.182" v="3026" actId="1076"/>
          <ac:grpSpMkLst>
            <pc:docMk/>
            <pc:sldMk cId="310562191" sldId="304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7T22:38:31.182" v="3026" actId="1076"/>
          <ac:grpSpMkLst>
            <pc:docMk/>
            <pc:sldMk cId="310562191" sldId="304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7T22:38:31.182" v="3026" actId="1076"/>
          <ac:grpSpMkLst>
            <pc:docMk/>
            <pc:sldMk cId="310562191" sldId="304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7T22:38:31.182" v="3026" actId="1076"/>
          <ac:grpSpMkLst>
            <pc:docMk/>
            <pc:sldMk cId="310562191" sldId="304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7T22:38:31.182" v="3026" actId="1076"/>
          <ac:picMkLst>
            <pc:docMk/>
            <pc:sldMk cId="310562191" sldId="304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7T22:38:31.182" v="3026" actId="1076"/>
          <ac:picMkLst>
            <pc:docMk/>
            <pc:sldMk cId="310562191" sldId="304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7T22:38:31.182" v="3026" actId="1076"/>
          <ac:picMkLst>
            <pc:docMk/>
            <pc:sldMk cId="310562191" sldId="304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7T22:38:31.182" v="3026" actId="1076"/>
          <ac:picMkLst>
            <pc:docMk/>
            <pc:sldMk cId="310562191" sldId="304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7T22:38:31.182" v="3026" actId="1076"/>
          <ac:picMkLst>
            <pc:docMk/>
            <pc:sldMk cId="310562191" sldId="304"/>
            <ac:picMk id="4100" creationId="{ED52233D-78D1-15E3-CC68-67B764D4ADDF}"/>
          </ac:picMkLst>
        </pc:picChg>
      </pc:sldChg>
      <pc:sldChg chg="new del">
        <pc:chgData name="Sanduni Pieris" userId="4ef668d554d0808a" providerId="LiveId" clId="{4A84CDE8-DC43-4B67-8631-568CBA30709D}" dt="2023-11-17T23:46:10.492" v="3071" actId="47"/>
        <pc:sldMkLst>
          <pc:docMk/>
          <pc:sldMk cId="2276225181" sldId="305"/>
        </pc:sldMkLst>
      </pc:sldChg>
      <pc:sldChg chg="addSp delSp modSp add mod modTransition">
        <pc:chgData name="Sanduni Pieris" userId="4ef668d554d0808a" providerId="LiveId" clId="{4A84CDE8-DC43-4B67-8631-568CBA30709D}" dt="2023-11-18T05:33:33.655" v="4297" actId="34135"/>
        <pc:sldMkLst>
          <pc:docMk/>
          <pc:sldMk cId="1372398728" sldId="306"/>
        </pc:sldMkLst>
        <pc:spChg chg="add del mod modCrop">
          <ac:chgData name="Sanduni Pieris" userId="4ef668d554d0808a" providerId="LiveId" clId="{4A84CDE8-DC43-4B67-8631-568CBA30709D}" dt="2023-11-18T03:56:42.079" v="3200" actId="478"/>
          <ac:spMkLst>
            <pc:docMk/>
            <pc:sldMk cId="1372398728" sldId="306"/>
            <ac:spMk id="3" creationId="{404DCA94-D92E-D588-4DD2-A1C92E49B5A1}"/>
          </ac:spMkLst>
        </pc:spChg>
        <pc:spChg chg="mod">
          <ac:chgData name="Sanduni Pieris" userId="4ef668d554d0808a" providerId="LiveId" clId="{4A84CDE8-DC43-4B67-8631-568CBA30709D}" dt="2023-11-17T23:49:31.044" v="3089" actId="1076"/>
          <ac:spMkLst>
            <pc:docMk/>
            <pc:sldMk cId="1372398728" sldId="306"/>
            <ac:spMk id="4" creationId="{D57C5F47-CEEB-86DC-4FF6-5057323AE99B}"/>
          </ac:spMkLst>
        </pc:spChg>
        <pc:spChg chg="mod">
          <ac:chgData name="Sanduni Pieris" userId="4ef668d554d0808a" providerId="LiveId" clId="{4A84CDE8-DC43-4B67-8631-568CBA30709D}" dt="2023-11-18T05:33:33.655" v="4297" actId="34135"/>
          <ac:spMkLst>
            <pc:docMk/>
            <pc:sldMk cId="1372398728" sldId="306"/>
            <ac:spMk id="5" creationId="{9EC91CEF-8F18-E4E4-F849-1009EAC921C7}"/>
          </ac:spMkLst>
        </pc:spChg>
        <pc:spChg chg="mod">
          <ac:chgData name="Sanduni Pieris" userId="4ef668d554d0808a" providerId="LiveId" clId="{4A84CDE8-DC43-4B67-8631-568CBA30709D}" dt="2023-11-18T05:33:30.812" v="4296" actId="34135"/>
          <ac:spMkLst>
            <pc:docMk/>
            <pc:sldMk cId="1372398728" sldId="306"/>
            <ac:spMk id="6" creationId="{37ED0217-5532-B4BE-031F-2BBB18B61E50}"/>
          </ac:spMkLst>
        </pc:spChg>
        <pc:picChg chg="add mod">
          <ac:chgData name="Sanduni Pieris" userId="4ef668d554d0808a" providerId="LiveId" clId="{4A84CDE8-DC43-4B67-8631-568CBA30709D}" dt="2023-11-18T05:33:14.109" v="4290" actId="34135"/>
          <ac:picMkLst>
            <pc:docMk/>
            <pc:sldMk cId="1372398728" sldId="306"/>
            <ac:picMk id="5122" creationId="{148B798E-7923-72E8-C00A-784295D2CF20}"/>
          </ac:picMkLst>
        </pc:picChg>
        <pc:picChg chg="add mod">
          <ac:chgData name="Sanduni Pieris" userId="4ef668d554d0808a" providerId="LiveId" clId="{4A84CDE8-DC43-4B67-8631-568CBA30709D}" dt="2023-11-18T05:33:12.176" v="4289" actId="34135"/>
          <ac:picMkLst>
            <pc:docMk/>
            <pc:sldMk cId="1372398728" sldId="306"/>
            <ac:picMk id="5124" creationId="{638BACEB-3841-BAAB-4197-D34ED59E81C4}"/>
          </ac:picMkLst>
        </pc:picChg>
        <pc:picChg chg="add mod">
          <ac:chgData name="Sanduni Pieris" userId="4ef668d554d0808a" providerId="LiveId" clId="{4A84CDE8-DC43-4B67-8631-568CBA30709D}" dt="2023-11-18T05:33:21.767" v="4294" actId="34135"/>
          <ac:picMkLst>
            <pc:docMk/>
            <pc:sldMk cId="1372398728" sldId="306"/>
            <ac:picMk id="5126" creationId="{55EE3DFE-ECEF-F22A-7198-7D27CB11A936}"/>
          </ac:picMkLst>
        </pc:picChg>
        <pc:picChg chg="add mod">
          <ac:chgData name="Sanduni Pieris" userId="4ef668d554d0808a" providerId="LiveId" clId="{4A84CDE8-DC43-4B67-8631-568CBA30709D}" dt="2023-11-18T05:33:28.299" v="4295" actId="34135"/>
          <ac:picMkLst>
            <pc:docMk/>
            <pc:sldMk cId="1372398728" sldId="306"/>
            <ac:picMk id="5128" creationId="{35E55E0B-AD5B-37DF-1C1C-EDC8A765FD16}"/>
          </ac:picMkLst>
        </pc:picChg>
        <pc:picChg chg="add mod">
          <ac:chgData name="Sanduni Pieris" userId="4ef668d554d0808a" providerId="LiveId" clId="{4A84CDE8-DC43-4B67-8631-568CBA30709D}" dt="2023-11-18T05:33:16.264" v="4291" actId="34135"/>
          <ac:picMkLst>
            <pc:docMk/>
            <pc:sldMk cId="1372398728" sldId="306"/>
            <ac:picMk id="5130" creationId="{7721BBC7-87ED-9C9A-0A13-B500BB86D0FE}"/>
          </ac:picMkLst>
        </pc:picChg>
      </pc:sldChg>
      <pc:sldChg chg="addSp modSp new mod modTransition">
        <pc:chgData name="Sanduni Pieris" userId="4ef668d554d0808a" providerId="LiveId" clId="{4A84CDE8-DC43-4B67-8631-568CBA30709D}" dt="2023-11-18T05:54:45.766" v="4373" actId="1076"/>
        <pc:sldMkLst>
          <pc:docMk/>
          <pc:sldMk cId="3121225475" sldId="307"/>
        </pc:sldMkLst>
        <pc:spChg chg="add mod">
          <ac:chgData name="Sanduni Pieris" userId="4ef668d554d0808a" providerId="LiveId" clId="{4A84CDE8-DC43-4B67-8631-568CBA30709D}" dt="2023-11-18T05:54:45.766" v="4373" actId="1076"/>
          <ac:spMkLst>
            <pc:docMk/>
            <pc:sldMk cId="3121225475" sldId="307"/>
            <ac:spMk id="2" creationId="{C1FC7F55-8000-9495-C10C-60A22A1E3E6E}"/>
          </ac:spMkLst>
        </pc:spChg>
        <pc:spChg chg="add mod">
          <ac:chgData name="Sanduni Pieris" userId="4ef668d554d0808a" providerId="LiveId" clId="{4A84CDE8-DC43-4B67-8631-568CBA30709D}" dt="2023-11-18T05:54:38.383" v="4372" actId="1076"/>
          <ac:spMkLst>
            <pc:docMk/>
            <pc:sldMk cId="3121225475" sldId="307"/>
            <ac:spMk id="3" creationId="{2725FCB3-47CE-25C0-0061-586AB35CBB08}"/>
          </ac:spMkLst>
        </pc:spChg>
        <pc:spChg chg="add mod modCrop">
          <ac:chgData name="Sanduni Pieris" userId="4ef668d554d0808a" providerId="LiveId" clId="{4A84CDE8-DC43-4B67-8631-568CBA30709D}" dt="2023-11-18T04:22:51.255" v="3466" actId="18131"/>
          <ac:spMkLst>
            <pc:docMk/>
            <pc:sldMk cId="3121225475" sldId="307"/>
            <ac:spMk id="4" creationId="{62F1A60D-AFAC-C737-0F61-20985521A861}"/>
          </ac:spMkLst>
        </pc:spChg>
        <pc:spChg chg="add mod modCrop">
          <ac:chgData name="Sanduni Pieris" userId="4ef668d554d0808a" providerId="LiveId" clId="{4A84CDE8-DC43-4B67-8631-568CBA30709D}" dt="2023-11-18T04:24:42.495" v="3475" actId="18131"/>
          <ac:spMkLst>
            <pc:docMk/>
            <pc:sldMk cId="3121225475" sldId="307"/>
            <ac:spMk id="5" creationId="{D3E29625-4EF0-7D28-6F49-08B7A1C915E2}"/>
          </ac:spMkLst>
        </pc:spChg>
        <pc:spChg chg="add mod modCrop">
          <ac:chgData name="Sanduni Pieris" userId="4ef668d554d0808a" providerId="LiveId" clId="{4A84CDE8-DC43-4B67-8631-568CBA30709D}" dt="2023-11-18T04:28:21.339" v="3496" actId="18131"/>
          <ac:spMkLst>
            <pc:docMk/>
            <pc:sldMk cId="3121225475" sldId="307"/>
            <ac:spMk id="6" creationId="{E3FB5FA7-12A1-0D37-F944-B77A1CCB1A48}"/>
          </ac:spMkLst>
        </pc:spChg>
        <pc:spChg chg="add mod modCrop">
          <ac:chgData name="Sanduni Pieris" userId="4ef668d554d0808a" providerId="LiveId" clId="{4A84CDE8-DC43-4B67-8631-568CBA30709D}" dt="2023-11-18T04:33:12.196" v="3520" actId="18654"/>
          <ac:spMkLst>
            <pc:docMk/>
            <pc:sldMk cId="3121225475" sldId="307"/>
            <ac:spMk id="7" creationId="{D4C1874E-C158-7575-EA0A-97B72EFA9F50}"/>
          </ac:spMkLst>
        </pc:spChg>
        <pc:spChg chg="add mod modCrop">
          <ac:chgData name="Sanduni Pieris" userId="4ef668d554d0808a" providerId="LiveId" clId="{4A84CDE8-DC43-4B67-8631-568CBA30709D}" dt="2023-11-18T04:30:28.876" v="3504" actId="18131"/>
          <ac:spMkLst>
            <pc:docMk/>
            <pc:sldMk cId="3121225475" sldId="307"/>
            <ac:spMk id="8" creationId="{7F3A1941-C4CB-B944-27A6-32403CCABBEF}"/>
          </ac:spMkLst>
        </pc:spChg>
        <pc:spChg chg="add mod modCrop">
          <ac:chgData name="Sanduni Pieris" userId="4ef668d554d0808a" providerId="LiveId" clId="{4A84CDE8-DC43-4B67-8631-568CBA30709D}" dt="2023-11-18T04:29:21.387" v="3501" actId="18131"/>
          <ac:spMkLst>
            <pc:docMk/>
            <pc:sldMk cId="3121225475" sldId="307"/>
            <ac:spMk id="9" creationId="{B2AC722A-B876-3EA7-011C-A3542B4F6CA2}"/>
          </ac:spMkLst>
        </pc:spChg>
        <pc:spChg chg="add mod modCrop">
          <ac:chgData name="Sanduni Pieris" userId="4ef668d554d0808a" providerId="LiveId" clId="{4A84CDE8-DC43-4B67-8631-568CBA30709D}" dt="2023-11-18T04:32:52.886" v="3518" actId="18131"/>
          <ac:spMkLst>
            <pc:docMk/>
            <pc:sldMk cId="3121225475" sldId="307"/>
            <ac:spMk id="10" creationId="{65A324EF-40C5-2117-E949-FFCE9EBFFC17}"/>
          </ac:spMkLst>
        </pc:spChg>
      </pc:sldChg>
      <pc:sldChg chg="addSp delSp modSp add del mod setBg">
        <pc:chgData name="Sanduni Pieris" userId="4ef668d554d0808a" providerId="LiveId" clId="{4A84CDE8-DC43-4B67-8631-568CBA30709D}" dt="2023-11-18T04:00:40.797" v="3291" actId="47"/>
        <pc:sldMkLst>
          <pc:docMk/>
          <pc:sldMk cId="3888781181" sldId="307"/>
        </pc:sldMkLst>
        <pc:spChg chg="del">
          <ac:chgData name="Sanduni Pieris" userId="4ef668d554d0808a" providerId="LiveId" clId="{4A84CDE8-DC43-4B67-8631-568CBA30709D}" dt="2023-11-17T23:51:17.784" v="3109" actId="478"/>
          <ac:spMkLst>
            <pc:docMk/>
            <pc:sldMk cId="3888781181" sldId="307"/>
            <ac:spMk id="3" creationId="{404DCA94-D92E-D588-4DD2-A1C92E49B5A1}"/>
          </ac:spMkLst>
        </pc:spChg>
        <pc:spChg chg="add mod modCrop">
          <ac:chgData name="Sanduni Pieris" userId="4ef668d554d0808a" providerId="LiveId" clId="{4A84CDE8-DC43-4B67-8631-568CBA30709D}" dt="2023-11-18T03:56:18.357" v="3195" actId="1076"/>
          <ac:spMkLst>
            <pc:docMk/>
            <pc:sldMk cId="3888781181" sldId="307"/>
            <ac:spMk id="7" creationId="{02D72E32-8904-0B7D-C861-D81BB54548BC}"/>
          </ac:spMkLst>
        </pc:spChg>
        <pc:spChg chg="add mod modCrop">
          <ac:chgData name="Sanduni Pieris" userId="4ef668d554d0808a" providerId="LiveId" clId="{4A84CDE8-DC43-4B67-8631-568CBA30709D}" dt="2023-11-18T03:56:16.824" v="3194" actId="1076"/>
          <ac:spMkLst>
            <pc:docMk/>
            <pc:sldMk cId="3888781181" sldId="307"/>
            <ac:spMk id="8" creationId="{65DDCEE0-19F8-F902-2B00-0B94698688CA}"/>
          </ac:spMkLst>
        </pc:spChg>
        <pc:spChg chg="add mod modCrop">
          <ac:chgData name="Sanduni Pieris" userId="4ef668d554d0808a" providerId="LiveId" clId="{4A84CDE8-DC43-4B67-8631-568CBA30709D}" dt="2023-11-18T03:56:20.562" v="3196" actId="1076"/>
          <ac:spMkLst>
            <pc:docMk/>
            <pc:sldMk cId="3888781181" sldId="307"/>
            <ac:spMk id="9" creationId="{FC652F03-B7E2-1D1C-F66F-547381B62A66}"/>
          </ac:spMkLst>
        </pc:spChg>
        <pc:spChg chg="add mod modCrop">
          <ac:chgData name="Sanduni Pieris" userId="4ef668d554d0808a" providerId="LiveId" clId="{4A84CDE8-DC43-4B67-8631-568CBA30709D}" dt="2023-11-18T03:56:26.174" v="3198" actId="2085"/>
          <ac:spMkLst>
            <pc:docMk/>
            <pc:sldMk cId="3888781181" sldId="307"/>
            <ac:spMk id="10" creationId="{CCB0BA4D-4E60-AD76-2873-BEC4E6DBF17D}"/>
          </ac:spMkLst>
        </pc:spChg>
        <pc:spChg chg="add mod">
          <ac:chgData name="Sanduni Pieris" userId="4ef668d554d0808a" providerId="LiveId" clId="{4A84CDE8-DC43-4B67-8631-568CBA30709D}" dt="2023-11-18T03:56:12.478" v="3193" actId="1076"/>
          <ac:spMkLst>
            <pc:docMk/>
            <pc:sldMk cId="3888781181" sldId="307"/>
            <ac:spMk id="11" creationId="{3E440BE9-89FC-2EAD-D7D3-6BAD4D2BFA72}"/>
          </ac:spMkLst>
        </pc:spChg>
        <pc:picChg chg="mod">
          <ac:chgData name="Sanduni Pieris" userId="4ef668d554d0808a" providerId="LiveId" clId="{4A84CDE8-DC43-4B67-8631-568CBA30709D}" dt="2023-11-17T23:53:43.375" v="3132" actId="1076"/>
          <ac:picMkLst>
            <pc:docMk/>
            <pc:sldMk cId="3888781181" sldId="307"/>
            <ac:picMk id="5122" creationId="{148B798E-7923-72E8-C00A-784295D2CF20}"/>
          </ac:picMkLst>
        </pc:picChg>
      </pc:sldChg>
      <pc:sldChg chg="addSp delSp modSp add mod ord modTransition">
        <pc:chgData name="Sanduni Pieris" userId="4ef668d554d0808a" providerId="LiveId" clId="{4A84CDE8-DC43-4B67-8631-568CBA30709D}" dt="2023-11-18T07:07:26.629" v="4691"/>
        <pc:sldMkLst>
          <pc:docMk/>
          <pc:sldMk cId="1301654440" sldId="308"/>
        </pc:sldMkLst>
        <pc:spChg chg="mod modCrop">
          <ac:chgData name="Sanduni Pieris" userId="4ef668d554d0808a" providerId="LiveId" clId="{4A84CDE8-DC43-4B67-8631-568CBA30709D}" dt="2023-11-18T04:54:00.106" v="3828" actId="18131"/>
          <ac:spMkLst>
            <pc:docMk/>
            <pc:sldMk cId="1301654440" sldId="308"/>
            <ac:spMk id="4" creationId="{D621B1A9-D5C1-FBC8-90B6-7BFE51BDA958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7" creationId="{77553667-F23F-69A3-7040-EFA8AE47F50A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7" creationId="{9569E6C4-4A9F-0D19-1953-B0327A24D5B5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8" creationId="{13F26542-BA5D-4EF2-04E7-FA1B1CFEE0FE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8" creationId="{F989DE1D-AECA-B3C1-0334-A62896517C1D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9" creationId="{08587D04-6111-69B9-4DFD-C43BE980F408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9" creationId="{51B4E097-88D2-F2CF-F42A-921299F585CA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12" creationId="{51C2A2A6-9A8A-227E-D7BB-7806A3FE6084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12" creationId="{CAB8829B-1BF5-A458-980F-08DC49E412C4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13" creationId="{A91D6DBC-8D79-AAA3-3B75-5F8D8480347A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13" creationId="{AE591015-4B3A-A423-4CEC-D9952B6470E4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14" creationId="{3ECB1556-CEBE-2346-7636-D2AC4B09252D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14" creationId="{C5742489-5B47-2AA9-3B18-72A9A072CFEB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17" creationId="{BEC453D7-E039-ABF8-9B1B-ACDBBF6C371C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17" creationId="{F3F16EC2-A61B-A1BF-4E69-CC68370FCA28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18" creationId="{093D5956-3B7C-C111-3D7C-D9052639F1CA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18" creationId="{511C01F7-8651-FA6D-FE2A-495D1E007964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19" creationId="{6B824F3B-80FC-44AD-7BD8-DC4CDC1D2EB9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19" creationId="{A86C4862-A3E5-CA86-B547-EF221DBEC388}"/>
          </ac:spMkLst>
        </pc:spChg>
        <pc:spChg chg="mod">
          <ac:chgData name="Sanduni Pieris" userId="4ef668d554d0808a" providerId="LiveId" clId="{4A84CDE8-DC43-4B67-8631-568CBA30709D}" dt="2023-11-18T04:53:11.917" v="3818" actId="1076"/>
          <ac:spMkLst>
            <pc:docMk/>
            <pc:sldMk cId="1301654440" sldId="308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8T05:02:20.566" v="3980" actId="478"/>
          <ac:spMkLst>
            <pc:docMk/>
            <pc:sldMk cId="1301654440" sldId="308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8T05:02:20.566" v="3980" actId="478"/>
          <ac:spMkLst>
            <pc:docMk/>
            <pc:sldMk cId="1301654440" sldId="308"/>
            <ac:spMk id="22" creationId="{599886FB-C21F-3D31-F96D-4A4D08D3924A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23" creationId="{31BEF814-DA0E-C275-AEDB-8390A92DBF3F}"/>
          </ac:spMkLst>
        </pc:spChg>
        <pc:spChg chg="del">
          <ac:chgData name="Sanduni Pieris" userId="4ef668d554d0808a" providerId="LiveId" clId="{4A84CDE8-DC43-4B67-8631-568CBA30709D}" dt="2023-11-18T05:02:20.566" v="3980" actId="478"/>
          <ac:spMkLst>
            <pc:docMk/>
            <pc:sldMk cId="1301654440" sldId="308"/>
            <ac:spMk id="23" creationId="{5584C798-52A5-01C5-B88E-E7377FDE9D6B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23" creationId="{E2A3C15F-7BD5-B6B0-A1FB-852262DAAEF4}"/>
          </ac:spMkLst>
        </pc:spChg>
        <pc:spChg chg="del">
          <ac:chgData name="Sanduni Pieris" userId="4ef668d554d0808a" providerId="LiveId" clId="{4A84CDE8-DC43-4B67-8631-568CBA30709D}" dt="2023-11-18T05:02:20.566" v="3980" actId="478"/>
          <ac:spMkLst>
            <pc:docMk/>
            <pc:sldMk cId="1301654440" sldId="308"/>
            <ac:spMk id="24" creationId="{086B1CF4-C3C7-5D10-5A43-67104C1DC2D4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24" creationId="{30AA27BF-CA41-A09B-9771-E51E2803AE31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24" creationId="{45066B0B-6435-4B8D-CC10-6B0EB3E66363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25" creationId="{8229C010-79AC-6F3E-534B-8B010D0C658A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25" creationId="{83EAA587-A382-E885-24BA-5DF15ECC8E7B}"/>
          </ac:spMkLst>
        </pc:spChg>
        <pc:spChg chg="del">
          <ac:chgData name="Sanduni Pieris" userId="4ef668d554d0808a" providerId="LiveId" clId="{4A84CDE8-DC43-4B67-8631-568CBA30709D}" dt="2023-11-18T05:02:20.566" v="3980" actId="478"/>
          <ac:spMkLst>
            <pc:docMk/>
            <pc:sldMk cId="1301654440" sldId="308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27" creationId="{833C1621-8D49-538E-D2FD-5ED2C2579884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28" creationId="{75301967-4C9A-F18B-C2FC-FC096EB2FE27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28" creationId="{A9075DF1-CBDA-6719-C12F-3C0343772129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28" creationId="{C59C1FE9-25F2-09D4-AC25-389E342E786B}"/>
          </ac:spMkLst>
        </pc:spChg>
        <pc:spChg chg="mod">
          <ac:chgData name="Sanduni Pieris" userId="4ef668d554d0808a" providerId="LiveId" clId="{4A84CDE8-DC43-4B67-8631-568CBA30709D}" dt="2023-11-18T05:08:44.465" v="4029" actId="207"/>
          <ac:spMkLst>
            <pc:docMk/>
            <pc:sldMk cId="1301654440" sldId="308"/>
            <ac:spMk id="29" creationId="{3EDA6013-A278-AB5E-A69E-587947264EAB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30" creationId="{72947694-33AA-1520-9BD4-FDB0CD8ACE24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30" creationId="{9876D0B2-5FA7-3AD8-B327-E35B4692944C}"/>
          </ac:spMkLst>
        </pc:spChg>
        <pc:spChg chg="mod">
          <ac:chgData name="Sanduni Pieris" userId="4ef668d554d0808a" providerId="LiveId" clId="{4A84CDE8-DC43-4B67-8631-568CBA30709D}" dt="2023-11-18T06:31:43.726" v="4424"/>
          <ac:spMkLst>
            <pc:docMk/>
            <pc:sldMk cId="1301654440" sldId="308"/>
            <ac:spMk id="31" creationId="{081E11F2-3FBB-4118-6C32-C0A46AD29372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31" creationId="{6085D656-3978-CED2-6D0E-541C1BAB213A}"/>
          </ac:spMkLst>
        </pc:spChg>
        <pc:spChg chg="mod">
          <ac:chgData name="Sanduni Pieris" userId="4ef668d554d0808a" providerId="LiveId" clId="{4A84CDE8-DC43-4B67-8631-568CBA30709D}" dt="2023-11-18T06:58:03.967" v="4472"/>
          <ac:spMkLst>
            <pc:docMk/>
            <pc:sldMk cId="1301654440" sldId="308"/>
            <ac:spMk id="31" creationId="{FBC3654F-D707-2263-BCF9-8A5A76777CE1}"/>
          </ac:spMkLst>
        </pc:spChg>
        <pc:spChg chg="mod">
          <ac:chgData name="Sanduni Pieris" userId="4ef668d554d0808a" providerId="LiveId" clId="{4A84CDE8-DC43-4B67-8631-568CBA30709D}" dt="2023-11-18T04:53:37.620" v="3825" actId="1076"/>
          <ac:spMkLst>
            <pc:docMk/>
            <pc:sldMk cId="1301654440" sldId="308"/>
            <ac:spMk id="32" creationId="{529C65B0-B4FE-24E5-377F-F196EB2A613E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33" creationId="{52D4BC8C-EC45-C2BD-3567-92576D3F0120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35" creationId="{1D8CCDC0-972F-7D9A-C5DD-39C83538267B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35" creationId="{3849CD25-7410-1811-DF15-073902BF666C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36" creationId="{5119B4A9-679D-815A-EEB0-A5552ABFC16A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36" creationId="{B2B804DB-B773-91E2-7B55-4454E1ED1CC9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37" creationId="{88698D89-B85B-ADB1-A5AD-3FE01DBEC11A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38" creationId="{A49AE184-EC2F-9BCD-97A7-096BD0E574CF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39" creationId="{E43D21A3-DC82-D196-931B-7125D8515264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40" creationId="{00580EEE-F158-7A67-22E2-EFA3757B3535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40" creationId="{D4F810EC-74E0-65FD-69E2-38C0889F62BA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41" creationId="{961483F3-5C70-8641-7A4F-A3951CC0DDD9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41" creationId="{9970F319-6336-6156-B153-FDDCB00CBABC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41" creationId="{BD79730C-DCA5-6D13-1516-2BDEF392AC73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42" creationId="{4687BE07-10AD-FB54-DD61-E87D5F302304}"/>
          </ac:spMkLst>
        </pc:spChg>
        <pc:spChg chg="mod">
          <ac:chgData name="Sanduni Pieris" userId="4ef668d554d0808a" providerId="LiveId" clId="{4A84CDE8-DC43-4B67-8631-568CBA30709D}" dt="2023-11-18T05:02:21.445" v="3981"/>
          <ac:spMkLst>
            <pc:docMk/>
            <pc:sldMk cId="1301654440" sldId="308"/>
            <ac:spMk id="42" creationId="{61417A3B-057F-0A01-2F87-E32D731947E1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42" creationId="{A2772979-9ADC-7A51-6F7D-06B9D321D09B}"/>
          </ac:spMkLst>
        </pc:spChg>
        <pc:spChg chg="add del mod">
          <ac:chgData name="Sanduni Pieris" userId="4ef668d554d0808a" providerId="LiveId" clId="{4A84CDE8-DC43-4B67-8631-568CBA30709D}" dt="2023-11-18T05:07:35.515" v="3992" actId="478"/>
          <ac:spMkLst>
            <pc:docMk/>
            <pc:sldMk cId="1301654440" sldId="308"/>
            <ac:spMk id="43" creationId="{51D79640-EC8E-A11E-E9C0-78ED51B2AB51}"/>
          </ac:spMkLst>
        </pc:spChg>
        <pc:spChg chg="add del mod">
          <ac:chgData name="Sanduni Pieris" userId="4ef668d554d0808a" providerId="LiveId" clId="{4A84CDE8-DC43-4B67-8631-568CBA30709D}" dt="2023-11-18T05:07:35.515" v="3992" actId="478"/>
          <ac:spMkLst>
            <pc:docMk/>
            <pc:sldMk cId="1301654440" sldId="308"/>
            <ac:spMk id="44" creationId="{9F81AF91-F6BF-5780-59A1-4111AEF7F052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45" creationId="{54F05FF7-536B-57EA-00A8-46CF234F50A3}"/>
          </ac:spMkLst>
        </pc:spChg>
        <pc:spChg chg="add del mod">
          <ac:chgData name="Sanduni Pieris" userId="4ef668d554d0808a" providerId="LiveId" clId="{4A84CDE8-DC43-4B67-8631-568CBA30709D}" dt="2023-11-18T05:07:35.515" v="3992" actId="478"/>
          <ac:spMkLst>
            <pc:docMk/>
            <pc:sldMk cId="1301654440" sldId="308"/>
            <ac:spMk id="45" creationId="{68DA6B8A-0C1F-2C8A-23BD-9A77E0ACBFE0}"/>
          </ac:spMkLst>
        </pc:spChg>
        <pc:spChg chg="add del mod">
          <ac:chgData name="Sanduni Pieris" userId="4ef668d554d0808a" providerId="LiveId" clId="{4A84CDE8-DC43-4B67-8631-568CBA30709D}" dt="2023-11-18T05:07:35.515" v="3992" actId="478"/>
          <ac:spMkLst>
            <pc:docMk/>
            <pc:sldMk cId="1301654440" sldId="308"/>
            <ac:spMk id="46" creationId="{6289B43F-A1C9-1F94-64AD-4137F893141B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46" creationId="{D00D57C1-78C8-3406-19B0-AE795BC0D748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47" creationId="{6FDE8885-4D33-5B86-5888-91B8BD9D75DE}"/>
          </ac:spMkLst>
        </pc:spChg>
        <pc:spChg chg="add del mod">
          <ac:chgData name="Sanduni Pieris" userId="4ef668d554d0808a" providerId="LiveId" clId="{4A84CDE8-DC43-4B67-8631-568CBA30709D}" dt="2023-11-18T05:07:35.515" v="3992" actId="478"/>
          <ac:spMkLst>
            <pc:docMk/>
            <pc:sldMk cId="1301654440" sldId="308"/>
            <ac:spMk id="47" creationId="{8450C0B3-8E90-ED5E-0DFC-D4A689A73D0A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49" creationId="{51494A92-34C3-BD3A-0E58-31CFE1B42EF3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50" creationId="{4CB3B54E-3764-AD3B-68AA-225130BA0183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0" creationId="{750D6CEC-7886-4105-E0D0-758B0A7CFC7C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51" creationId="{5FEAEB6A-6B38-4985-3CA8-8F34CB1912EE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52" creationId="{AA9C71BF-0A23-7722-F713-385F3ADA7B37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2" creationId="{CFB659C0-FE50-6118-DD2D-DE2129CE95A5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3" creationId="{18C9EEE2-6270-E3D2-4445-34D39905084F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5" creationId="{157E2D2D-A0EB-F2F0-88F9-744FC99D0D2A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55" creationId="{5BE87D61-5799-32A1-14AF-3A1E63D97C67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6" creationId="{B8F6D6DF-D07B-7B82-1997-C15CF509BDC2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56" creationId="{DE8E90C9-586A-CA9D-3621-67F1E518C65D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57" creationId="{661933FC-3C5F-210A-8CDC-A09DF15B56E3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8" creationId="{56E346B0-88D4-B26D-AC16-59DF10AB907D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59" creationId="{33F047D7-C163-59D5-4B98-00E5A2BF417E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60" creationId="{F50775E1-833B-0027-6B6D-8BE243A2B6C4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61" creationId="{511532DB-325B-80FC-0440-4DE480711E27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61" creationId="{995FFD5B-DEBF-9438-3073-80044F98D81C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62" creationId="{4E1F65D5-933B-0030-F525-2E7ADA555203}"/>
          </ac:spMkLst>
        </pc:spChg>
        <pc:spChg chg="mod">
          <ac:chgData name="Sanduni Pieris" userId="4ef668d554d0808a" providerId="LiveId" clId="{4A84CDE8-DC43-4B67-8631-568CBA30709D}" dt="2023-11-18T05:07:35.892" v="3993"/>
          <ac:spMkLst>
            <pc:docMk/>
            <pc:sldMk cId="1301654440" sldId="308"/>
            <ac:spMk id="62" creationId="{E00ABE1B-79F1-CF8A-9C44-1653E6216DD1}"/>
          </ac:spMkLst>
        </pc:spChg>
        <pc:spChg chg="add del mod">
          <ac:chgData name="Sanduni Pieris" userId="4ef668d554d0808a" providerId="LiveId" clId="{4A84CDE8-DC43-4B67-8631-568CBA30709D}" dt="2023-11-18T06:31:43.050" v="4423" actId="478"/>
          <ac:spMkLst>
            <pc:docMk/>
            <pc:sldMk cId="1301654440" sldId="308"/>
            <ac:spMk id="63" creationId="{CC097626-A9A5-90C1-943C-2E0E501A1942}"/>
          </ac:spMkLst>
        </pc:spChg>
        <pc:spChg chg="add del mod">
          <ac:chgData name="Sanduni Pieris" userId="4ef668d554d0808a" providerId="LiveId" clId="{4A84CDE8-DC43-4B67-8631-568CBA30709D}" dt="2023-11-18T06:31:43.050" v="4423" actId="478"/>
          <ac:spMkLst>
            <pc:docMk/>
            <pc:sldMk cId="1301654440" sldId="308"/>
            <ac:spMk id="64" creationId="{AFE999F5-4956-511A-0C1C-D66B88B892B4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65" creationId="{77B686F9-1CA9-65FA-0E7A-9F5852ED8D51}"/>
          </ac:spMkLst>
        </pc:spChg>
        <pc:spChg chg="add del mod">
          <ac:chgData name="Sanduni Pieris" userId="4ef668d554d0808a" providerId="LiveId" clId="{4A84CDE8-DC43-4B67-8631-568CBA30709D}" dt="2023-11-18T06:31:43.050" v="4423" actId="478"/>
          <ac:spMkLst>
            <pc:docMk/>
            <pc:sldMk cId="1301654440" sldId="308"/>
            <ac:spMk id="65" creationId="{F001B5C7-8450-7D61-22F6-447E2FB60138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66" creationId="{3317D220-4A8F-5181-92E5-562AF601CF31}"/>
          </ac:spMkLst>
        </pc:spChg>
        <pc:spChg chg="add del mod">
          <ac:chgData name="Sanduni Pieris" userId="4ef668d554d0808a" providerId="LiveId" clId="{4A84CDE8-DC43-4B67-8631-568CBA30709D}" dt="2023-11-18T06:31:43.050" v="4423" actId="478"/>
          <ac:spMkLst>
            <pc:docMk/>
            <pc:sldMk cId="1301654440" sldId="308"/>
            <ac:spMk id="66" creationId="{92190563-D3D3-2375-94A4-CC72D8E7F507}"/>
          </ac:spMkLst>
        </pc:spChg>
        <pc:spChg chg="add del mod">
          <ac:chgData name="Sanduni Pieris" userId="4ef668d554d0808a" providerId="LiveId" clId="{4A84CDE8-DC43-4B67-8631-568CBA30709D}" dt="2023-11-18T06:31:43.050" v="4423" actId="478"/>
          <ac:spMkLst>
            <pc:docMk/>
            <pc:sldMk cId="1301654440" sldId="308"/>
            <ac:spMk id="67" creationId="{D2FA58B6-449D-166A-1B34-874775416C06}"/>
          </ac:spMkLst>
        </pc:spChg>
        <pc:spChg chg="mod">
          <ac:chgData name="Sanduni Pieris" userId="4ef668d554d0808a" providerId="LiveId" clId="{4A84CDE8-DC43-4B67-8631-568CBA30709D}" dt="2023-11-18T07:07:26.629" v="4691"/>
          <ac:spMkLst>
            <pc:docMk/>
            <pc:sldMk cId="1301654440" sldId="308"/>
            <ac:spMk id="67" creationId="{F9A049A9-CE9A-C544-1B93-995272ACF078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70" creationId="{678AA7FA-6622-B403-7AA2-229CB0FA6065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71" creationId="{33AE14F4-A3B6-49BA-4320-AB73462A8945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72" creationId="{77B7845B-00A6-01B8-8B0E-95F94119A8B6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75" creationId="{3B623504-49AB-D0FB-E3A4-0656CEEB5C5A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76" creationId="{82710FD8-D112-7363-46E8-05A9CAD8270B}"/>
          </ac:spMkLst>
        </pc:spChg>
        <pc:spChg chg="mod">
          <ac:chgData name="Sanduni Pieris" userId="4ef668d554d0808a" providerId="LiveId" clId="{4A84CDE8-DC43-4B67-8631-568CBA30709D}" dt="2023-11-18T06:34:32.120" v="4434"/>
          <ac:spMkLst>
            <pc:docMk/>
            <pc:sldMk cId="1301654440" sldId="308"/>
            <ac:spMk id="77" creationId="{73CC24CD-3F21-7330-EDF7-656DC9747197}"/>
          </ac:spMkLst>
        </pc:spChg>
        <pc:spChg chg="mod">
          <ac:chgData name="Sanduni Pieris" userId="4ef668d554d0808a" providerId="LiveId" clId="{4A84CDE8-DC43-4B67-8631-568CBA30709D}" dt="2023-11-18T06:37:39.799" v="4444"/>
          <ac:spMkLst>
            <pc:docMk/>
            <pc:sldMk cId="1301654440" sldId="308"/>
            <ac:spMk id="80" creationId="{48EF3AA1-5DD6-FDE6-93E8-C9F106BC351F}"/>
          </ac:spMkLst>
        </pc:spChg>
        <pc:spChg chg="mod">
          <ac:chgData name="Sanduni Pieris" userId="4ef668d554d0808a" providerId="LiveId" clId="{4A84CDE8-DC43-4B67-8631-568CBA30709D}" dt="2023-11-18T06:37:39.799" v="4444"/>
          <ac:spMkLst>
            <pc:docMk/>
            <pc:sldMk cId="1301654440" sldId="308"/>
            <ac:spMk id="81" creationId="{FB78E8B8-48E4-44B7-4D1E-CC486A7CC1BE}"/>
          </ac:spMkLst>
        </pc:spChg>
        <pc:spChg chg="mod">
          <ac:chgData name="Sanduni Pieris" userId="4ef668d554d0808a" providerId="LiveId" clId="{4A84CDE8-DC43-4B67-8631-568CBA30709D}" dt="2023-11-18T06:37:39.799" v="4444"/>
          <ac:spMkLst>
            <pc:docMk/>
            <pc:sldMk cId="1301654440" sldId="308"/>
            <ac:spMk id="82" creationId="{6E1F25E4-D746-7B5A-D83D-186ED2C05FAA}"/>
          </ac:spMkLst>
        </pc:spChg>
        <pc:spChg chg="mod">
          <ac:chgData name="Sanduni Pieris" userId="4ef668d554d0808a" providerId="LiveId" clId="{4A84CDE8-DC43-4B67-8631-568CBA30709D}" dt="2023-11-18T06:46:12.034" v="4456"/>
          <ac:spMkLst>
            <pc:docMk/>
            <pc:sldMk cId="1301654440" sldId="308"/>
            <ac:spMk id="85" creationId="{FCEE9D85-6330-9B62-4C47-4663864FC7BC}"/>
          </ac:spMkLst>
        </pc:spChg>
        <pc:spChg chg="mod">
          <ac:chgData name="Sanduni Pieris" userId="4ef668d554d0808a" providerId="LiveId" clId="{4A84CDE8-DC43-4B67-8631-568CBA30709D}" dt="2023-11-18T06:46:12.034" v="4456"/>
          <ac:spMkLst>
            <pc:docMk/>
            <pc:sldMk cId="1301654440" sldId="308"/>
            <ac:spMk id="86" creationId="{81213FA8-12EF-38C2-8108-D546F930FAE6}"/>
          </ac:spMkLst>
        </pc:spChg>
        <pc:spChg chg="mod">
          <ac:chgData name="Sanduni Pieris" userId="4ef668d554d0808a" providerId="LiveId" clId="{4A84CDE8-DC43-4B67-8631-568CBA30709D}" dt="2023-11-18T06:46:12.034" v="4456"/>
          <ac:spMkLst>
            <pc:docMk/>
            <pc:sldMk cId="1301654440" sldId="308"/>
            <ac:spMk id="87" creationId="{937283AA-2BEA-2F0A-89E7-B86C5C12F94C}"/>
          </ac:spMkLst>
        </pc:spChg>
        <pc:spChg chg="mod">
          <ac:chgData name="Sanduni Pieris" userId="4ef668d554d0808a" providerId="LiveId" clId="{4A84CDE8-DC43-4B67-8631-568CBA30709D}" dt="2023-11-18T06:52:00.487" v="4464"/>
          <ac:spMkLst>
            <pc:docMk/>
            <pc:sldMk cId="1301654440" sldId="308"/>
            <ac:spMk id="90" creationId="{97E94777-46D9-38D8-D134-79034D1BC669}"/>
          </ac:spMkLst>
        </pc:spChg>
        <pc:spChg chg="mod">
          <ac:chgData name="Sanduni Pieris" userId="4ef668d554d0808a" providerId="LiveId" clId="{4A84CDE8-DC43-4B67-8631-568CBA30709D}" dt="2023-11-18T06:52:00.487" v="4464"/>
          <ac:spMkLst>
            <pc:docMk/>
            <pc:sldMk cId="1301654440" sldId="308"/>
            <ac:spMk id="91" creationId="{DDD475F1-F4B4-DC40-9934-82AF3405F404}"/>
          </ac:spMkLst>
        </pc:spChg>
        <pc:spChg chg="mod">
          <ac:chgData name="Sanduni Pieris" userId="4ef668d554d0808a" providerId="LiveId" clId="{4A84CDE8-DC43-4B67-8631-568CBA30709D}" dt="2023-11-18T06:52:00.487" v="4464"/>
          <ac:spMkLst>
            <pc:docMk/>
            <pc:sldMk cId="1301654440" sldId="308"/>
            <ac:spMk id="92" creationId="{693EF0F5-4C7F-1140-5730-196CC7650782}"/>
          </ac:spMkLst>
        </pc:spChg>
        <pc:grpChg chg="add del mod">
          <ac:chgData name="Sanduni Pieris" userId="4ef668d554d0808a" providerId="LiveId" clId="{4A84CDE8-DC43-4B67-8631-568CBA30709D}" dt="2023-11-18T06:34:31.038" v="4433" actId="478"/>
          <ac:grpSpMkLst>
            <pc:docMk/>
            <pc:sldMk cId="1301654440" sldId="308"/>
            <ac:grpSpMk id="5" creationId="{49BC7B0F-D3AB-55BD-5390-5D217C64B96F}"/>
          </ac:grpSpMkLst>
        </pc:grpChg>
        <pc:grpChg chg="add del mod">
          <ac:chgData name="Sanduni Pieris" userId="4ef668d554d0808a" providerId="LiveId" clId="{4A84CDE8-DC43-4B67-8631-568CBA30709D}" dt="2023-11-18T07:07:25.817" v="4690" actId="478"/>
          <ac:grpSpMkLst>
            <pc:docMk/>
            <pc:sldMk cId="1301654440" sldId="308"/>
            <ac:grpSpMk id="5" creationId="{E557762F-EEC9-6AE4-84D2-ACE55329E6E4}"/>
          </ac:grpSpMkLst>
        </pc:grpChg>
        <pc:grpChg chg="mod">
          <ac:chgData name="Sanduni Pieris" userId="4ef668d554d0808a" providerId="LiveId" clId="{4A84CDE8-DC43-4B67-8631-568CBA30709D}" dt="2023-11-18T06:31:43.726" v="4424"/>
          <ac:grpSpMkLst>
            <pc:docMk/>
            <pc:sldMk cId="1301654440" sldId="308"/>
            <ac:grpSpMk id="6" creationId="{485F1D36-41A2-7A75-2A31-0D15F3E88647}"/>
          </ac:grpSpMkLst>
        </pc:grpChg>
        <pc:grpChg chg="mod">
          <ac:chgData name="Sanduni Pieris" userId="4ef668d554d0808a" providerId="LiveId" clId="{4A84CDE8-DC43-4B67-8631-568CBA30709D}" dt="2023-11-18T06:58:03.967" v="4472"/>
          <ac:grpSpMkLst>
            <pc:docMk/>
            <pc:sldMk cId="1301654440" sldId="308"/>
            <ac:grpSpMk id="6" creationId="{BFB19329-7BF0-06B7-FD63-C9704BCF1D6D}"/>
          </ac:grpSpMkLst>
        </pc:grpChg>
        <pc:grpChg chg="del">
          <ac:chgData name="Sanduni Pieris" userId="4ef668d554d0808a" providerId="LiveId" clId="{4A84CDE8-DC43-4B67-8631-568CBA30709D}" dt="2023-11-18T05:02:20.566" v="3980" actId="478"/>
          <ac:grpSpMkLst>
            <pc:docMk/>
            <pc:sldMk cId="1301654440" sldId="308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8T05:02:20.566" v="3980" actId="478"/>
          <ac:grpSpMkLst>
            <pc:docMk/>
            <pc:sldMk cId="1301654440" sldId="308"/>
            <ac:grpSpMk id="8" creationId="{0AC7B6D9-D397-A753-2A41-6DB20A91212A}"/>
          </ac:grpSpMkLst>
        </pc:grpChg>
        <pc:grpChg chg="add del mod">
          <ac:chgData name="Sanduni Pieris" userId="4ef668d554d0808a" providerId="LiveId" clId="{4A84CDE8-DC43-4B67-8631-568CBA30709D}" dt="2023-11-18T06:34:31.038" v="4433" actId="478"/>
          <ac:grpSpMkLst>
            <pc:docMk/>
            <pc:sldMk cId="1301654440" sldId="308"/>
            <ac:grpSpMk id="10" creationId="{9E45F5D1-C9AC-0DC1-94C4-F13EDB2F73E6}"/>
          </ac:grpSpMkLst>
        </pc:grpChg>
        <pc:grpChg chg="add del mod">
          <ac:chgData name="Sanduni Pieris" userId="4ef668d554d0808a" providerId="LiveId" clId="{4A84CDE8-DC43-4B67-8631-568CBA30709D}" dt="2023-11-18T07:07:25.817" v="4690" actId="478"/>
          <ac:grpSpMkLst>
            <pc:docMk/>
            <pc:sldMk cId="1301654440" sldId="308"/>
            <ac:grpSpMk id="10" creationId="{9EF31EB4-745D-277F-73A0-50C101468749}"/>
          </ac:grpSpMkLst>
        </pc:grpChg>
        <pc:grpChg chg="mod">
          <ac:chgData name="Sanduni Pieris" userId="4ef668d554d0808a" providerId="LiveId" clId="{4A84CDE8-DC43-4B67-8631-568CBA30709D}" dt="2023-11-18T06:31:43.726" v="4424"/>
          <ac:grpSpMkLst>
            <pc:docMk/>
            <pc:sldMk cId="1301654440" sldId="308"/>
            <ac:grpSpMk id="11" creationId="{159CD1C1-ABEE-F790-2BB6-9F56C2719D08}"/>
          </ac:grpSpMkLst>
        </pc:grpChg>
        <pc:grpChg chg="del">
          <ac:chgData name="Sanduni Pieris" userId="4ef668d554d0808a" providerId="LiveId" clId="{4A84CDE8-DC43-4B67-8631-568CBA30709D}" dt="2023-11-18T05:02:20.566" v="3980" actId="478"/>
          <ac:grpSpMkLst>
            <pc:docMk/>
            <pc:sldMk cId="1301654440" sldId="308"/>
            <ac:grpSpMk id="11" creationId="{5ED36455-8D26-BC51-F382-BCD9A943D9CD}"/>
          </ac:grpSpMkLst>
        </pc:grpChg>
        <pc:grpChg chg="mod">
          <ac:chgData name="Sanduni Pieris" userId="4ef668d554d0808a" providerId="LiveId" clId="{4A84CDE8-DC43-4B67-8631-568CBA30709D}" dt="2023-11-18T06:58:03.967" v="4472"/>
          <ac:grpSpMkLst>
            <pc:docMk/>
            <pc:sldMk cId="1301654440" sldId="308"/>
            <ac:grpSpMk id="11" creationId="{7A1E248D-2B97-6940-1714-2DCF4593C0FA}"/>
          </ac:grpSpMkLst>
        </pc:grpChg>
        <pc:grpChg chg="del">
          <ac:chgData name="Sanduni Pieris" userId="4ef668d554d0808a" providerId="LiveId" clId="{4A84CDE8-DC43-4B67-8631-568CBA30709D}" dt="2023-11-18T05:02:20.566" v="3980" actId="478"/>
          <ac:grpSpMkLst>
            <pc:docMk/>
            <pc:sldMk cId="1301654440" sldId="308"/>
            <ac:grpSpMk id="14" creationId="{6F8BED47-8AEB-751A-286C-1565FD0BE37A}"/>
          </ac:grpSpMkLst>
        </pc:grpChg>
        <pc:grpChg chg="add del mod">
          <ac:chgData name="Sanduni Pieris" userId="4ef668d554d0808a" providerId="LiveId" clId="{4A84CDE8-DC43-4B67-8631-568CBA30709D}" dt="2023-11-18T07:07:25.817" v="4690" actId="478"/>
          <ac:grpSpMkLst>
            <pc:docMk/>
            <pc:sldMk cId="1301654440" sldId="308"/>
            <ac:grpSpMk id="15" creationId="{0821C125-CDD3-9849-626F-3BCC2F44E563}"/>
          </ac:grpSpMkLst>
        </pc:grpChg>
        <pc:grpChg chg="add del mod">
          <ac:chgData name="Sanduni Pieris" userId="4ef668d554d0808a" providerId="LiveId" clId="{4A84CDE8-DC43-4B67-8631-568CBA30709D}" dt="2023-11-18T06:34:31.038" v="4433" actId="478"/>
          <ac:grpSpMkLst>
            <pc:docMk/>
            <pc:sldMk cId="1301654440" sldId="308"/>
            <ac:grpSpMk id="15" creationId="{3C5A9D8B-3FA4-CF7B-6CF6-F40B4F03907E}"/>
          </ac:grpSpMkLst>
        </pc:grpChg>
        <pc:grpChg chg="mod">
          <ac:chgData name="Sanduni Pieris" userId="4ef668d554d0808a" providerId="LiveId" clId="{4A84CDE8-DC43-4B67-8631-568CBA30709D}" dt="2023-11-18T06:31:43.726" v="4424"/>
          <ac:grpSpMkLst>
            <pc:docMk/>
            <pc:sldMk cId="1301654440" sldId="308"/>
            <ac:grpSpMk id="16" creationId="{16D5E041-334E-84AE-B069-BBCC4F18828B}"/>
          </ac:grpSpMkLst>
        </pc:grpChg>
        <pc:grpChg chg="mod">
          <ac:chgData name="Sanduni Pieris" userId="4ef668d554d0808a" providerId="LiveId" clId="{4A84CDE8-DC43-4B67-8631-568CBA30709D}" dt="2023-11-18T06:58:03.967" v="4472"/>
          <ac:grpSpMkLst>
            <pc:docMk/>
            <pc:sldMk cId="1301654440" sldId="308"/>
            <ac:grpSpMk id="16" creationId="{928195E2-7211-4542-1C37-F6B1437AD004}"/>
          </ac:grpSpMkLst>
        </pc:grpChg>
        <pc:grpChg chg="del">
          <ac:chgData name="Sanduni Pieris" userId="4ef668d554d0808a" providerId="LiveId" clId="{4A84CDE8-DC43-4B67-8631-568CBA30709D}" dt="2023-11-18T05:02:20.566" v="3980" actId="478"/>
          <ac:grpSpMkLst>
            <pc:docMk/>
            <pc:sldMk cId="1301654440" sldId="308"/>
            <ac:grpSpMk id="17" creationId="{603428E7-4E22-E544-B84E-ED930CD7705D}"/>
          </ac:grpSpMkLst>
        </pc:grpChg>
        <pc:grpChg chg="add del mod">
          <ac:chgData name="Sanduni Pieris" userId="4ef668d554d0808a" providerId="LiveId" clId="{4A84CDE8-DC43-4B67-8631-568CBA30709D}" dt="2023-11-18T07:07:25.817" v="4690" actId="478"/>
          <ac:grpSpMkLst>
            <pc:docMk/>
            <pc:sldMk cId="1301654440" sldId="308"/>
            <ac:grpSpMk id="21" creationId="{1C27F798-17F1-1884-B43D-E2ADB86AEEC3}"/>
          </ac:grpSpMkLst>
        </pc:grpChg>
        <pc:grpChg chg="add del mod">
          <ac:chgData name="Sanduni Pieris" userId="4ef668d554d0808a" providerId="LiveId" clId="{4A84CDE8-DC43-4B67-8631-568CBA30709D}" dt="2023-11-18T06:34:31.038" v="4433" actId="478"/>
          <ac:grpSpMkLst>
            <pc:docMk/>
            <pc:sldMk cId="1301654440" sldId="308"/>
            <ac:grpSpMk id="21" creationId="{6B6E7E69-CC5D-8571-ABA1-91350A467D31}"/>
          </ac:grpSpMkLst>
        </pc:grpChg>
        <pc:grpChg chg="mod">
          <ac:chgData name="Sanduni Pieris" userId="4ef668d554d0808a" providerId="LiveId" clId="{4A84CDE8-DC43-4B67-8631-568CBA30709D}" dt="2023-11-18T06:58:03.967" v="4472"/>
          <ac:grpSpMkLst>
            <pc:docMk/>
            <pc:sldMk cId="1301654440" sldId="308"/>
            <ac:grpSpMk id="22" creationId="{34A4D9BC-3517-5554-1EB4-506E1F3D3494}"/>
          </ac:grpSpMkLst>
        </pc:grpChg>
        <pc:grpChg chg="mod">
          <ac:chgData name="Sanduni Pieris" userId="4ef668d554d0808a" providerId="LiveId" clId="{4A84CDE8-DC43-4B67-8631-568CBA30709D}" dt="2023-11-18T06:31:43.726" v="4424"/>
          <ac:grpSpMkLst>
            <pc:docMk/>
            <pc:sldMk cId="1301654440" sldId="308"/>
            <ac:grpSpMk id="22" creationId="{5424556C-F79D-6054-6342-78261BE8561A}"/>
          </ac:grpSpMkLst>
        </pc:grpChg>
        <pc:grpChg chg="add del mod">
          <ac:chgData name="Sanduni Pieris" userId="4ef668d554d0808a" providerId="LiveId" clId="{4A84CDE8-DC43-4B67-8631-568CBA30709D}" dt="2023-11-18T05:07:35.515" v="3992" actId="478"/>
          <ac:grpSpMkLst>
            <pc:docMk/>
            <pc:sldMk cId="1301654440" sldId="308"/>
            <ac:grpSpMk id="26" creationId="{4189FCE4-9952-C564-C650-1F307B56AEBC}"/>
          </ac:grpSpMkLst>
        </pc:grpChg>
        <pc:grpChg chg="add del mod">
          <ac:chgData name="Sanduni Pieris" userId="4ef668d554d0808a" providerId="LiveId" clId="{4A84CDE8-DC43-4B67-8631-568CBA30709D}" dt="2023-11-18T07:07:25.817" v="4690" actId="478"/>
          <ac:grpSpMkLst>
            <pc:docMk/>
            <pc:sldMk cId="1301654440" sldId="308"/>
            <ac:grpSpMk id="26" creationId="{CF7D8AEC-0DB4-CCB4-1789-1CBFB67066BE}"/>
          </ac:grpSpMkLst>
        </pc:grpChg>
        <pc:grpChg chg="add del mod">
          <ac:chgData name="Sanduni Pieris" userId="4ef668d554d0808a" providerId="LiveId" clId="{4A84CDE8-DC43-4B67-8631-568CBA30709D}" dt="2023-11-18T06:34:31.038" v="4433" actId="478"/>
          <ac:grpSpMkLst>
            <pc:docMk/>
            <pc:sldMk cId="1301654440" sldId="308"/>
            <ac:grpSpMk id="26" creationId="{E7E09FF0-80FD-E979-53C2-DB8F5FC9316A}"/>
          </ac:grpSpMkLst>
        </pc:grpChg>
        <pc:grpChg chg="mod">
          <ac:chgData name="Sanduni Pieris" userId="4ef668d554d0808a" providerId="LiveId" clId="{4A84CDE8-DC43-4B67-8631-568CBA30709D}" dt="2023-11-18T06:58:03.967" v="4472"/>
          <ac:grpSpMkLst>
            <pc:docMk/>
            <pc:sldMk cId="1301654440" sldId="308"/>
            <ac:grpSpMk id="27" creationId="{1EBAB0DE-EAE9-151C-38D8-1423E3A7C7EA}"/>
          </ac:grpSpMkLst>
        </pc:grpChg>
        <pc:grpChg chg="mod">
          <ac:chgData name="Sanduni Pieris" userId="4ef668d554d0808a" providerId="LiveId" clId="{4A84CDE8-DC43-4B67-8631-568CBA30709D}" dt="2023-11-18T06:31:43.726" v="4424"/>
          <ac:grpSpMkLst>
            <pc:docMk/>
            <pc:sldMk cId="1301654440" sldId="308"/>
            <ac:grpSpMk id="27" creationId="{F23B076E-C252-D2BB-EE1C-4279C3A2AA3A}"/>
          </ac:grpSpMkLst>
        </pc:grpChg>
        <pc:grpChg chg="add del mod">
          <ac:chgData name="Sanduni Pieris" userId="4ef668d554d0808a" providerId="LiveId" clId="{4A84CDE8-DC43-4B67-8631-568CBA30709D}" dt="2023-11-18T05:07:35.515" v="3992" actId="478"/>
          <ac:grpSpMkLst>
            <pc:docMk/>
            <pc:sldMk cId="1301654440" sldId="308"/>
            <ac:grpSpMk id="30" creationId="{19F47A07-55A4-1C4F-8EF6-7F20767F4CA7}"/>
          </ac:grpSpMkLst>
        </pc:grpChg>
        <pc:grpChg chg="add del mod">
          <ac:chgData name="Sanduni Pieris" userId="4ef668d554d0808a" providerId="LiveId" clId="{4A84CDE8-DC43-4B67-8631-568CBA30709D}" dt="2023-11-18T06:58:03.480" v="4471" actId="478"/>
          <ac:grpSpMkLst>
            <pc:docMk/>
            <pc:sldMk cId="1301654440" sldId="308"/>
            <ac:grpSpMk id="33" creationId="{5DBA6330-E9C4-D115-DE58-C54599745B37}"/>
          </ac:grpSpMkLst>
        </pc:grpChg>
        <pc:grpChg chg="add del mod">
          <ac:chgData name="Sanduni Pieris" userId="4ef668d554d0808a" providerId="LiveId" clId="{4A84CDE8-DC43-4B67-8631-568CBA30709D}" dt="2023-11-18T05:07:35.515" v="3992" actId="478"/>
          <ac:grpSpMkLst>
            <pc:docMk/>
            <pc:sldMk cId="1301654440" sldId="308"/>
            <ac:grpSpMk id="34" creationId="{34488BA9-7971-CF33-F64A-778AC594F063}"/>
          </ac:grpSpMkLst>
        </pc:grpChg>
        <pc:grpChg chg="mod">
          <ac:chgData name="Sanduni Pieris" userId="4ef668d554d0808a" providerId="LiveId" clId="{4A84CDE8-DC43-4B67-8631-568CBA30709D}" dt="2023-11-18T06:34:32.120" v="4434"/>
          <ac:grpSpMkLst>
            <pc:docMk/>
            <pc:sldMk cId="1301654440" sldId="308"/>
            <ac:grpSpMk id="34" creationId="{F857E80A-CD54-4604-7662-9249A15C24C8}"/>
          </ac:grpSpMkLst>
        </pc:grpChg>
        <pc:grpChg chg="add del mod">
          <ac:chgData name="Sanduni Pieris" userId="4ef668d554d0808a" providerId="LiveId" clId="{4A84CDE8-DC43-4B67-8631-568CBA30709D}" dt="2023-11-18T05:07:35.515" v="3992" actId="478"/>
          <ac:grpSpMkLst>
            <pc:docMk/>
            <pc:sldMk cId="1301654440" sldId="308"/>
            <ac:grpSpMk id="37" creationId="{3CF2C082-7866-721B-6124-9BF594A6A35A}"/>
          </ac:grpSpMkLst>
        </pc:grpChg>
        <pc:grpChg chg="add del mod">
          <ac:chgData name="Sanduni Pieris" userId="4ef668d554d0808a" providerId="LiveId" clId="{4A84CDE8-DC43-4B67-8631-568CBA30709D}" dt="2023-11-18T06:46:11.169" v="4455" actId="478"/>
          <ac:grpSpMkLst>
            <pc:docMk/>
            <pc:sldMk cId="1301654440" sldId="308"/>
            <ac:grpSpMk id="38" creationId="{AF020E4D-EAD4-574D-91E9-8AD08CD074E0}"/>
          </ac:grpSpMkLst>
        </pc:grpChg>
        <pc:grpChg chg="add 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38" creationId="{DCB9A587-EC23-B4FC-ED1F-3D7ACDA03384}"/>
          </ac:grpSpMkLst>
        </pc:grpChg>
        <pc:grpChg chg="mod">
          <ac:chgData name="Sanduni Pieris" userId="4ef668d554d0808a" providerId="LiveId" clId="{4A84CDE8-DC43-4B67-8631-568CBA30709D}" dt="2023-11-18T06:34:32.120" v="4434"/>
          <ac:grpSpMkLst>
            <pc:docMk/>
            <pc:sldMk cId="1301654440" sldId="308"/>
            <ac:grpSpMk id="39" creationId="{58C2408E-E198-E866-D6B1-6A76C05807D8}"/>
          </ac:grpSpMkLst>
        </pc:grpChg>
        <pc:grpChg chg="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39" creationId="{FA63A95D-DA66-378C-1AC5-439D09A04895}"/>
          </ac:grpSpMkLst>
        </pc:grpChg>
        <pc:grpChg chg="add del mod">
          <ac:chgData name="Sanduni Pieris" userId="4ef668d554d0808a" providerId="LiveId" clId="{4A84CDE8-DC43-4B67-8631-568CBA30709D}" dt="2023-11-18T05:07:35.515" v="3992" actId="478"/>
          <ac:grpSpMkLst>
            <pc:docMk/>
            <pc:sldMk cId="1301654440" sldId="308"/>
            <ac:grpSpMk id="40" creationId="{1FB6BCC8-ABCD-5D2F-97A8-8223AFE13C0B}"/>
          </ac:grpSpMkLst>
        </pc:grpChg>
        <pc:grpChg chg="add del mod">
          <ac:chgData name="Sanduni Pieris" userId="4ef668d554d0808a" providerId="LiveId" clId="{4A84CDE8-DC43-4B67-8631-568CBA30709D}" dt="2023-11-18T06:58:03.480" v="4471" actId="478"/>
          <ac:grpSpMkLst>
            <pc:docMk/>
            <pc:sldMk cId="1301654440" sldId="308"/>
            <ac:grpSpMk id="43" creationId="{A3A18F9B-F798-A340-0DAF-E36D087CF474}"/>
          </ac:grpSpMkLst>
        </pc:grpChg>
        <pc:grpChg chg="mod">
          <ac:chgData name="Sanduni Pieris" userId="4ef668d554d0808a" providerId="LiveId" clId="{4A84CDE8-DC43-4B67-8631-568CBA30709D}" dt="2023-11-18T06:34:32.120" v="4434"/>
          <ac:grpSpMkLst>
            <pc:docMk/>
            <pc:sldMk cId="1301654440" sldId="308"/>
            <ac:grpSpMk id="44" creationId="{C1E3E80A-CE18-2868-814D-8204A46D4EB8}"/>
          </ac:grpSpMkLst>
        </pc:grpChg>
        <pc:grpChg chg="add del mod">
          <ac:chgData name="Sanduni Pieris" userId="4ef668d554d0808a" providerId="LiveId" clId="{4A84CDE8-DC43-4B67-8631-568CBA30709D}" dt="2023-11-18T06:31:43.050" v="4423" actId="478"/>
          <ac:grpSpMkLst>
            <pc:docMk/>
            <pc:sldMk cId="1301654440" sldId="308"/>
            <ac:grpSpMk id="48" creationId="{02AF8C42-CC53-87D8-CA88-23EF7E54B887}"/>
          </ac:grpSpMkLst>
        </pc:grpChg>
        <pc:grpChg chg="add 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48" creationId="{970E058D-870D-1620-E257-F52EBC75F238}"/>
          </ac:grpSpMkLst>
        </pc:grpChg>
        <pc:grpChg chg="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49" creationId="{71B06AC4-F68B-9C9D-EBD2-38BB4745E666}"/>
          </ac:grpSpMkLst>
        </pc:grpChg>
        <pc:grpChg chg="add del mod">
          <ac:chgData name="Sanduni Pieris" userId="4ef668d554d0808a" providerId="LiveId" clId="{4A84CDE8-DC43-4B67-8631-568CBA30709D}" dt="2023-11-18T06:31:43.050" v="4423" actId="478"/>
          <ac:grpSpMkLst>
            <pc:docMk/>
            <pc:sldMk cId="1301654440" sldId="308"/>
            <ac:grpSpMk id="51" creationId="{00270300-B51C-589D-08F1-AE641723EEA1}"/>
          </ac:grpSpMkLst>
        </pc:grpChg>
        <pc:grpChg chg="add 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53" creationId="{89E17BF0-E6A2-B6B0-A912-DFC0D97E67F4}"/>
          </ac:grpSpMkLst>
        </pc:grpChg>
        <pc:grpChg chg="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54" creationId="{CB9078B2-9966-AD82-D0F2-E0E906DB580F}"/>
          </ac:grpSpMkLst>
        </pc:grpChg>
        <pc:grpChg chg="add del mod">
          <ac:chgData name="Sanduni Pieris" userId="4ef668d554d0808a" providerId="LiveId" clId="{4A84CDE8-DC43-4B67-8631-568CBA30709D}" dt="2023-11-18T06:31:43.050" v="4423" actId="478"/>
          <ac:grpSpMkLst>
            <pc:docMk/>
            <pc:sldMk cId="1301654440" sldId="308"/>
            <ac:grpSpMk id="54" creationId="{E22B3D66-4DEA-8BD6-A6CF-DC28ACAED6CA}"/>
          </ac:grpSpMkLst>
        </pc:grpChg>
        <pc:grpChg chg="add del mod">
          <ac:chgData name="Sanduni Pieris" userId="4ef668d554d0808a" providerId="LiveId" clId="{4A84CDE8-DC43-4B67-8631-568CBA30709D}" dt="2023-11-18T06:31:43.050" v="4423" actId="478"/>
          <ac:grpSpMkLst>
            <pc:docMk/>
            <pc:sldMk cId="1301654440" sldId="308"/>
            <ac:grpSpMk id="57" creationId="{037DA05F-2A65-64F4-9504-44B8ACF58D7E}"/>
          </ac:grpSpMkLst>
        </pc:grpChg>
        <pc:grpChg chg="add 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58" creationId="{FF139A74-B5E3-3EC9-E32F-4345C8207A38}"/>
          </ac:grpSpMkLst>
        </pc:grpChg>
        <pc:grpChg chg="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59" creationId="{A0D8E151-D15F-882A-7E30-9659345915A8}"/>
          </ac:grpSpMkLst>
        </pc:grpChg>
        <pc:grpChg chg="add del mod">
          <ac:chgData name="Sanduni Pieris" userId="4ef668d554d0808a" providerId="LiveId" clId="{4A84CDE8-DC43-4B67-8631-568CBA30709D}" dt="2023-11-18T06:31:43.050" v="4423" actId="478"/>
          <ac:grpSpMkLst>
            <pc:docMk/>
            <pc:sldMk cId="1301654440" sldId="308"/>
            <ac:grpSpMk id="60" creationId="{F98D06AD-4877-4FFA-0EEB-992EA85C1C3D}"/>
          </ac:grpSpMkLst>
        </pc:grpChg>
        <pc:grpChg chg="add 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63" creationId="{84C464C7-B7F3-56EE-75D4-1A695D1519E3}"/>
          </ac:grpSpMkLst>
        </pc:grpChg>
        <pc:grpChg chg="mod">
          <ac:chgData name="Sanduni Pieris" userId="4ef668d554d0808a" providerId="LiveId" clId="{4A84CDE8-DC43-4B67-8631-568CBA30709D}" dt="2023-11-18T07:07:26.629" v="4691"/>
          <ac:grpSpMkLst>
            <pc:docMk/>
            <pc:sldMk cId="1301654440" sldId="308"/>
            <ac:grpSpMk id="64" creationId="{DE87DAA4-94DD-094D-7381-41ECC4B65616}"/>
          </ac:grpSpMkLst>
        </pc:grpChg>
        <pc:grpChg chg="add del mod">
          <ac:chgData name="Sanduni Pieris" userId="4ef668d554d0808a" providerId="LiveId" clId="{4A84CDE8-DC43-4B67-8631-568CBA30709D}" dt="2023-11-18T06:37:39.406" v="4443" actId="478"/>
          <ac:grpSpMkLst>
            <pc:docMk/>
            <pc:sldMk cId="1301654440" sldId="308"/>
            <ac:grpSpMk id="68" creationId="{1B3CD408-8E52-88FC-D9DE-8737D89FBAE0}"/>
          </ac:grpSpMkLst>
        </pc:grpChg>
        <pc:grpChg chg="mod">
          <ac:chgData name="Sanduni Pieris" userId="4ef668d554d0808a" providerId="LiveId" clId="{4A84CDE8-DC43-4B67-8631-568CBA30709D}" dt="2023-11-18T06:34:32.120" v="4434"/>
          <ac:grpSpMkLst>
            <pc:docMk/>
            <pc:sldMk cId="1301654440" sldId="308"/>
            <ac:grpSpMk id="69" creationId="{947BA59A-C6D5-8316-2D32-8EC2D1701111}"/>
          </ac:grpSpMkLst>
        </pc:grpChg>
        <pc:grpChg chg="add del mod">
          <ac:chgData name="Sanduni Pieris" userId="4ef668d554d0808a" providerId="LiveId" clId="{4A84CDE8-DC43-4B67-8631-568CBA30709D}" dt="2023-11-18T06:58:03.480" v="4471" actId="478"/>
          <ac:grpSpMkLst>
            <pc:docMk/>
            <pc:sldMk cId="1301654440" sldId="308"/>
            <ac:grpSpMk id="73" creationId="{CC9BD518-5CC6-87AC-82C4-52B700DE52AF}"/>
          </ac:grpSpMkLst>
        </pc:grpChg>
        <pc:grpChg chg="mod">
          <ac:chgData name="Sanduni Pieris" userId="4ef668d554d0808a" providerId="LiveId" clId="{4A84CDE8-DC43-4B67-8631-568CBA30709D}" dt="2023-11-18T06:34:32.120" v="4434"/>
          <ac:grpSpMkLst>
            <pc:docMk/>
            <pc:sldMk cId="1301654440" sldId="308"/>
            <ac:grpSpMk id="74" creationId="{328DB133-F494-1FA9-CAE8-92253E92F4DC}"/>
          </ac:grpSpMkLst>
        </pc:grpChg>
        <pc:grpChg chg="add del mod">
          <ac:chgData name="Sanduni Pieris" userId="4ef668d554d0808a" providerId="LiveId" clId="{4A84CDE8-DC43-4B67-8631-568CBA30709D}" dt="2023-11-18T06:51:59.903" v="4463" actId="478"/>
          <ac:grpSpMkLst>
            <pc:docMk/>
            <pc:sldMk cId="1301654440" sldId="308"/>
            <ac:grpSpMk id="78" creationId="{A2A6F338-569A-FBE5-94A6-199FD3CD97F5}"/>
          </ac:grpSpMkLst>
        </pc:grpChg>
        <pc:grpChg chg="mod">
          <ac:chgData name="Sanduni Pieris" userId="4ef668d554d0808a" providerId="LiveId" clId="{4A84CDE8-DC43-4B67-8631-568CBA30709D}" dt="2023-11-18T06:37:39.799" v="4444"/>
          <ac:grpSpMkLst>
            <pc:docMk/>
            <pc:sldMk cId="1301654440" sldId="308"/>
            <ac:grpSpMk id="79" creationId="{7B27C89B-F013-2690-2934-267BB40E3095}"/>
          </ac:grpSpMkLst>
        </pc:grpChg>
        <pc:grpChg chg="add del mod">
          <ac:chgData name="Sanduni Pieris" userId="4ef668d554d0808a" providerId="LiveId" clId="{4A84CDE8-DC43-4B67-8631-568CBA30709D}" dt="2023-11-18T06:58:03.480" v="4471" actId="478"/>
          <ac:grpSpMkLst>
            <pc:docMk/>
            <pc:sldMk cId="1301654440" sldId="308"/>
            <ac:grpSpMk id="83" creationId="{8E983186-5F91-5613-CB54-AD908598E27A}"/>
          </ac:grpSpMkLst>
        </pc:grpChg>
        <pc:grpChg chg="mod">
          <ac:chgData name="Sanduni Pieris" userId="4ef668d554d0808a" providerId="LiveId" clId="{4A84CDE8-DC43-4B67-8631-568CBA30709D}" dt="2023-11-18T06:46:12.034" v="4456"/>
          <ac:grpSpMkLst>
            <pc:docMk/>
            <pc:sldMk cId="1301654440" sldId="308"/>
            <ac:grpSpMk id="84" creationId="{BE941D0D-9374-ED8C-100C-70D818E7FB6D}"/>
          </ac:grpSpMkLst>
        </pc:grpChg>
        <pc:grpChg chg="add del mod">
          <ac:chgData name="Sanduni Pieris" userId="4ef668d554d0808a" providerId="LiveId" clId="{4A84CDE8-DC43-4B67-8631-568CBA30709D}" dt="2023-11-18T06:58:03.480" v="4471" actId="478"/>
          <ac:grpSpMkLst>
            <pc:docMk/>
            <pc:sldMk cId="1301654440" sldId="308"/>
            <ac:grpSpMk id="88" creationId="{B029732D-02FA-8238-A3DC-904BB926E84A}"/>
          </ac:grpSpMkLst>
        </pc:grpChg>
        <pc:grpChg chg="mod">
          <ac:chgData name="Sanduni Pieris" userId="4ef668d554d0808a" providerId="LiveId" clId="{4A84CDE8-DC43-4B67-8631-568CBA30709D}" dt="2023-11-18T06:52:00.487" v="4464"/>
          <ac:grpSpMkLst>
            <pc:docMk/>
            <pc:sldMk cId="1301654440" sldId="308"/>
            <ac:grpSpMk id="89" creationId="{D015A41B-F523-8B11-7E43-D28D49120F5D}"/>
          </ac:grpSpMkLst>
        </pc:grpChg>
      </pc:sldChg>
      <pc:sldChg chg="addSp delSp modSp add mod ord modTransition">
        <pc:chgData name="Sanduni Pieris" userId="4ef668d554d0808a" providerId="LiveId" clId="{4A84CDE8-DC43-4B67-8631-568CBA30709D}" dt="2023-11-18T07:07:19.019" v="4689"/>
        <pc:sldMkLst>
          <pc:docMk/>
          <pc:sldMk cId="1349401627" sldId="309"/>
        </pc:sldMkLst>
        <pc:spChg chg="mod">
          <ac:chgData name="Sanduni Pieris" userId="4ef668d554d0808a" providerId="LiveId" clId="{4A84CDE8-DC43-4B67-8631-568CBA30709D}" dt="2023-11-18T04:55:32.753" v="3865" actId="1076"/>
          <ac:spMkLst>
            <pc:docMk/>
            <pc:sldMk cId="1349401627" sldId="309"/>
            <ac:spMk id="3" creationId="{0E46DB95-E873-D34C-F80D-1CCE472F4A84}"/>
          </ac:spMkLst>
        </pc:spChg>
        <pc:spChg chg="mod">
          <ac:chgData name="Sanduni Pieris" userId="4ef668d554d0808a" providerId="LiveId" clId="{4A84CDE8-DC43-4B67-8631-568CBA30709D}" dt="2023-11-18T04:54:19.966" v="3830" actId="207"/>
          <ac:spMkLst>
            <pc:docMk/>
            <pc:sldMk cId="1349401627" sldId="309"/>
            <ac:spMk id="4" creationId="{D621B1A9-D5C1-FBC8-90B6-7BFE51BDA958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7" creationId="{526D9B12-7269-F74B-8EA0-BC385674CDF0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7" creationId="{96A4313B-638D-E78F-C3F6-4F51F98EECE3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8" creationId="{51258EC8-2916-1F39-BD52-B9E9B1253FDE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8" creationId="{7B1E1177-EAE9-5531-6F4C-F38BFF7B1322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9" creationId="{6F695C1A-C648-81B2-4CC6-AF998AE138F9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9" creationId="{7A573DBA-2CFB-744C-9286-6A3A1F29B01D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12" creationId="{1C973D0C-D9B5-40FB-86FE-F95396FF783A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12" creationId="{334C89A8-1CD6-E922-FE21-751366CB4585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13" creationId="{357FDE13-EBAE-C60B-B1AB-F9557D155063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13" creationId="{AF931CB0-E029-4819-B4F4-71E58E3E4F57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14" creationId="{20520367-65AC-7E2F-ABBB-DEE013933902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14" creationId="{6CC2A8A1-4E3B-E1D4-DBF7-BCF9AF5AA61B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17" creationId="{0BFD8207-FAD4-E76F-F536-8908C80E7124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17" creationId="{8FD48F6A-3B97-74B9-CEB5-99F8F4B46C6F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18" creationId="{71ED2159-896A-2BCF-3EDC-D5290BAC9747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18" creationId="{884119D4-F613-DEA4-9CE2-1D05F56BB172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19" creationId="{28E32E16-D943-39D8-8276-6AE400FD2F8A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19" creationId="{77BA18B5-527E-F8C8-CC92-AB04D707839F}"/>
          </ac:spMkLst>
        </pc:spChg>
        <pc:spChg chg="mod">
          <ac:chgData name="Sanduni Pieris" userId="4ef668d554d0808a" providerId="LiveId" clId="{4A84CDE8-DC43-4B67-8631-568CBA30709D}" dt="2023-11-18T04:55:39.346" v="3866" actId="1076"/>
          <ac:spMkLst>
            <pc:docMk/>
            <pc:sldMk cId="1349401627" sldId="309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8T05:02:27.879" v="3982" actId="478"/>
          <ac:spMkLst>
            <pc:docMk/>
            <pc:sldMk cId="1349401627" sldId="309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8T05:02:27.879" v="3982" actId="478"/>
          <ac:spMkLst>
            <pc:docMk/>
            <pc:sldMk cId="1349401627" sldId="309"/>
            <ac:spMk id="22" creationId="{599886FB-C21F-3D31-F96D-4A4D08D3924A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23" creationId="{241731D2-0C80-DE26-76FC-0D05DC26780C}"/>
          </ac:spMkLst>
        </pc:spChg>
        <pc:spChg chg="del">
          <ac:chgData name="Sanduni Pieris" userId="4ef668d554d0808a" providerId="LiveId" clId="{4A84CDE8-DC43-4B67-8631-568CBA30709D}" dt="2023-11-18T05:02:27.879" v="3982" actId="478"/>
          <ac:spMkLst>
            <pc:docMk/>
            <pc:sldMk cId="1349401627" sldId="309"/>
            <ac:spMk id="23" creationId="{5584C798-52A5-01C5-B88E-E7377FDE9D6B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23" creationId="{7E924277-5705-45C0-6B1E-79D4B6743BB6}"/>
          </ac:spMkLst>
        </pc:spChg>
        <pc:spChg chg="del">
          <ac:chgData name="Sanduni Pieris" userId="4ef668d554d0808a" providerId="LiveId" clId="{4A84CDE8-DC43-4B67-8631-568CBA30709D}" dt="2023-11-18T05:02:27.879" v="3982" actId="478"/>
          <ac:spMkLst>
            <pc:docMk/>
            <pc:sldMk cId="1349401627" sldId="309"/>
            <ac:spMk id="24" creationId="{086B1CF4-C3C7-5D10-5A43-67104C1DC2D4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24" creationId="{95D45AB8-2C2D-4238-ABC3-84B7FEA1C1A3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24" creationId="{F0F0709F-2553-4FFC-7324-3A01027B089D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25" creationId="{7DBCBE0B-BD5D-8A5D-ED14-B0B697F8FE40}"/>
          </ac:spMkLst>
        </pc:spChg>
        <pc:spChg chg="del">
          <ac:chgData name="Sanduni Pieris" userId="4ef668d554d0808a" providerId="LiveId" clId="{4A84CDE8-DC43-4B67-8631-568CBA30709D}" dt="2023-11-18T05:02:27.879" v="3982" actId="478"/>
          <ac:spMkLst>
            <pc:docMk/>
            <pc:sldMk cId="1349401627" sldId="309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25" creationId="{F3EC7777-D9D0-B5D0-1420-4D1C8C71EA9C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27" creationId="{105584B5-9C30-43D3-E6D2-AAF5847FE528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28" creationId="{B459D866-69E5-FCE2-5263-D1FB2C006B22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28" creationId="{CDA72F17-FC10-C6E3-8764-4C714584FB50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28" creationId="{F9E11925-9CEC-B9C4-44D3-64A8B0770A3D}"/>
          </ac:spMkLst>
        </pc:spChg>
        <pc:spChg chg="mod">
          <ac:chgData name="Sanduni Pieris" userId="4ef668d554d0808a" providerId="LiveId" clId="{4A84CDE8-DC43-4B67-8631-568CBA30709D}" dt="2023-11-18T05:08:25.902" v="4013" actId="207"/>
          <ac:spMkLst>
            <pc:docMk/>
            <pc:sldMk cId="1349401627" sldId="309"/>
            <ac:spMk id="29" creationId="{3EDA6013-A278-AB5E-A69E-587947264EAB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30" creationId="{57570270-EF90-112E-33B8-F0C90C9F4814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30" creationId="{9947B7FA-3425-FD43-8B21-28A7344A3735}"/>
          </ac:spMkLst>
        </pc:spChg>
        <pc:spChg chg="mod">
          <ac:chgData name="Sanduni Pieris" userId="4ef668d554d0808a" providerId="LiveId" clId="{4A84CDE8-DC43-4B67-8631-568CBA30709D}" dt="2023-11-18T06:57:57.916" v="4470"/>
          <ac:spMkLst>
            <pc:docMk/>
            <pc:sldMk cId="1349401627" sldId="309"/>
            <ac:spMk id="31" creationId="{2E19BEF1-ADF3-72F4-56A8-8737549617C7}"/>
          </ac:spMkLst>
        </pc:spChg>
        <pc:spChg chg="mod">
          <ac:chgData name="Sanduni Pieris" userId="4ef668d554d0808a" providerId="LiveId" clId="{4A84CDE8-DC43-4B67-8631-568CBA30709D}" dt="2023-11-18T06:31:37.787" v="4422"/>
          <ac:spMkLst>
            <pc:docMk/>
            <pc:sldMk cId="1349401627" sldId="309"/>
            <ac:spMk id="31" creationId="{6C38A71C-C203-E8C1-E939-CB2F2E6A7ADD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31" creationId="{C5609FB6-0644-3636-1C47-B9950341D7A3}"/>
          </ac:spMkLst>
        </pc:spChg>
        <pc:spChg chg="mod">
          <ac:chgData name="Sanduni Pieris" userId="4ef668d554d0808a" providerId="LiveId" clId="{4A84CDE8-DC43-4B67-8631-568CBA30709D}" dt="2023-11-18T04:55:52.270" v="3871" actId="1076"/>
          <ac:spMkLst>
            <pc:docMk/>
            <pc:sldMk cId="1349401627" sldId="309"/>
            <ac:spMk id="32" creationId="{529C65B0-B4FE-24E5-377F-F196EB2A613E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33" creationId="{CE5E7EAD-12E0-DB99-C875-E7F5B48253E4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35" creationId="{214A300C-8FF3-4E3C-996D-A7626468FA67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35" creationId="{D09AF2DA-FE71-8A96-5B50-49E0DD7B95B7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36" creationId="{4D2821D7-4C79-4F10-1A71-0BCDF328061B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36" creationId="{98EE7F68-7E62-BFEF-91D9-EB47CC322A8C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37" creationId="{CBF5C294-560C-7AB6-F480-4324A7AB2247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38" creationId="{37AE8F24-B652-7FE6-6877-BDB19FCA6B6F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39" creationId="{102A77A0-B90D-A097-B314-81BE01B4ADED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40" creationId="{A42971E1-C6EF-8DCC-BA84-E2982E652957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40" creationId="{F0BD8B4D-0E30-AA01-B671-227DB89F2F74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41" creationId="{23430C3C-AE9C-3D71-8FAA-E8BC3C540B7B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41" creationId="{6C988264-E75E-DDAB-51D5-4F268A6F894F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41" creationId="{F1036C69-0654-671C-BD4C-3154CE4E559E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42" creationId="{2F0C3982-3AB3-9058-C02C-2FF7A9CF5B76}"/>
          </ac:spMkLst>
        </pc:spChg>
        <pc:spChg chg="mod">
          <ac:chgData name="Sanduni Pieris" userId="4ef668d554d0808a" providerId="LiveId" clId="{4A84CDE8-DC43-4B67-8631-568CBA30709D}" dt="2023-11-18T05:02:28.530" v="3983"/>
          <ac:spMkLst>
            <pc:docMk/>
            <pc:sldMk cId="1349401627" sldId="309"/>
            <ac:spMk id="42" creationId="{343D98C2-FBAD-B8EF-AFA6-028F94693181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42" creationId="{5FE0014F-0A41-2A53-5807-55AC47C475E3}"/>
          </ac:spMkLst>
        </pc:spChg>
        <pc:spChg chg="add del mod">
          <ac:chgData name="Sanduni Pieris" userId="4ef668d554d0808a" providerId="LiveId" clId="{4A84CDE8-DC43-4B67-8631-568CBA30709D}" dt="2023-11-18T05:07:41.767" v="3994" actId="478"/>
          <ac:spMkLst>
            <pc:docMk/>
            <pc:sldMk cId="1349401627" sldId="309"/>
            <ac:spMk id="43" creationId="{3E5D6676-0B58-5CC7-77CD-747FFF6179E7}"/>
          </ac:spMkLst>
        </pc:spChg>
        <pc:spChg chg="add del mod">
          <ac:chgData name="Sanduni Pieris" userId="4ef668d554d0808a" providerId="LiveId" clId="{4A84CDE8-DC43-4B67-8631-568CBA30709D}" dt="2023-11-18T05:07:41.767" v="3994" actId="478"/>
          <ac:spMkLst>
            <pc:docMk/>
            <pc:sldMk cId="1349401627" sldId="309"/>
            <ac:spMk id="44" creationId="{593CAEBC-E0FD-63D7-3E08-4001A8236557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45" creationId="{7717F5DD-12BF-EE3A-2A70-99BBAD3DE77D}"/>
          </ac:spMkLst>
        </pc:spChg>
        <pc:spChg chg="add del mod">
          <ac:chgData name="Sanduni Pieris" userId="4ef668d554d0808a" providerId="LiveId" clId="{4A84CDE8-DC43-4B67-8631-568CBA30709D}" dt="2023-11-18T05:07:41.767" v="3994" actId="478"/>
          <ac:spMkLst>
            <pc:docMk/>
            <pc:sldMk cId="1349401627" sldId="309"/>
            <ac:spMk id="45" creationId="{EC8D30D4-3169-C0C9-2FE8-F6CB8E69507A}"/>
          </ac:spMkLst>
        </pc:spChg>
        <pc:spChg chg="add del mod">
          <ac:chgData name="Sanduni Pieris" userId="4ef668d554d0808a" providerId="LiveId" clId="{4A84CDE8-DC43-4B67-8631-568CBA30709D}" dt="2023-11-18T05:07:41.767" v="3994" actId="478"/>
          <ac:spMkLst>
            <pc:docMk/>
            <pc:sldMk cId="1349401627" sldId="309"/>
            <ac:spMk id="46" creationId="{DBE1067E-EBD4-E3B3-3CC3-D89F7A6C8C1C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46" creationId="{DD27C51E-0C5C-C7EE-E6C9-15C701B995F0}"/>
          </ac:spMkLst>
        </pc:spChg>
        <pc:spChg chg="add del mod">
          <ac:chgData name="Sanduni Pieris" userId="4ef668d554d0808a" providerId="LiveId" clId="{4A84CDE8-DC43-4B67-8631-568CBA30709D}" dt="2023-11-18T05:07:41.767" v="3994" actId="478"/>
          <ac:spMkLst>
            <pc:docMk/>
            <pc:sldMk cId="1349401627" sldId="309"/>
            <ac:spMk id="47" creationId="{5A66EDF7-8A27-D386-5933-F67CDC71D458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47" creationId="{E20A6774-5948-D47E-3F05-0E376FBD3F31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49" creationId="{060EB1BF-606F-56D7-0EA3-70FB98E80C28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50" creationId="{4F4172B9-8CE0-5E3A-A30B-6C59A9BFED96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0" creationId="{7CD6066D-6FD7-3C55-96EA-F2A323447E40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51" creationId="{83D2EDB9-2FFE-2541-4A77-C16DD8E8CC0C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52" creationId="{35C01EAE-3E54-C496-195E-44AB79F8F599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2" creationId="{FFFD1252-01E7-5816-86B4-6595BAFE1F90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3" creationId="{0B87AD20-1709-857E-F87F-4CCEE23CE28D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55" creationId="{AA9F0D9A-9E10-6D29-F240-D2B8FEA95401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5" creationId="{F0249650-3F23-A727-A1F8-683ECA929180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56" creationId="{8E688D1D-D2C5-1AC1-68B5-472A5AB17C87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6" creationId="{CB29FC76-7291-3F24-5C01-1C8FA4286D62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57" creationId="{BCDE820E-FBCE-909B-C266-26F6B0F07B5D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8" creationId="{40C41C1C-5EAA-1BB4-9618-B5E2AAE4C116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59" creationId="{B5A93E0A-EF47-623E-187C-5515D8BD8C15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60" creationId="{131381B7-C6DA-143C-5593-BE53FD7AAA39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61" creationId="{0B2D4D2C-DBC1-8303-5697-CF9768154582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61" creationId="{B18A81EA-799E-505A-AEE7-CBFA378C2D44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62" creationId="{2F8AF5BC-8ED1-946E-CE71-450770485AE3}"/>
          </ac:spMkLst>
        </pc:spChg>
        <pc:spChg chg="mod">
          <ac:chgData name="Sanduni Pieris" userId="4ef668d554d0808a" providerId="LiveId" clId="{4A84CDE8-DC43-4B67-8631-568CBA30709D}" dt="2023-11-18T05:07:42.380" v="3995"/>
          <ac:spMkLst>
            <pc:docMk/>
            <pc:sldMk cId="1349401627" sldId="309"/>
            <ac:spMk id="62" creationId="{E3DE5E36-BD21-636A-2594-A61C36434492}"/>
          </ac:spMkLst>
        </pc:spChg>
        <pc:spChg chg="add del mod">
          <ac:chgData name="Sanduni Pieris" userId="4ef668d554d0808a" providerId="LiveId" clId="{4A84CDE8-DC43-4B67-8631-568CBA30709D}" dt="2023-11-18T06:31:37.113" v="4421" actId="478"/>
          <ac:spMkLst>
            <pc:docMk/>
            <pc:sldMk cId="1349401627" sldId="309"/>
            <ac:spMk id="63" creationId="{CEC91DC4-1C0B-FADA-F954-0E0B413F4851}"/>
          </ac:spMkLst>
        </pc:spChg>
        <pc:spChg chg="add del mod">
          <ac:chgData name="Sanduni Pieris" userId="4ef668d554d0808a" providerId="LiveId" clId="{4A84CDE8-DC43-4B67-8631-568CBA30709D}" dt="2023-11-18T06:31:37.113" v="4421" actId="478"/>
          <ac:spMkLst>
            <pc:docMk/>
            <pc:sldMk cId="1349401627" sldId="309"/>
            <ac:spMk id="64" creationId="{A0F512E9-B50F-FC6E-938D-6936482E768C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65" creationId="{5765FFFA-C666-118B-8FAB-D433A78C3B45}"/>
          </ac:spMkLst>
        </pc:spChg>
        <pc:spChg chg="add del mod">
          <ac:chgData name="Sanduni Pieris" userId="4ef668d554d0808a" providerId="LiveId" clId="{4A84CDE8-DC43-4B67-8631-568CBA30709D}" dt="2023-11-18T06:31:37.113" v="4421" actId="478"/>
          <ac:spMkLst>
            <pc:docMk/>
            <pc:sldMk cId="1349401627" sldId="309"/>
            <ac:spMk id="65" creationId="{C9B1B78A-64CC-5B09-588A-F67B79F7897B}"/>
          </ac:spMkLst>
        </pc:spChg>
        <pc:spChg chg="add del mod">
          <ac:chgData name="Sanduni Pieris" userId="4ef668d554d0808a" providerId="LiveId" clId="{4A84CDE8-DC43-4B67-8631-568CBA30709D}" dt="2023-11-18T06:31:37.113" v="4421" actId="478"/>
          <ac:spMkLst>
            <pc:docMk/>
            <pc:sldMk cId="1349401627" sldId="309"/>
            <ac:spMk id="66" creationId="{1BABC97B-7E19-C0CE-C5E3-AF97BC4EA90F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66" creationId="{ADDF4B69-2A14-8F49-9207-304D71229589}"/>
          </ac:spMkLst>
        </pc:spChg>
        <pc:spChg chg="mod">
          <ac:chgData name="Sanduni Pieris" userId="4ef668d554d0808a" providerId="LiveId" clId="{4A84CDE8-DC43-4B67-8631-568CBA30709D}" dt="2023-11-18T07:07:19.019" v="4689"/>
          <ac:spMkLst>
            <pc:docMk/>
            <pc:sldMk cId="1349401627" sldId="309"/>
            <ac:spMk id="67" creationId="{2903D587-FBE8-DD8C-824E-854926295FE2}"/>
          </ac:spMkLst>
        </pc:spChg>
        <pc:spChg chg="add del mod">
          <ac:chgData name="Sanduni Pieris" userId="4ef668d554d0808a" providerId="LiveId" clId="{4A84CDE8-DC43-4B67-8631-568CBA30709D}" dt="2023-11-18T06:31:37.113" v="4421" actId="478"/>
          <ac:spMkLst>
            <pc:docMk/>
            <pc:sldMk cId="1349401627" sldId="309"/>
            <ac:spMk id="67" creationId="{9FA6E391-4521-B31E-5620-5DB12DCD5A05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70" creationId="{F024052F-7EBE-52DE-2731-8AF5A69FDD6B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71" creationId="{9B2BAB4F-C7AB-31ED-3D9A-593343D85911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72" creationId="{C5DDA21F-02A2-F5C3-A890-5AEB0018A139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75" creationId="{481D7245-E52C-C96A-4EF0-D67C75D74035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76" creationId="{98816C03-6124-7955-DF1F-C32067FD1F7F}"/>
          </ac:spMkLst>
        </pc:spChg>
        <pc:spChg chg="mod">
          <ac:chgData name="Sanduni Pieris" userId="4ef668d554d0808a" providerId="LiveId" clId="{4A84CDE8-DC43-4B67-8631-568CBA30709D}" dt="2023-11-18T06:34:24.923" v="4432"/>
          <ac:spMkLst>
            <pc:docMk/>
            <pc:sldMk cId="1349401627" sldId="309"/>
            <ac:spMk id="77" creationId="{32810045-72C9-4947-4960-690234312AAF}"/>
          </ac:spMkLst>
        </pc:spChg>
        <pc:spChg chg="mod">
          <ac:chgData name="Sanduni Pieris" userId="4ef668d554d0808a" providerId="LiveId" clId="{4A84CDE8-DC43-4B67-8631-568CBA30709D}" dt="2023-11-18T06:37:35.793" v="4442"/>
          <ac:spMkLst>
            <pc:docMk/>
            <pc:sldMk cId="1349401627" sldId="309"/>
            <ac:spMk id="80" creationId="{BDACDBB7-DFEF-9631-EEBE-A7A81473CE28}"/>
          </ac:spMkLst>
        </pc:spChg>
        <pc:spChg chg="mod">
          <ac:chgData name="Sanduni Pieris" userId="4ef668d554d0808a" providerId="LiveId" clId="{4A84CDE8-DC43-4B67-8631-568CBA30709D}" dt="2023-11-18T06:37:35.793" v="4442"/>
          <ac:spMkLst>
            <pc:docMk/>
            <pc:sldMk cId="1349401627" sldId="309"/>
            <ac:spMk id="81" creationId="{2B6DE28F-581D-8006-D73D-F89A8E259204}"/>
          </ac:spMkLst>
        </pc:spChg>
        <pc:spChg chg="mod">
          <ac:chgData name="Sanduni Pieris" userId="4ef668d554d0808a" providerId="LiveId" clId="{4A84CDE8-DC43-4B67-8631-568CBA30709D}" dt="2023-11-18T06:37:35.793" v="4442"/>
          <ac:spMkLst>
            <pc:docMk/>
            <pc:sldMk cId="1349401627" sldId="309"/>
            <ac:spMk id="82" creationId="{636C39AD-EA97-7FE9-6934-776C6C9BF33E}"/>
          </ac:spMkLst>
        </pc:spChg>
        <pc:spChg chg="mod">
          <ac:chgData name="Sanduni Pieris" userId="4ef668d554d0808a" providerId="LiveId" clId="{4A84CDE8-DC43-4B67-8631-568CBA30709D}" dt="2023-11-18T06:46:07.192" v="4454"/>
          <ac:spMkLst>
            <pc:docMk/>
            <pc:sldMk cId="1349401627" sldId="309"/>
            <ac:spMk id="85" creationId="{6930054C-D121-841E-6DD4-8C14B0252C50}"/>
          </ac:spMkLst>
        </pc:spChg>
        <pc:spChg chg="mod">
          <ac:chgData name="Sanduni Pieris" userId="4ef668d554d0808a" providerId="LiveId" clId="{4A84CDE8-DC43-4B67-8631-568CBA30709D}" dt="2023-11-18T06:46:07.192" v="4454"/>
          <ac:spMkLst>
            <pc:docMk/>
            <pc:sldMk cId="1349401627" sldId="309"/>
            <ac:spMk id="86" creationId="{A0E62038-EB76-176B-A7FC-B1092BD9B983}"/>
          </ac:spMkLst>
        </pc:spChg>
        <pc:spChg chg="mod">
          <ac:chgData name="Sanduni Pieris" userId="4ef668d554d0808a" providerId="LiveId" clId="{4A84CDE8-DC43-4B67-8631-568CBA30709D}" dt="2023-11-18T06:46:07.192" v="4454"/>
          <ac:spMkLst>
            <pc:docMk/>
            <pc:sldMk cId="1349401627" sldId="309"/>
            <ac:spMk id="87" creationId="{D42BEF86-98E7-F8E0-E521-DDF2F7487455}"/>
          </ac:spMkLst>
        </pc:spChg>
        <pc:spChg chg="mod">
          <ac:chgData name="Sanduni Pieris" userId="4ef668d554d0808a" providerId="LiveId" clId="{4A84CDE8-DC43-4B67-8631-568CBA30709D}" dt="2023-11-18T06:51:54.134" v="4462"/>
          <ac:spMkLst>
            <pc:docMk/>
            <pc:sldMk cId="1349401627" sldId="309"/>
            <ac:spMk id="90" creationId="{91CEC3FC-798E-B2D5-CEA7-CFD8FC771F91}"/>
          </ac:spMkLst>
        </pc:spChg>
        <pc:spChg chg="mod">
          <ac:chgData name="Sanduni Pieris" userId="4ef668d554d0808a" providerId="LiveId" clId="{4A84CDE8-DC43-4B67-8631-568CBA30709D}" dt="2023-11-18T06:51:54.134" v="4462"/>
          <ac:spMkLst>
            <pc:docMk/>
            <pc:sldMk cId="1349401627" sldId="309"/>
            <ac:spMk id="91" creationId="{8F8066B3-A978-96E0-5282-F14EAE46660B}"/>
          </ac:spMkLst>
        </pc:spChg>
        <pc:spChg chg="mod">
          <ac:chgData name="Sanduni Pieris" userId="4ef668d554d0808a" providerId="LiveId" clId="{4A84CDE8-DC43-4B67-8631-568CBA30709D}" dt="2023-11-18T06:51:54.134" v="4462"/>
          <ac:spMkLst>
            <pc:docMk/>
            <pc:sldMk cId="1349401627" sldId="309"/>
            <ac:spMk id="92" creationId="{A7C1CAF9-135E-714A-79E5-2CD859A76D03}"/>
          </ac:spMkLst>
        </pc:spChg>
        <pc:grpChg chg="add del mod">
          <ac:chgData name="Sanduni Pieris" userId="4ef668d554d0808a" providerId="LiveId" clId="{4A84CDE8-DC43-4B67-8631-568CBA30709D}" dt="2023-11-18T06:34:24.321" v="4431" actId="478"/>
          <ac:grpSpMkLst>
            <pc:docMk/>
            <pc:sldMk cId="1349401627" sldId="309"/>
            <ac:grpSpMk id="5" creationId="{9C79229A-9F6D-CDB4-1D19-D8FF5C7BE818}"/>
          </ac:grpSpMkLst>
        </pc:grpChg>
        <pc:grpChg chg="add del mod">
          <ac:chgData name="Sanduni Pieris" userId="4ef668d554d0808a" providerId="LiveId" clId="{4A84CDE8-DC43-4B67-8631-568CBA30709D}" dt="2023-11-18T07:07:18.250" v="4688" actId="478"/>
          <ac:grpSpMkLst>
            <pc:docMk/>
            <pc:sldMk cId="1349401627" sldId="309"/>
            <ac:grpSpMk id="5" creationId="{DB9D945E-49FD-A169-879F-CE4438E11B8D}"/>
          </ac:grpSpMkLst>
        </pc:grpChg>
        <pc:grpChg chg="mod">
          <ac:chgData name="Sanduni Pieris" userId="4ef668d554d0808a" providerId="LiveId" clId="{4A84CDE8-DC43-4B67-8631-568CBA30709D}" dt="2023-11-18T06:57:57.916" v="4470"/>
          <ac:grpSpMkLst>
            <pc:docMk/>
            <pc:sldMk cId="1349401627" sldId="309"/>
            <ac:grpSpMk id="6" creationId="{3D04B35A-5650-E945-FC2D-7F14CEEF0DF5}"/>
          </ac:grpSpMkLst>
        </pc:grpChg>
        <pc:grpChg chg="mod">
          <ac:chgData name="Sanduni Pieris" userId="4ef668d554d0808a" providerId="LiveId" clId="{4A84CDE8-DC43-4B67-8631-568CBA30709D}" dt="2023-11-18T06:31:37.787" v="4422"/>
          <ac:grpSpMkLst>
            <pc:docMk/>
            <pc:sldMk cId="1349401627" sldId="309"/>
            <ac:grpSpMk id="6" creationId="{8CAF71B6-DA82-95AB-EC33-E58BACBDF03F}"/>
          </ac:grpSpMkLst>
        </pc:grpChg>
        <pc:grpChg chg="del">
          <ac:chgData name="Sanduni Pieris" userId="4ef668d554d0808a" providerId="LiveId" clId="{4A84CDE8-DC43-4B67-8631-568CBA30709D}" dt="2023-11-18T05:02:27.879" v="3982" actId="478"/>
          <ac:grpSpMkLst>
            <pc:docMk/>
            <pc:sldMk cId="1349401627" sldId="309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8T05:02:27.879" v="3982" actId="478"/>
          <ac:grpSpMkLst>
            <pc:docMk/>
            <pc:sldMk cId="1349401627" sldId="309"/>
            <ac:grpSpMk id="8" creationId="{0AC7B6D9-D397-A753-2A41-6DB20A91212A}"/>
          </ac:grpSpMkLst>
        </pc:grpChg>
        <pc:grpChg chg="add del mod">
          <ac:chgData name="Sanduni Pieris" userId="4ef668d554d0808a" providerId="LiveId" clId="{4A84CDE8-DC43-4B67-8631-568CBA30709D}" dt="2023-11-18T06:34:24.321" v="4431" actId="478"/>
          <ac:grpSpMkLst>
            <pc:docMk/>
            <pc:sldMk cId="1349401627" sldId="309"/>
            <ac:grpSpMk id="10" creationId="{172DAA51-0772-2ECA-7F79-F67B28CAFDC8}"/>
          </ac:grpSpMkLst>
        </pc:grpChg>
        <pc:grpChg chg="add del mod">
          <ac:chgData name="Sanduni Pieris" userId="4ef668d554d0808a" providerId="LiveId" clId="{4A84CDE8-DC43-4B67-8631-568CBA30709D}" dt="2023-11-18T07:07:18.250" v="4688" actId="478"/>
          <ac:grpSpMkLst>
            <pc:docMk/>
            <pc:sldMk cId="1349401627" sldId="309"/>
            <ac:grpSpMk id="10" creationId="{987BDDB0-2B15-3E80-AA04-459FA0A1E06D}"/>
          </ac:grpSpMkLst>
        </pc:grpChg>
        <pc:grpChg chg="mod">
          <ac:chgData name="Sanduni Pieris" userId="4ef668d554d0808a" providerId="LiveId" clId="{4A84CDE8-DC43-4B67-8631-568CBA30709D}" dt="2023-11-18T06:31:37.787" v="4422"/>
          <ac:grpSpMkLst>
            <pc:docMk/>
            <pc:sldMk cId="1349401627" sldId="309"/>
            <ac:grpSpMk id="11" creationId="{01B61A51-AE32-E6C1-49E3-2E39CF88828C}"/>
          </ac:grpSpMkLst>
        </pc:grpChg>
        <pc:grpChg chg="mod">
          <ac:chgData name="Sanduni Pieris" userId="4ef668d554d0808a" providerId="LiveId" clId="{4A84CDE8-DC43-4B67-8631-568CBA30709D}" dt="2023-11-18T06:57:57.916" v="4470"/>
          <ac:grpSpMkLst>
            <pc:docMk/>
            <pc:sldMk cId="1349401627" sldId="309"/>
            <ac:grpSpMk id="11" creationId="{37EBCD43-DD6A-776E-C5BC-D97CBB88D8CA}"/>
          </ac:grpSpMkLst>
        </pc:grpChg>
        <pc:grpChg chg="del">
          <ac:chgData name="Sanduni Pieris" userId="4ef668d554d0808a" providerId="LiveId" clId="{4A84CDE8-DC43-4B67-8631-568CBA30709D}" dt="2023-11-18T05:02:27.879" v="3982" actId="478"/>
          <ac:grpSpMkLst>
            <pc:docMk/>
            <pc:sldMk cId="1349401627" sldId="309"/>
            <ac:grpSpMk id="11" creationId="{5ED36455-8D26-BC51-F382-BCD9A943D9CD}"/>
          </ac:grpSpMkLst>
        </pc:grpChg>
        <pc:grpChg chg="del">
          <ac:chgData name="Sanduni Pieris" userId="4ef668d554d0808a" providerId="LiveId" clId="{4A84CDE8-DC43-4B67-8631-568CBA30709D}" dt="2023-11-18T05:02:27.879" v="3982" actId="478"/>
          <ac:grpSpMkLst>
            <pc:docMk/>
            <pc:sldMk cId="1349401627" sldId="309"/>
            <ac:grpSpMk id="14" creationId="{6F8BED47-8AEB-751A-286C-1565FD0BE37A}"/>
          </ac:grpSpMkLst>
        </pc:grpChg>
        <pc:grpChg chg="add del mod">
          <ac:chgData name="Sanduni Pieris" userId="4ef668d554d0808a" providerId="LiveId" clId="{4A84CDE8-DC43-4B67-8631-568CBA30709D}" dt="2023-11-18T06:34:24.321" v="4431" actId="478"/>
          <ac:grpSpMkLst>
            <pc:docMk/>
            <pc:sldMk cId="1349401627" sldId="309"/>
            <ac:grpSpMk id="15" creationId="{19B0D28C-8546-3E79-9556-EAEF90A63CF6}"/>
          </ac:grpSpMkLst>
        </pc:grpChg>
        <pc:grpChg chg="add del mod">
          <ac:chgData name="Sanduni Pieris" userId="4ef668d554d0808a" providerId="LiveId" clId="{4A84CDE8-DC43-4B67-8631-568CBA30709D}" dt="2023-11-18T07:07:18.250" v="4688" actId="478"/>
          <ac:grpSpMkLst>
            <pc:docMk/>
            <pc:sldMk cId="1349401627" sldId="309"/>
            <ac:grpSpMk id="15" creationId="{AC9ACCA0-684D-D51C-965D-2A2A0B8BD61D}"/>
          </ac:grpSpMkLst>
        </pc:grpChg>
        <pc:grpChg chg="mod">
          <ac:chgData name="Sanduni Pieris" userId="4ef668d554d0808a" providerId="LiveId" clId="{4A84CDE8-DC43-4B67-8631-568CBA30709D}" dt="2023-11-18T06:31:37.787" v="4422"/>
          <ac:grpSpMkLst>
            <pc:docMk/>
            <pc:sldMk cId="1349401627" sldId="309"/>
            <ac:grpSpMk id="16" creationId="{7E0C770B-32C5-1F27-05BA-A0A3139738D7}"/>
          </ac:grpSpMkLst>
        </pc:grpChg>
        <pc:grpChg chg="mod">
          <ac:chgData name="Sanduni Pieris" userId="4ef668d554d0808a" providerId="LiveId" clId="{4A84CDE8-DC43-4B67-8631-568CBA30709D}" dt="2023-11-18T06:57:57.916" v="4470"/>
          <ac:grpSpMkLst>
            <pc:docMk/>
            <pc:sldMk cId="1349401627" sldId="309"/>
            <ac:grpSpMk id="16" creationId="{FE19EE81-8789-7DC0-4C47-1449E2FBA264}"/>
          </ac:grpSpMkLst>
        </pc:grpChg>
        <pc:grpChg chg="del">
          <ac:chgData name="Sanduni Pieris" userId="4ef668d554d0808a" providerId="LiveId" clId="{4A84CDE8-DC43-4B67-8631-568CBA30709D}" dt="2023-11-18T05:02:27.879" v="3982" actId="478"/>
          <ac:grpSpMkLst>
            <pc:docMk/>
            <pc:sldMk cId="1349401627" sldId="309"/>
            <ac:grpSpMk id="17" creationId="{603428E7-4E22-E544-B84E-ED930CD7705D}"/>
          </ac:grpSpMkLst>
        </pc:grpChg>
        <pc:grpChg chg="add del mod">
          <ac:chgData name="Sanduni Pieris" userId="4ef668d554d0808a" providerId="LiveId" clId="{4A84CDE8-DC43-4B67-8631-568CBA30709D}" dt="2023-11-18T07:07:18.250" v="4688" actId="478"/>
          <ac:grpSpMkLst>
            <pc:docMk/>
            <pc:sldMk cId="1349401627" sldId="309"/>
            <ac:grpSpMk id="21" creationId="{A2CDE136-163A-8B2D-11F9-63A3D53E3D77}"/>
          </ac:grpSpMkLst>
        </pc:grpChg>
        <pc:grpChg chg="add del mod">
          <ac:chgData name="Sanduni Pieris" userId="4ef668d554d0808a" providerId="LiveId" clId="{4A84CDE8-DC43-4B67-8631-568CBA30709D}" dt="2023-11-18T06:34:24.321" v="4431" actId="478"/>
          <ac:grpSpMkLst>
            <pc:docMk/>
            <pc:sldMk cId="1349401627" sldId="309"/>
            <ac:grpSpMk id="21" creationId="{B23B5A9D-BDA1-75F2-72FB-7CA7770A8ED0}"/>
          </ac:grpSpMkLst>
        </pc:grpChg>
        <pc:grpChg chg="mod">
          <ac:chgData name="Sanduni Pieris" userId="4ef668d554d0808a" providerId="LiveId" clId="{4A84CDE8-DC43-4B67-8631-568CBA30709D}" dt="2023-11-18T06:31:37.787" v="4422"/>
          <ac:grpSpMkLst>
            <pc:docMk/>
            <pc:sldMk cId="1349401627" sldId="309"/>
            <ac:grpSpMk id="22" creationId="{04087108-2049-E034-857F-DECCE8E3865A}"/>
          </ac:grpSpMkLst>
        </pc:grpChg>
        <pc:grpChg chg="mod">
          <ac:chgData name="Sanduni Pieris" userId="4ef668d554d0808a" providerId="LiveId" clId="{4A84CDE8-DC43-4B67-8631-568CBA30709D}" dt="2023-11-18T06:57:57.916" v="4470"/>
          <ac:grpSpMkLst>
            <pc:docMk/>
            <pc:sldMk cId="1349401627" sldId="309"/>
            <ac:grpSpMk id="22" creationId="{08483447-2E51-8C95-F5D1-098156441C61}"/>
          </ac:grpSpMkLst>
        </pc:grpChg>
        <pc:grpChg chg="add del mod">
          <ac:chgData name="Sanduni Pieris" userId="4ef668d554d0808a" providerId="LiveId" clId="{4A84CDE8-DC43-4B67-8631-568CBA30709D}" dt="2023-11-18T06:34:24.321" v="4431" actId="478"/>
          <ac:grpSpMkLst>
            <pc:docMk/>
            <pc:sldMk cId="1349401627" sldId="309"/>
            <ac:grpSpMk id="26" creationId="{2AFF4145-7DF1-BEEB-9394-7967D99BAD12}"/>
          </ac:grpSpMkLst>
        </pc:grpChg>
        <pc:grpChg chg="add del mod">
          <ac:chgData name="Sanduni Pieris" userId="4ef668d554d0808a" providerId="LiveId" clId="{4A84CDE8-DC43-4B67-8631-568CBA30709D}" dt="2023-11-18T05:07:41.767" v="3994" actId="478"/>
          <ac:grpSpMkLst>
            <pc:docMk/>
            <pc:sldMk cId="1349401627" sldId="309"/>
            <ac:grpSpMk id="26" creationId="{5282B79B-0D09-48AD-E1D1-420D7504B8C4}"/>
          </ac:grpSpMkLst>
        </pc:grpChg>
        <pc:grpChg chg="add del mod">
          <ac:chgData name="Sanduni Pieris" userId="4ef668d554d0808a" providerId="LiveId" clId="{4A84CDE8-DC43-4B67-8631-568CBA30709D}" dt="2023-11-18T07:07:18.250" v="4688" actId="478"/>
          <ac:grpSpMkLst>
            <pc:docMk/>
            <pc:sldMk cId="1349401627" sldId="309"/>
            <ac:grpSpMk id="26" creationId="{F41E9211-2348-38F5-D576-DB54BE3EB758}"/>
          </ac:grpSpMkLst>
        </pc:grpChg>
        <pc:grpChg chg="mod">
          <ac:chgData name="Sanduni Pieris" userId="4ef668d554d0808a" providerId="LiveId" clId="{4A84CDE8-DC43-4B67-8631-568CBA30709D}" dt="2023-11-18T06:57:57.916" v="4470"/>
          <ac:grpSpMkLst>
            <pc:docMk/>
            <pc:sldMk cId="1349401627" sldId="309"/>
            <ac:grpSpMk id="27" creationId="{61D0E509-1AD2-7DEE-A31A-1F4AABD49213}"/>
          </ac:grpSpMkLst>
        </pc:grpChg>
        <pc:grpChg chg="mod">
          <ac:chgData name="Sanduni Pieris" userId="4ef668d554d0808a" providerId="LiveId" clId="{4A84CDE8-DC43-4B67-8631-568CBA30709D}" dt="2023-11-18T06:31:37.787" v="4422"/>
          <ac:grpSpMkLst>
            <pc:docMk/>
            <pc:sldMk cId="1349401627" sldId="309"/>
            <ac:grpSpMk id="27" creationId="{D2ECC9E3-32EA-4441-6015-2CAD0766F8EC}"/>
          </ac:grpSpMkLst>
        </pc:grpChg>
        <pc:grpChg chg="add del mod">
          <ac:chgData name="Sanduni Pieris" userId="4ef668d554d0808a" providerId="LiveId" clId="{4A84CDE8-DC43-4B67-8631-568CBA30709D}" dt="2023-11-18T05:07:41.767" v="3994" actId="478"/>
          <ac:grpSpMkLst>
            <pc:docMk/>
            <pc:sldMk cId="1349401627" sldId="309"/>
            <ac:grpSpMk id="30" creationId="{17301230-0B0A-C372-B6CA-B0519D6BE3F5}"/>
          </ac:grpSpMkLst>
        </pc:grpChg>
        <pc:grpChg chg="add del mod">
          <ac:chgData name="Sanduni Pieris" userId="4ef668d554d0808a" providerId="LiveId" clId="{4A84CDE8-DC43-4B67-8631-568CBA30709D}" dt="2023-11-18T06:57:57.524" v="4469" actId="478"/>
          <ac:grpSpMkLst>
            <pc:docMk/>
            <pc:sldMk cId="1349401627" sldId="309"/>
            <ac:grpSpMk id="33" creationId="{EB89E520-35E5-A3B1-2793-C2E93F60E73E}"/>
          </ac:grpSpMkLst>
        </pc:grpChg>
        <pc:grpChg chg="mod">
          <ac:chgData name="Sanduni Pieris" userId="4ef668d554d0808a" providerId="LiveId" clId="{4A84CDE8-DC43-4B67-8631-568CBA30709D}" dt="2023-11-18T06:34:24.923" v="4432"/>
          <ac:grpSpMkLst>
            <pc:docMk/>
            <pc:sldMk cId="1349401627" sldId="309"/>
            <ac:grpSpMk id="34" creationId="{76C8B73A-4D4D-BC50-49A9-23BBE67CBD05}"/>
          </ac:grpSpMkLst>
        </pc:grpChg>
        <pc:grpChg chg="add del mod">
          <ac:chgData name="Sanduni Pieris" userId="4ef668d554d0808a" providerId="LiveId" clId="{4A84CDE8-DC43-4B67-8631-568CBA30709D}" dt="2023-11-18T05:07:41.767" v="3994" actId="478"/>
          <ac:grpSpMkLst>
            <pc:docMk/>
            <pc:sldMk cId="1349401627" sldId="309"/>
            <ac:grpSpMk id="34" creationId="{C4904A1F-9D48-68BB-A651-DC440A322EA8}"/>
          </ac:grpSpMkLst>
        </pc:grpChg>
        <pc:grpChg chg="add del mod">
          <ac:chgData name="Sanduni Pieris" userId="4ef668d554d0808a" providerId="LiveId" clId="{4A84CDE8-DC43-4B67-8631-568CBA30709D}" dt="2023-11-18T05:07:41.767" v="3994" actId="478"/>
          <ac:grpSpMkLst>
            <pc:docMk/>
            <pc:sldMk cId="1349401627" sldId="309"/>
            <ac:grpSpMk id="37" creationId="{CD9717DD-2EC7-35F3-35C9-650032F9BE6A}"/>
          </ac:grpSpMkLst>
        </pc:grpChg>
        <pc:grpChg chg="add del mod">
          <ac:chgData name="Sanduni Pieris" userId="4ef668d554d0808a" providerId="LiveId" clId="{4A84CDE8-DC43-4B67-8631-568CBA30709D}" dt="2023-11-18T06:46:06.689" v="4453" actId="478"/>
          <ac:grpSpMkLst>
            <pc:docMk/>
            <pc:sldMk cId="1349401627" sldId="309"/>
            <ac:grpSpMk id="38" creationId="{5A1A73BF-1076-641E-3375-3A04BDD843D6}"/>
          </ac:grpSpMkLst>
        </pc:grpChg>
        <pc:grpChg chg="add 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38" creationId="{E6678B15-8652-283B-AE60-60B47C14AE28}"/>
          </ac:grpSpMkLst>
        </pc:grpChg>
        <pc:grpChg chg="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39" creationId="{68E5FD77-C30C-9C6C-736A-DE253FB40148}"/>
          </ac:grpSpMkLst>
        </pc:grpChg>
        <pc:grpChg chg="mod">
          <ac:chgData name="Sanduni Pieris" userId="4ef668d554d0808a" providerId="LiveId" clId="{4A84CDE8-DC43-4B67-8631-568CBA30709D}" dt="2023-11-18T06:34:24.923" v="4432"/>
          <ac:grpSpMkLst>
            <pc:docMk/>
            <pc:sldMk cId="1349401627" sldId="309"/>
            <ac:grpSpMk id="39" creationId="{FF2DA8C5-4F7C-A0B8-943F-312F03D68412}"/>
          </ac:grpSpMkLst>
        </pc:grpChg>
        <pc:grpChg chg="add del mod">
          <ac:chgData name="Sanduni Pieris" userId="4ef668d554d0808a" providerId="LiveId" clId="{4A84CDE8-DC43-4B67-8631-568CBA30709D}" dt="2023-11-18T05:07:41.767" v="3994" actId="478"/>
          <ac:grpSpMkLst>
            <pc:docMk/>
            <pc:sldMk cId="1349401627" sldId="309"/>
            <ac:grpSpMk id="40" creationId="{1D739D2C-CAE2-5F2E-6AC8-98DD947D642A}"/>
          </ac:grpSpMkLst>
        </pc:grpChg>
        <pc:grpChg chg="add del mod">
          <ac:chgData name="Sanduni Pieris" userId="4ef668d554d0808a" providerId="LiveId" clId="{4A84CDE8-DC43-4B67-8631-568CBA30709D}" dt="2023-11-18T06:57:57.524" v="4469" actId="478"/>
          <ac:grpSpMkLst>
            <pc:docMk/>
            <pc:sldMk cId="1349401627" sldId="309"/>
            <ac:grpSpMk id="43" creationId="{C1E3DE63-A39C-722E-01B9-8BC0361DFB2D}"/>
          </ac:grpSpMkLst>
        </pc:grpChg>
        <pc:grpChg chg="mod">
          <ac:chgData name="Sanduni Pieris" userId="4ef668d554d0808a" providerId="LiveId" clId="{4A84CDE8-DC43-4B67-8631-568CBA30709D}" dt="2023-11-18T06:34:24.923" v="4432"/>
          <ac:grpSpMkLst>
            <pc:docMk/>
            <pc:sldMk cId="1349401627" sldId="309"/>
            <ac:grpSpMk id="44" creationId="{3196D416-C85C-EE0D-078D-1E6D821199F2}"/>
          </ac:grpSpMkLst>
        </pc:grpChg>
        <pc:grpChg chg="add 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48" creationId="{1E991A98-03B9-8BDA-A64F-417EF268F5CE}"/>
          </ac:grpSpMkLst>
        </pc:grpChg>
        <pc:grpChg chg="add del mod">
          <ac:chgData name="Sanduni Pieris" userId="4ef668d554d0808a" providerId="LiveId" clId="{4A84CDE8-DC43-4B67-8631-568CBA30709D}" dt="2023-11-18T06:31:37.113" v="4421" actId="478"/>
          <ac:grpSpMkLst>
            <pc:docMk/>
            <pc:sldMk cId="1349401627" sldId="309"/>
            <ac:grpSpMk id="48" creationId="{8DD3D1C1-D648-61A8-51EB-6903CB2326F6}"/>
          </ac:grpSpMkLst>
        </pc:grpChg>
        <pc:grpChg chg="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49" creationId="{FC13D1DB-D6CE-C636-E708-404EC64CA764}"/>
          </ac:grpSpMkLst>
        </pc:grpChg>
        <pc:grpChg chg="add del mod">
          <ac:chgData name="Sanduni Pieris" userId="4ef668d554d0808a" providerId="LiveId" clId="{4A84CDE8-DC43-4B67-8631-568CBA30709D}" dt="2023-11-18T06:31:37.113" v="4421" actId="478"/>
          <ac:grpSpMkLst>
            <pc:docMk/>
            <pc:sldMk cId="1349401627" sldId="309"/>
            <ac:grpSpMk id="51" creationId="{E58EEAA0-F680-9273-FEA1-4D163493EB37}"/>
          </ac:grpSpMkLst>
        </pc:grpChg>
        <pc:grpChg chg="add 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53" creationId="{05707265-83FC-7D18-B656-2FD800FC7B18}"/>
          </ac:grpSpMkLst>
        </pc:grpChg>
        <pc:grpChg chg="add del mod">
          <ac:chgData name="Sanduni Pieris" userId="4ef668d554d0808a" providerId="LiveId" clId="{4A84CDE8-DC43-4B67-8631-568CBA30709D}" dt="2023-11-18T06:31:37.113" v="4421" actId="478"/>
          <ac:grpSpMkLst>
            <pc:docMk/>
            <pc:sldMk cId="1349401627" sldId="309"/>
            <ac:grpSpMk id="54" creationId="{425D1B15-C5BC-C311-A373-D3F4173C84DB}"/>
          </ac:grpSpMkLst>
        </pc:grpChg>
        <pc:grpChg chg="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54" creationId="{8865724B-D2EA-F5DA-48F0-D27AEEDA2152}"/>
          </ac:grpSpMkLst>
        </pc:grpChg>
        <pc:grpChg chg="add del mod">
          <ac:chgData name="Sanduni Pieris" userId="4ef668d554d0808a" providerId="LiveId" clId="{4A84CDE8-DC43-4B67-8631-568CBA30709D}" dt="2023-11-18T06:31:37.113" v="4421" actId="478"/>
          <ac:grpSpMkLst>
            <pc:docMk/>
            <pc:sldMk cId="1349401627" sldId="309"/>
            <ac:grpSpMk id="57" creationId="{DE020543-742A-2BFC-1A30-0E6A48CCD581}"/>
          </ac:grpSpMkLst>
        </pc:grpChg>
        <pc:grpChg chg="add 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58" creationId="{C6FF8737-F7F9-6D1A-0F08-A3A7D4F153EA}"/>
          </ac:grpSpMkLst>
        </pc:grpChg>
        <pc:grpChg chg="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59" creationId="{D1882796-9B5E-FAC4-6EFA-E4C0931D2668}"/>
          </ac:grpSpMkLst>
        </pc:grpChg>
        <pc:grpChg chg="add del mod">
          <ac:chgData name="Sanduni Pieris" userId="4ef668d554d0808a" providerId="LiveId" clId="{4A84CDE8-DC43-4B67-8631-568CBA30709D}" dt="2023-11-18T06:31:37.113" v="4421" actId="478"/>
          <ac:grpSpMkLst>
            <pc:docMk/>
            <pc:sldMk cId="1349401627" sldId="309"/>
            <ac:grpSpMk id="60" creationId="{758A3B9D-DACC-82D9-569A-413C80E15A8B}"/>
          </ac:grpSpMkLst>
        </pc:grpChg>
        <pc:grpChg chg="add 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63" creationId="{28F21153-702B-21D3-98F1-32367CFEFA7D}"/>
          </ac:grpSpMkLst>
        </pc:grpChg>
        <pc:grpChg chg="mod">
          <ac:chgData name="Sanduni Pieris" userId="4ef668d554d0808a" providerId="LiveId" clId="{4A84CDE8-DC43-4B67-8631-568CBA30709D}" dt="2023-11-18T07:07:19.019" v="4689"/>
          <ac:grpSpMkLst>
            <pc:docMk/>
            <pc:sldMk cId="1349401627" sldId="309"/>
            <ac:grpSpMk id="64" creationId="{9D0B0F9D-114C-197C-C0D7-61EE6B7C6E0D}"/>
          </ac:grpSpMkLst>
        </pc:grpChg>
        <pc:grpChg chg="add del mod">
          <ac:chgData name="Sanduni Pieris" userId="4ef668d554d0808a" providerId="LiveId" clId="{4A84CDE8-DC43-4B67-8631-568CBA30709D}" dt="2023-11-18T06:37:35.323" v="4441" actId="478"/>
          <ac:grpSpMkLst>
            <pc:docMk/>
            <pc:sldMk cId="1349401627" sldId="309"/>
            <ac:grpSpMk id="68" creationId="{BAA633E6-69B0-4EAE-4383-5EFF63669375}"/>
          </ac:grpSpMkLst>
        </pc:grpChg>
        <pc:grpChg chg="mod">
          <ac:chgData name="Sanduni Pieris" userId="4ef668d554d0808a" providerId="LiveId" clId="{4A84CDE8-DC43-4B67-8631-568CBA30709D}" dt="2023-11-18T06:34:24.923" v="4432"/>
          <ac:grpSpMkLst>
            <pc:docMk/>
            <pc:sldMk cId="1349401627" sldId="309"/>
            <ac:grpSpMk id="69" creationId="{AD215EAA-A7B8-A4C5-CD94-840A34CCB60E}"/>
          </ac:grpSpMkLst>
        </pc:grpChg>
        <pc:grpChg chg="add del mod">
          <ac:chgData name="Sanduni Pieris" userId="4ef668d554d0808a" providerId="LiveId" clId="{4A84CDE8-DC43-4B67-8631-568CBA30709D}" dt="2023-11-18T06:57:57.524" v="4469" actId="478"/>
          <ac:grpSpMkLst>
            <pc:docMk/>
            <pc:sldMk cId="1349401627" sldId="309"/>
            <ac:grpSpMk id="73" creationId="{0555679F-3219-0E7C-D6A1-522435F6AA3E}"/>
          </ac:grpSpMkLst>
        </pc:grpChg>
        <pc:grpChg chg="mod">
          <ac:chgData name="Sanduni Pieris" userId="4ef668d554d0808a" providerId="LiveId" clId="{4A84CDE8-DC43-4B67-8631-568CBA30709D}" dt="2023-11-18T06:34:24.923" v="4432"/>
          <ac:grpSpMkLst>
            <pc:docMk/>
            <pc:sldMk cId="1349401627" sldId="309"/>
            <ac:grpSpMk id="74" creationId="{FDB28927-2CF5-A41C-9674-ADE12F5B7F3D}"/>
          </ac:grpSpMkLst>
        </pc:grpChg>
        <pc:grpChg chg="add del mod">
          <ac:chgData name="Sanduni Pieris" userId="4ef668d554d0808a" providerId="LiveId" clId="{4A84CDE8-DC43-4B67-8631-568CBA30709D}" dt="2023-11-18T06:51:53.426" v="4461" actId="478"/>
          <ac:grpSpMkLst>
            <pc:docMk/>
            <pc:sldMk cId="1349401627" sldId="309"/>
            <ac:grpSpMk id="78" creationId="{08DE1A56-1AAC-4920-147B-8B6500077459}"/>
          </ac:grpSpMkLst>
        </pc:grpChg>
        <pc:grpChg chg="mod">
          <ac:chgData name="Sanduni Pieris" userId="4ef668d554d0808a" providerId="LiveId" clId="{4A84CDE8-DC43-4B67-8631-568CBA30709D}" dt="2023-11-18T06:37:35.793" v="4442"/>
          <ac:grpSpMkLst>
            <pc:docMk/>
            <pc:sldMk cId="1349401627" sldId="309"/>
            <ac:grpSpMk id="79" creationId="{EEC43002-8EE4-D925-43C7-5EF3A6D1946A}"/>
          </ac:grpSpMkLst>
        </pc:grpChg>
        <pc:grpChg chg="add del mod">
          <ac:chgData name="Sanduni Pieris" userId="4ef668d554d0808a" providerId="LiveId" clId="{4A84CDE8-DC43-4B67-8631-568CBA30709D}" dt="2023-11-18T06:57:57.524" v="4469" actId="478"/>
          <ac:grpSpMkLst>
            <pc:docMk/>
            <pc:sldMk cId="1349401627" sldId="309"/>
            <ac:grpSpMk id="83" creationId="{B925AA65-9D84-26CD-332A-E0DC47AAA8B3}"/>
          </ac:grpSpMkLst>
        </pc:grpChg>
        <pc:grpChg chg="mod">
          <ac:chgData name="Sanduni Pieris" userId="4ef668d554d0808a" providerId="LiveId" clId="{4A84CDE8-DC43-4B67-8631-568CBA30709D}" dt="2023-11-18T06:46:07.192" v="4454"/>
          <ac:grpSpMkLst>
            <pc:docMk/>
            <pc:sldMk cId="1349401627" sldId="309"/>
            <ac:grpSpMk id="84" creationId="{F0235AB6-6235-7373-2369-BDB581984AD9}"/>
          </ac:grpSpMkLst>
        </pc:grpChg>
        <pc:grpChg chg="add del mod">
          <ac:chgData name="Sanduni Pieris" userId="4ef668d554d0808a" providerId="LiveId" clId="{4A84CDE8-DC43-4B67-8631-568CBA30709D}" dt="2023-11-18T06:57:57.524" v="4469" actId="478"/>
          <ac:grpSpMkLst>
            <pc:docMk/>
            <pc:sldMk cId="1349401627" sldId="309"/>
            <ac:grpSpMk id="88" creationId="{31E7203B-1635-DB9A-8503-60202E492996}"/>
          </ac:grpSpMkLst>
        </pc:grpChg>
        <pc:grpChg chg="mod">
          <ac:chgData name="Sanduni Pieris" userId="4ef668d554d0808a" providerId="LiveId" clId="{4A84CDE8-DC43-4B67-8631-568CBA30709D}" dt="2023-11-18T06:51:54.134" v="4462"/>
          <ac:grpSpMkLst>
            <pc:docMk/>
            <pc:sldMk cId="1349401627" sldId="309"/>
            <ac:grpSpMk id="89" creationId="{370713F1-7072-0855-096B-DBA6F3B73E19}"/>
          </ac:grpSpMkLst>
        </pc:grpChg>
      </pc:sldChg>
      <pc:sldChg chg="addSp delSp modSp add mod ord modTransition">
        <pc:chgData name="Sanduni Pieris" userId="4ef668d554d0808a" providerId="LiveId" clId="{4A84CDE8-DC43-4B67-8631-568CBA30709D}" dt="2023-11-18T07:07:12.563" v="4687"/>
        <pc:sldMkLst>
          <pc:docMk/>
          <pc:sldMk cId="1965707690" sldId="310"/>
        </pc:sldMkLst>
        <pc:spChg chg="mod">
          <ac:chgData name="Sanduni Pieris" userId="4ef668d554d0808a" providerId="LiveId" clId="{4A84CDE8-DC43-4B67-8631-568CBA30709D}" dt="2023-11-18T05:00:21.355" v="3975" actId="14100"/>
          <ac:spMkLst>
            <pc:docMk/>
            <pc:sldMk cId="1965707690" sldId="310"/>
            <ac:spMk id="3" creationId="{0E46DB95-E873-D34C-F80D-1CCE472F4A84}"/>
          </ac:spMkLst>
        </pc:spChg>
        <pc:spChg chg="mod modCrop">
          <ac:chgData name="Sanduni Pieris" userId="4ef668d554d0808a" providerId="LiveId" clId="{4A84CDE8-DC43-4B67-8631-568CBA30709D}" dt="2023-11-18T05:00:38.618" v="3978" actId="18131"/>
          <ac:spMkLst>
            <pc:docMk/>
            <pc:sldMk cId="1965707690" sldId="310"/>
            <ac:spMk id="4" creationId="{D621B1A9-D5C1-FBC8-90B6-7BFE51BDA958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7" creationId="{8091810C-A4B1-9CBA-B778-28CF5BB696A1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7" creationId="{B32948E9-9A28-DBA3-F4C9-D479D0DB568D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8" creationId="{17A85AFF-A017-D71C-E7D9-60603B29FF61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8" creationId="{ED2B8263-C4D0-87B4-DF51-E3A0A04867E9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9" creationId="{9B46E281-CF3D-BBC5-870D-02EDBA54A63B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9" creationId="{F6518C9A-07F0-65D4-83DB-E64AB9F2D5EB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12" creationId="{38B5D748-9A24-927E-1C55-2B346A4C6BFA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12" creationId="{DE2FCBF1-1ECA-71BF-0EEC-E2C61813E480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13" creationId="{B397A5C1-9CAC-0D55-6FCB-0DB69A88964E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13" creationId="{E8BFDDA9-DE03-21EF-0E38-88EBD7D0DA08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14" creationId="{03861FA0-4113-AA7F-7A8C-67D0923FDE75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14" creationId="{E06F11FD-ADB4-1BC8-55BC-E3F753734B19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17" creationId="{0165CBE7-68FE-370E-0F9A-A49AA29FF524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17" creationId="{76B4EF8A-6952-4C63-B753-A59F6DE57089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18" creationId="{412F7C1E-9DD6-249D-9303-AE74E2499F40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18" creationId="{E6D1A438-9F64-F3A2-A155-CFA9CA39B43F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19" creationId="{1103118B-AFCD-4BE2-CA62-818650CBB972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19" creationId="{F307A0F7-F8F9-597C-6F15-79095EB4F371}"/>
          </ac:spMkLst>
        </pc:spChg>
        <pc:spChg chg="mod">
          <ac:chgData name="Sanduni Pieris" userId="4ef668d554d0808a" providerId="LiveId" clId="{4A84CDE8-DC43-4B67-8631-568CBA30709D}" dt="2023-11-18T04:57:29.456" v="3909" actId="1076"/>
          <ac:spMkLst>
            <pc:docMk/>
            <pc:sldMk cId="1965707690" sldId="310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8T05:02:34.327" v="3984" actId="478"/>
          <ac:spMkLst>
            <pc:docMk/>
            <pc:sldMk cId="1965707690" sldId="310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8T05:02:34.327" v="3984" actId="478"/>
          <ac:spMkLst>
            <pc:docMk/>
            <pc:sldMk cId="1965707690" sldId="310"/>
            <ac:spMk id="22" creationId="{599886FB-C21F-3D31-F96D-4A4D08D3924A}"/>
          </ac:spMkLst>
        </pc:spChg>
        <pc:spChg chg="del">
          <ac:chgData name="Sanduni Pieris" userId="4ef668d554d0808a" providerId="LiveId" clId="{4A84CDE8-DC43-4B67-8631-568CBA30709D}" dt="2023-11-18T05:02:34.327" v="3984" actId="478"/>
          <ac:spMkLst>
            <pc:docMk/>
            <pc:sldMk cId="1965707690" sldId="310"/>
            <ac:spMk id="23" creationId="{5584C798-52A5-01C5-B88E-E7377FDE9D6B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23" creationId="{62CED20E-AA8F-0DDF-5334-96ACFFEE8609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23" creationId="{E5F166EA-ADC1-06F5-2297-DD02A2CE74C5}"/>
          </ac:spMkLst>
        </pc:spChg>
        <pc:spChg chg="del">
          <ac:chgData name="Sanduni Pieris" userId="4ef668d554d0808a" providerId="LiveId" clId="{4A84CDE8-DC43-4B67-8631-568CBA30709D}" dt="2023-11-18T05:02:34.327" v="3984" actId="478"/>
          <ac:spMkLst>
            <pc:docMk/>
            <pc:sldMk cId="1965707690" sldId="310"/>
            <ac:spMk id="24" creationId="{086B1CF4-C3C7-5D10-5A43-67104C1DC2D4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24" creationId="{1A75B962-32AB-95D0-6044-4A8F89D26AD2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24" creationId="{AA7E43E8-64D8-E2AE-EC6C-593E3B7C96CF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25" creationId="{16DE830C-4E18-9BBA-9E61-E693C08C199C}"/>
          </ac:spMkLst>
        </pc:spChg>
        <pc:spChg chg="del">
          <ac:chgData name="Sanduni Pieris" userId="4ef668d554d0808a" providerId="LiveId" clId="{4A84CDE8-DC43-4B67-8631-568CBA30709D}" dt="2023-11-18T05:02:34.327" v="3984" actId="478"/>
          <ac:spMkLst>
            <pc:docMk/>
            <pc:sldMk cId="1965707690" sldId="310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25" creationId="{CD3D10CB-20A6-AADD-C3BF-3CFDE294308E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27" creationId="{CA3715BD-24CA-D353-234D-A00D412B4A94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28" creationId="{42A43003-440D-2283-7AF1-138FF0E46F9B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28" creationId="{9ABA58F4-D5D2-0569-0549-58BAFC42986F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28" creationId="{9CE6020A-A6EF-A8C4-7C4C-BF9F483B979B}"/>
          </ac:spMkLst>
        </pc:spChg>
        <pc:spChg chg="mod">
          <ac:chgData name="Sanduni Pieris" userId="4ef668d554d0808a" providerId="LiveId" clId="{4A84CDE8-DC43-4B67-8631-568CBA30709D}" dt="2023-11-18T05:08:49.368" v="4042" actId="207"/>
          <ac:spMkLst>
            <pc:docMk/>
            <pc:sldMk cId="1965707690" sldId="310"/>
            <ac:spMk id="29" creationId="{3EDA6013-A278-AB5E-A69E-587947264EAB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30" creationId="{28644347-7F42-48A0-6D2B-1066A1D9CBE3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30" creationId="{5D2F18D7-AC76-99E5-2F18-0D92B5C6B237}"/>
          </ac:spMkLst>
        </pc:spChg>
        <pc:spChg chg="mod">
          <ac:chgData name="Sanduni Pieris" userId="4ef668d554d0808a" providerId="LiveId" clId="{4A84CDE8-DC43-4B67-8631-568CBA30709D}" dt="2023-11-18T06:57:51.839" v="4468"/>
          <ac:spMkLst>
            <pc:docMk/>
            <pc:sldMk cId="1965707690" sldId="310"/>
            <ac:spMk id="31" creationId="{035B13DB-6285-DDB8-DF85-E29730CDFE3A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31" creationId="{0D3708CC-02ED-E03B-1336-430D4AA5432F}"/>
          </ac:spMkLst>
        </pc:spChg>
        <pc:spChg chg="mod">
          <ac:chgData name="Sanduni Pieris" userId="4ef668d554d0808a" providerId="LiveId" clId="{4A84CDE8-DC43-4B67-8631-568CBA30709D}" dt="2023-11-18T06:31:30.892" v="4420"/>
          <ac:spMkLst>
            <pc:docMk/>
            <pc:sldMk cId="1965707690" sldId="310"/>
            <ac:spMk id="31" creationId="{D188A497-C690-B196-A2B0-19D4FF392F76}"/>
          </ac:spMkLst>
        </pc:spChg>
        <pc:spChg chg="mod">
          <ac:chgData name="Sanduni Pieris" userId="4ef668d554d0808a" providerId="LiveId" clId="{4A84CDE8-DC43-4B67-8631-568CBA30709D}" dt="2023-11-18T05:00:18.540" v="3974" actId="14100"/>
          <ac:spMkLst>
            <pc:docMk/>
            <pc:sldMk cId="1965707690" sldId="310"/>
            <ac:spMk id="32" creationId="{529C65B0-B4FE-24E5-377F-F196EB2A613E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33" creationId="{C0FE9FA8-E779-4869-1270-FB3AF2598456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35" creationId="{F63B05A0-EE81-D536-7A2A-8927F556707E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35" creationId="{FFD9D3BE-E741-3F80-E4D0-500DBA1766E7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36" creationId="{5C8E2D68-5FCD-D35A-2105-A75663D391E5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36" creationId="{D922BDE9-F306-D12E-DDAB-A3DF248321A7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37" creationId="{B6F1AE0F-340A-B0C8-0D31-E1A80C1A7209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38" creationId="{CBB9454C-013C-10AB-5534-8F3FADB7311F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39" creationId="{4220C924-84E5-1846-EAF9-F16BE6442D0D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40" creationId="{23456CDA-FED6-C54D-A141-D87F879DFB24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40" creationId="{2B71D6F8-D8F7-B49F-E293-E3F26A6062A3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41" creationId="{19DF293A-0416-4680-7914-AC935C5144AB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41" creationId="{4711A8CA-4781-A51D-83E0-56FBB1941501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41" creationId="{8E9228A4-EE49-8B20-01F9-46CBBF15079B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42" creationId="{5AECDC3D-42AC-CFF4-218D-BF39587C4FDC}"/>
          </ac:spMkLst>
        </pc:spChg>
        <pc:spChg chg="mod">
          <ac:chgData name="Sanduni Pieris" userId="4ef668d554d0808a" providerId="LiveId" clId="{4A84CDE8-DC43-4B67-8631-568CBA30709D}" dt="2023-11-18T05:02:35.113" v="3985"/>
          <ac:spMkLst>
            <pc:docMk/>
            <pc:sldMk cId="1965707690" sldId="310"/>
            <ac:spMk id="42" creationId="{7BDC6347-2509-6E22-B7C8-356298769745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42" creationId="{82360287-24AF-5606-E67B-CDA18114019F}"/>
          </ac:spMkLst>
        </pc:spChg>
        <pc:spChg chg="add del mod">
          <ac:chgData name="Sanduni Pieris" userId="4ef668d554d0808a" providerId="LiveId" clId="{4A84CDE8-DC43-4B67-8631-568CBA30709D}" dt="2023-11-18T05:07:47.422" v="3996" actId="478"/>
          <ac:spMkLst>
            <pc:docMk/>
            <pc:sldMk cId="1965707690" sldId="310"/>
            <ac:spMk id="43" creationId="{9F4D6015-B037-A235-D2C6-3C0F363A2189}"/>
          </ac:spMkLst>
        </pc:spChg>
        <pc:spChg chg="add del mod">
          <ac:chgData name="Sanduni Pieris" userId="4ef668d554d0808a" providerId="LiveId" clId="{4A84CDE8-DC43-4B67-8631-568CBA30709D}" dt="2023-11-18T05:07:47.422" v="3996" actId="478"/>
          <ac:spMkLst>
            <pc:docMk/>
            <pc:sldMk cId="1965707690" sldId="310"/>
            <ac:spMk id="44" creationId="{7CC0CAFF-76C6-CA45-A92E-0274C7E96627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45" creationId="{67FFE318-D20D-4866-F149-76296145BEC7}"/>
          </ac:spMkLst>
        </pc:spChg>
        <pc:spChg chg="add del mod">
          <ac:chgData name="Sanduni Pieris" userId="4ef668d554d0808a" providerId="LiveId" clId="{4A84CDE8-DC43-4B67-8631-568CBA30709D}" dt="2023-11-18T05:07:47.422" v="3996" actId="478"/>
          <ac:spMkLst>
            <pc:docMk/>
            <pc:sldMk cId="1965707690" sldId="310"/>
            <ac:spMk id="45" creationId="{A6E4E0B3-599C-1F45-5C49-65E831AC9D3F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46" creationId="{A427E555-6A71-9A6D-8097-DB5AD9F276E5}"/>
          </ac:spMkLst>
        </pc:spChg>
        <pc:spChg chg="add del mod">
          <ac:chgData name="Sanduni Pieris" userId="4ef668d554d0808a" providerId="LiveId" clId="{4A84CDE8-DC43-4B67-8631-568CBA30709D}" dt="2023-11-18T05:07:47.422" v="3996" actId="478"/>
          <ac:spMkLst>
            <pc:docMk/>
            <pc:sldMk cId="1965707690" sldId="310"/>
            <ac:spMk id="46" creationId="{ECFC9B3A-D054-BA76-2349-7D2517FFE167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47" creationId="{266E7427-9021-7225-5D82-E568BBF2F5A5}"/>
          </ac:spMkLst>
        </pc:spChg>
        <pc:spChg chg="add del mod">
          <ac:chgData name="Sanduni Pieris" userId="4ef668d554d0808a" providerId="LiveId" clId="{4A84CDE8-DC43-4B67-8631-568CBA30709D}" dt="2023-11-18T05:07:47.422" v="3996" actId="478"/>
          <ac:spMkLst>
            <pc:docMk/>
            <pc:sldMk cId="1965707690" sldId="310"/>
            <ac:spMk id="47" creationId="{EB617BA3-28BA-336A-2929-E5754B73FB70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49" creationId="{F36C7092-0F2B-6DFD-A35C-920E6E650D19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0" creationId="{A2D49F1E-8883-4E36-7609-9B478FF26D27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50" creationId="{B76C0898-9B3A-6277-911B-D7E3F2B0052B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51" creationId="{4E9DFC60-EFF7-8D70-61D6-CD99566403FC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2" creationId="{16B8A1BD-3373-31E5-1D7D-6D6D41324C31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52" creationId="{31EABC39-4499-4FA0-CD52-4451FD25EED5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3" creationId="{DD4F653F-F127-CCAC-FD9B-B6F3449D6D8D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5" creationId="{18C5F89E-C512-4042-2E32-1F0F2EE130EF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55" creationId="{33548D75-CA5D-228C-11E4-93D673CC5312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6" creationId="{66B16184-E4FB-6022-A424-7678ED462D66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56" creationId="{A353AE97-A170-D528-BDDB-0986EF0160D7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57" creationId="{D20D08AC-9715-3948-3BE8-570774F90844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8" creationId="{64FF8556-18D4-3A5A-D9B1-F4B0C7C745E8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59" creationId="{F0ED0FE7-BBDF-BC4A-1355-5E0A0FE2B4C5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60" creationId="{DF261C76-F4CE-F95B-63F9-D18D4092555D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61" creationId="{349DE1A1-1FF2-AA75-AD59-54B8435EDC02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61" creationId="{4DE584AB-F619-7617-C1C5-69C67D8A6236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62" creationId="{A04D99A4-6C6F-DA5E-5EBA-DB702415ED40}"/>
          </ac:spMkLst>
        </pc:spChg>
        <pc:spChg chg="mod">
          <ac:chgData name="Sanduni Pieris" userId="4ef668d554d0808a" providerId="LiveId" clId="{4A84CDE8-DC43-4B67-8631-568CBA30709D}" dt="2023-11-18T05:07:48.065" v="3997"/>
          <ac:spMkLst>
            <pc:docMk/>
            <pc:sldMk cId="1965707690" sldId="310"/>
            <ac:spMk id="62" creationId="{DF173363-724E-F8D4-73D5-16DE86D4FA15}"/>
          </ac:spMkLst>
        </pc:spChg>
        <pc:spChg chg="add del mod">
          <ac:chgData name="Sanduni Pieris" userId="4ef668d554d0808a" providerId="LiveId" clId="{4A84CDE8-DC43-4B67-8631-568CBA30709D}" dt="2023-11-18T06:31:30.356" v="4419" actId="478"/>
          <ac:spMkLst>
            <pc:docMk/>
            <pc:sldMk cId="1965707690" sldId="310"/>
            <ac:spMk id="63" creationId="{257A5CD6-5DCF-CBD0-CD9D-A24CB13C45B1}"/>
          </ac:spMkLst>
        </pc:spChg>
        <pc:spChg chg="add del mod">
          <ac:chgData name="Sanduni Pieris" userId="4ef668d554d0808a" providerId="LiveId" clId="{4A84CDE8-DC43-4B67-8631-568CBA30709D}" dt="2023-11-18T06:31:30.356" v="4419" actId="478"/>
          <ac:spMkLst>
            <pc:docMk/>
            <pc:sldMk cId="1965707690" sldId="310"/>
            <ac:spMk id="64" creationId="{53539F1B-6706-CBE5-A0C7-22D56651802A}"/>
          </ac:spMkLst>
        </pc:spChg>
        <pc:spChg chg="add del mod">
          <ac:chgData name="Sanduni Pieris" userId="4ef668d554d0808a" providerId="LiveId" clId="{4A84CDE8-DC43-4B67-8631-568CBA30709D}" dt="2023-11-18T06:31:30.356" v="4419" actId="478"/>
          <ac:spMkLst>
            <pc:docMk/>
            <pc:sldMk cId="1965707690" sldId="310"/>
            <ac:spMk id="65" creationId="{40288129-3894-BE11-8589-0F2E61E036BE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65" creationId="{CD4F18E4-3CF1-0AD6-F552-D29D3D9AE5B5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66" creationId="{40635BFB-EC1B-36BD-DA40-1037DA38D76C}"/>
          </ac:spMkLst>
        </pc:spChg>
        <pc:spChg chg="add del mod">
          <ac:chgData name="Sanduni Pieris" userId="4ef668d554d0808a" providerId="LiveId" clId="{4A84CDE8-DC43-4B67-8631-568CBA30709D}" dt="2023-11-18T06:31:30.356" v="4419" actId="478"/>
          <ac:spMkLst>
            <pc:docMk/>
            <pc:sldMk cId="1965707690" sldId="310"/>
            <ac:spMk id="66" creationId="{EE47EAE0-FD59-E676-3F3B-E557F20FFD81}"/>
          </ac:spMkLst>
        </pc:spChg>
        <pc:spChg chg="add del mod">
          <ac:chgData name="Sanduni Pieris" userId="4ef668d554d0808a" providerId="LiveId" clId="{4A84CDE8-DC43-4B67-8631-568CBA30709D}" dt="2023-11-18T06:31:30.356" v="4419" actId="478"/>
          <ac:spMkLst>
            <pc:docMk/>
            <pc:sldMk cId="1965707690" sldId="310"/>
            <ac:spMk id="67" creationId="{7CD58F65-6A61-CB57-6ACC-4EE27399376C}"/>
          </ac:spMkLst>
        </pc:spChg>
        <pc:spChg chg="mod">
          <ac:chgData name="Sanduni Pieris" userId="4ef668d554d0808a" providerId="LiveId" clId="{4A84CDE8-DC43-4B67-8631-568CBA30709D}" dt="2023-11-18T07:07:12.563" v="4687"/>
          <ac:spMkLst>
            <pc:docMk/>
            <pc:sldMk cId="1965707690" sldId="310"/>
            <ac:spMk id="67" creationId="{A65D6D0A-68FA-D366-C8A8-CEFE46A19E6C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70" creationId="{C37D88B4-ABF5-4089-5FF0-766D133B23CC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71" creationId="{DB751229-281E-98FD-6731-B8223B4EFF47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72" creationId="{FE9656E7-28BC-B36D-83DC-98F63529B999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75" creationId="{22E0265D-6608-848E-4C67-A64749EDE3DE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76" creationId="{50C58AB4-2F8C-559D-D2C9-B036EBE1DAE1}"/>
          </ac:spMkLst>
        </pc:spChg>
        <pc:spChg chg="mod">
          <ac:chgData name="Sanduni Pieris" userId="4ef668d554d0808a" providerId="LiveId" clId="{4A84CDE8-DC43-4B67-8631-568CBA30709D}" dt="2023-11-18T06:34:18.009" v="4430"/>
          <ac:spMkLst>
            <pc:docMk/>
            <pc:sldMk cId="1965707690" sldId="310"/>
            <ac:spMk id="77" creationId="{93B62CC5-806C-5412-C9B8-BCF5E74012D9}"/>
          </ac:spMkLst>
        </pc:spChg>
        <pc:spChg chg="mod">
          <ac:chgData name="Sanduni Pieris" userId="4ef668d554d0808a" providerId="LiveId" clId="{4A84CDE8-DC43-4B67-8631-568CBA30709D}" dt="2023-11-18T06:37:31.347" v="4440"/>
          <ac:spMkLst>
            <pc:docMk/>
            <pc:sldMk cId="1965707690" sldId="310"/>
            <ac:spMk id="80" creationId="{5094E475-B8C8-13B3-53BB-E2CB46F6F2E7}"/>
          </ac:spMkLst>
        </pc:spChg>
        <pc:spChg chg="mod">
          <ac:chgData name="Sanduni Pieris" userId="4ef668d554d0808a" providerId="LiveId" clId="{4A84CDE8-DC43-4B67-8631-568CBA30709D}" dt="2023-11-18T06:37:31.347" v="4440"/>
          <ac:spMkLst>
            <pc:docMk/>
            <pc:sldMk cId="1965707690" sldId="310"/>
            <ac:spMk id="81" creationId="{4D6DCCB4-1FC9-E73B-EB5C-F7B41B46A79D}"/>
          </ac:spMkLst>
        </pc:spChg>
        <pc:spChg chg="mod">
          <ac:chgData name="Sanduni Pieris" userId="4ef668d554d0808a" providerId="LiveId" clId="{4A84CDE8-DC43-4B67-8631-568CBA30709D}" dt="2023-11-18T06:37:31.347" v="4440"/>
          <ac:spMkLst>
            <pc:docMk/>
            <pc:sldMk cId="1965707690" sldId="310"/>
            <ac:spMk id="82" creationId="{CE06469D-382F-1053-A2E3-08478E981B38}"/>
          </ac:spMkLst>
        </pc:spChg>
        <pc:spChg chg="mod">
          <ac:chgData name="Sanduni Pieris" userId="4ef668d554d0808a" providerId="LiveId" clId="{4A84CDE8-DC43-4B67-8631-568CBA30709D}" dt="2023-11-18T06:46:02.292" v="4452"/>
          <ac:spMkLst>
            <pc:docMk/>
            <pc:sldMk cId="1965707690" sldId="310"/>
            <ac:spMk id="85" creationId="{ADCA1C6F-471B-DA89-0D7B-8F3D21FD34DB}"/>
          </ac:spMkLst>
        </pc:spChg>
        <pc:spChg chg="mod">
          <ac:chgData name="Sanduni Pieris" userId="4ef668d554d0808a" providerId="LiveId" clId="{4A84CDE8-DC43-4B67-8631-568CBA30709D}" dt="2023-11-18T06:46:02.292" v="4452"/>
          <ac:spMkLst>
            <pc:docMk/>
            <pc:sldMk cId="1965707690" sldId="310"/>
            <ac:spMk id="86" creationId="{D618DDD8-2C4D-46F2-CFF6-A51F710B1D7E}"/>
          </ac:spMkLst>
        </pc:spChg>
        <pc:spChg chg="mod">
          <ac:chgData name="Sanduni Pieris" userId="4ef668d554d0808a" providerId="LiveId" clId="{4A84CDE8-DC43-4B67-8631-568CBA30709D}" dt="2023-11-18T06:46:02.292" v="4452"/>
          <ac:spMkLst>
            <pc:docMk/>
            <pc:sldMk cId="1965707690" sldId="310"/>
            <ac:spMk id="87" creationId="{CD7C7DC2-88BD-4B6F-C545-F818E95FC611}"/>
          </ac:spMkLst>
        </pc:spChg>
        <pc:spChg chg="mod">
          <ac:chgData name="Sanduni Pieris" userId="4ef668d554d0808a" providerId="LiveId" clId="{4A84CDE8-DC43-4B67-8631-568CBA30709D}" dt="2023-11-18T06:51:47.458" v="4460"/>
          <ac:spMkLst>
            <pc:docMk/>
            <pc:sldMk cId="1965707690" sldId="310"/>
            <ac:spMk id="90" creationId="{1BB51B01-4D58-516E-78E4-178521332186}"/>
          </ac:spMkLst>
        </pc:spChg>
        <pc:spChg chg="mod">
          <ac:chgData name="Sanduni Pieris" userId="4ef668d554d0808a" providerId="LiveId" clId="{4A84CDE8-DC43-4B67-8631-568CBA30709D}" dt="2023-11-18T06:51:47.458" v="4460"/>
          <ac:spMkLst>
            <pc:docMk/>
            <pc:sldMk cId="1965707690" sldId="310"/>
            <ac:spMk id="91" creationId="{667BD33C-F0E6-CE3F-18FF-4041EE9509D5}"/>
          </ac:spMkLst>
        </pc:spChg>
        <pc:spChg chg="mod">
          <ac:chgData name="Sanduni Pieris" userId="4ef668d554d0808a" providerId="LiveId" clId="{4A84CDE8-DC43-4B67-8631-568CBA30709D}" dt="2023-11-18T06:51:47.458" v="4460"/>
          <ac:spMkLst>
            <pc:docMk/>
            <pc:sldMk cId="1965707690" sldId="310"/>
            <ac:spMk id="92" creationId="{74611076-DE36-24F1-9E96-0A01232A37D6}"/>
          </ac:spMkLst>
        </pc:spChg>
        <pc:grpChg chg="add del mod">
          <ac:chgData name="Sanduni Pieris" userId="4ef668d554d0808a" providerId="LiveId" clId="{4A84CDE8-DC43-4B67-8631-568CBA30709D}" dt="2023-11-18T07:07:11.856" v="4686" actId="478"/>
          <ac:grpSpMkLst>
            <pc:docMk/>
            <pc:sldMk cId="1965707690" sldId="310"/>
            <ac:grpSpMk id="5" creationId="{0253F858-B32B-ED49-7987-4FF2A32BEBBA}"/>
          </ac:grpSpMkLst>
        </pc:grpChg>
        <pc:grpChg chg="add del mod">
          <ac:chgData name="Sanduni Pieris" userId="4ef668d554d0808a" providerId="LiveId" clId="{4A84CDE8-DC43-4B67-8631-568CBA30709D}" dt="2023-11-18T06:34:17.489" v="4429" actId="478"/>
          <ac:grpSpMkLst>
            <pc:docMk/>
            <pc:sldMk cId="1965707690" sldId="310"/>
            <ac:grpSpMk id="5" creationId="{0C59929D-C95A-AEA7-1930-41FCE2568B50}"/>
          </ac:grpSpMkLst>
        </pc:grpChg>
        <pc:grpChg chg="mod">
          <ac:chgData name="Sanduni Pieris" userId="4ef668d554d0808a" providerId="LiveId" clId="{4A84CDE8-DC43-4B67-8631-568CBA30709D}" dt="2023-11-18T06:31:30.892" v="4420"/>
          <ac:grpSpMkLst>
            <pc:docMk/>
            <pc:sldMk cId="1965707690" sldId="310"/>
            <ac:grpSpMk id="6" creationId="{9C7A9308-71BC-7668-375F-6A3FB31DB09F}"/>
          </ac:grpSpMkLst>
        </pc:grpChg>
        <pc:grpChg chg="mod">
          <ac:chgData name="Sanduni Pieris" userId="4ef668d554d0808a" providerId="LiveId" clId="{4A84CDE8-DC43-4B67-8631-568CBA30709D}" dt="2023-11-18T06:57:51.839" v="4468"/>
          <ac:grpSpMkLst>
            <pc:docMk/>
            <pc:sldMk cId="1965707690" sldId="310"/>
            <ac:grpSpMk id="6" creationId="{C6E293D1-D1F6-9AAB-900F-71455159D6C4}"/>
          </ac:grpSpMkLst>
        </pc:grpChg>
        <pc:grpChg chg="del">
          <ac:chgData name="Sanduni Pieris" userId="4ef668d554d0808a" providerId="LiveId" clId="{4A84CDE8-DC43-4B67-8631-568CBA30709D}" dt="2023-11-18T05:02:34.327" v="3984" actId="478"/>
          <ac:grpSpMkLst>
            <pc:docMk/>
            <pc:sldMk cId="1965707690" sldId="310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8T05:02:34.327" v="3984" actId="478"/>
          <ac:grpSpMkLst>
            <pc:docMk/>
            <pc:sldMk cId="1965707690" sldId="310"/>
            <ac:grpSpMk id="8" creationId="{0AC7B6D9-D397-A753-2A41-6DB20A91212A}"/>
          </ac:grpSpMkLst>
        </pc:grpChg>
        <pc:grpChg chg="add del mod">
          <ac:chgData name="Sanduni Pieris" userId="4ef668d554d0808a" providerId="LiveId" clId="{4A84CDE8-DC43-4B67-8631-568CBA30709D}" dt="2023-11-18T07:07:11.856" v="4686" actId="478"/>
          <ac:grpSpMkLst>
            <pc:docMk/>
            <pc:sldMk cId="1965707690" sldId="310"/>
            <ac:grpSpMk id="10" creationId="{4A8D3601-EE0A-D739-4052-81E7B38360C0}"/>
          </ac:grpSpMkLst>
        </pc:grpChg>
        <pc:grpChg chg="add del mod">
          <ac:chgData name="Sanduni Pieris" userId="4ef668d554d0808a" providerId="LiveId" clId="{4A84CDE8-DC43-4B67-8631-568CBA30709D}" dt="2023-11-18T06:34:17.489" v="4429" actId="478"/>
          <ac:grpSpMkLst>
            <pc:docMk/>
            <pc:sldMk cId="1965707690" sldId="310"/>
            <ac:grpSpMk id="10" creationId="{FB8A931B-7C22-E6D0-CA58-6D1D95A413A9}"/>
          </ac:grpSpMkLst>
        </pc:grpChg>
        <pc:grpChg chg="del">
          <ac:chgData name="Sanduni Pieris" userId="4ef668d554d0808a" providerId="LiveId" clId="{4A84CDE8-DC43-4B67-8631-568CBA30709D}" dt="2023-11-18T05:02:34.327" v="3984" actId="478"/>
          <ac:grpSpMkLst>
            <pc:docMk/>
            <pc:sldMk cId="1965707690" sldId="310"/>
            <ac:grpSpMk id="11" creationId="{5ED36455-8D26-BC51-F382-BCD9A943D9CD}"/>
          </ac:grpSpMkLst>
        </pc:grpChg>
        <pc:grpChg chg="mod">
          <ac:chgData name="Sanduni Pieris" userId="4ef668d554d0808a" providerId="LiveId" clId="{4A84CDE8-DC43-4B67-8631-568CBA30709D}" dt="2023-11-18T06:57:51.839" v="4468"/>
          <ac:grpSpMkLst>
            <pc:docMk/>
            <pc:sldMk cId="1965707690" sldId="310"/>
            <ac:grpSpMk id="11" creationId="{AB5DEA9D-6BD6-3975-A661-6DEEFE49715D}"/>
          </ac:grpSpMkLst>
        </pc:grpChg>
        <pc:grpChg chg="mod">
          <ac:chgData name="Sanduni Pieris" userId="4ef668d554d0808a" providerId="LiveId" clId="{4A84CDE8-DC43-4B67-8631-568CBA30709D}" dt="2023-11-18T06:31:30.892" v="4420"/>
          <ac:grpSpMkLst>
            <pc:docMk/>
            <pc:sldMk cId="1965707690" sldId="310"/>
            <ac:grpSpMk id="11" creationId="{DC5E5568-3483-5204-621C-9B4ECE9FDCC6}"/>
          </ac:grpSpMkLst>
        </pc:grpChg>
        <pc:grpChg chg="del">
          <ac:chgData name="Sanduni Pieris" userId="4ef668d554d0808a" providerId="LiveId" clId="{4A84CDE8-DC43-4B67-8631-568CBA30709D}" dt="2023-11-18T05:02:34.327" v="3984" actId="478"/>
          <ac:grpSpMkLst>
            <pc:docMk/>
            <pc:sldMk cId="1965707690" sldId="310"/>
            <ac:grpSpMk id="14" creationId="{6F8BED47-8AEB-751A-286C-1565FD0BE37A}"/>
          </ac:grpSpMkLst>
        </pc:grpChg>
        <pc:grpChg chg="add del mod">
          <ac:chgData name="Sanduni Pieris" userId="4ef668d554d0808a" providerId="LiveId" clId="{4A84CDE8-DC43-4B67-8631-568CBA30709D}" dt="2023-11-18T06:34:17.489" v="4429" actId="478"/>
          <ac:grpSpMkLst>
            <pc:docMk/>
            <pc:sldMk cId="1965707690" sldId="310"/>
            <ac:grpSpMk id="15" creationId="{14343D5F-6683-A254-6DEA-79E9557854B9}"/>
          </ac:grpSpMkLst>
        </pc:grpChg>
        <pc:grpChg chg="add del mod">
          <ac:chgData name="Sanduni Pieris" userId="4ef668d554d0808a" providerId="LiveId" clId="{4A84CDE8-DC43-4B67-8631-568CBA30709D}" dt="2023-11-18T07:07:11.856" v="4686" actId="478"/>
          <ac:grpSpMkLst>
            <pc:docMk/>
            <pc:sldMk cId="1965707690" sldId="310"/>
            <ac:grpSpMk id="15" creationId="{A73210FD-8FDE-EB86-71A1-5DA138A3182D}"/>
          </ac:grpSpMkLst>
        </pc:grpChg>
        <pc:grpChg chg="mod">
          <ac:chgData name="Sanduni Pieris" userId="4ef668d554d0808a" providerId="LiveId" clId="{4A84CDE8-DC43-4B67-8631-568CBA30709D}" dt="2023-11-18T06:57:51.839" v="4468"/>
          <ac:grpSpMkLst>
            <pc:docMk/>
            <pc:sldMk cId="1965707690" sldId="310"/>
            <ac:grpSpMk id="16" creationId="{5F00700A-B241-E248-AD54-1B0679C146D2}"/>
          </ac:grpSpMkLst>
        </pc:grpChg>
        <pc:grpChg chg="mod">
          <ac:chgData name="Sanduni Pieris" userId="4ef668d554d0808a" providerId="LiveId" clId="{4A84CDE8-DC43-4B67-8631-568CBA30709D}" dt="2023-11-18T06:31:30.892" v="4420"/>
          <ac:grpSpMkLst>
            <pc:docMk/>
            <pc:sldMk cId="1965707690" sldId="310"/>
            <ac:grpSpMk id="16" creationId="{CE4BF795-1816-A9F1-53DF-B99E1FFF4D04}"/>
          </ac:grpSpMkLst>
        </pc:grpChg>
        <pc:grpChg chg="del">
          <ac:chgData name="Sanduni Pieris" userId="4ef668d554d0808a" providerId="LiveId" clId="{4A84CDE8-DC43-4B67-8631-568CBA30709D}" dt="2023-11-18T05:02:34.327" v="3984" actId="478"/>
          <ac:grpSpMkLst>
            <pc:docMk/>
            <pc:sldMk cId="1965707690" sldId="310"/>
            <ac:grpSpMk id="17" creationId="{603428E7-4E22-E544-B84E-ED930CD7705D}"/>
          </ac:grpSpMkLst>
        </pc:grpChg>
        <pc:grpChg chg="add del mod">
          <ac:chgData name="Sanduni Pieris" userId="4ef668d554d0808a" providerId="LiveId" clId="{4A84CDE8-DC43-4B67-8631-568CBA30709D}" dt="2023-11-18T07:07:11.856" v="4686" actId="478"/>
          <ac:grpSpMkLst>
            <pc:docMk/>
            <pc:sldMk cId="1965707690" sldId="310"/>
            <ac:grpSpMk id="21" creationId="{8B420C7F-1C45-FB5B-26AA-B7D6E33F8AC5}"/>
          </ac:grpSpMkLst>
        </pc:grpChg>
        <pc:grpChg chg="add del mod">
          <ac:chgData name="Sanduni Pieris" userId="4ef668d554d0808a" providerId="LiveId" clId="{4A84CDE8-DC43-4B67-8631-568CBA30709D}" dt="2023-11-18T06:34:17.489" v="4429" actId="478"/>
          <ac:grpSpMkLst>
            <pc:docMk/>
            <pc:sldMk cId="1965707690" sldId="310"/>
            <ac:grpSpMk id="21" creationId="{DAA8FE53-16A4-0765-0DE3-9443AA19524E}"/>
          </ac:grpSpMkLst>
        </pc:grpChg>
        <pc:grpChg chg="mod">
          <ac:chgData name="Sanduni Pieris" userId="4ef668d554d0808a" providerId="LiveId" clId="{4A84CDE8-DC43-4B67-8631-568CBA30709D}" dt="2023-11-18T06:57:51.839" v="4468"/>
          <ac:grpSpMkLst>
            <pc:docMk/>
            <pc:sldMk cId="1965707690" sldId="310"/>
            <ac:grpSpMk id="22" creationId="{140B9ED8-A651-AF34-76BA-75FDFD36A533}"/>
          </ac:grpSpMkLst>
        </pc:grpChg>
        <pc:grpChg chg="mod">
          <ac:chgData name="Sanduni Pieris" userId="4ef668d554d0808a" providerId="LiveId" clId="{4A84CDE8-DC43-4B67-8631-568CBA30709D}" dt="2023-11-18T06:31:30.892" v="4420"/>
          <ac:grpSpMkLst>
            <pc:docMk/>
            <pc:sldMk cId="1965707690" sldId="310"/>
            <ac:grpSpMk id="22" creationId="{ADD9C161-44B6-CFA3-9F1D-54F4FD8EB32A}"/>
          </ac:grpSpMkLst>
        </pc:grpChg>
        <pc:grpChg chg="add del mod">
          <ac:chgData name="Sanduni Pieris" userId="4ef668d554d0808a" providerId="LiveId" clId="{4A84CDE8-DC43-4B67-8631-568CBA30709D}" dt="2023-11-18T05:07:47.422" v="3996" actId="478"/>
          <ac:grpSpMkLst>
            <pc:docMk/>
            <pc:sldMk cId="1965707690" sldId="310"/>
            <ac:grpSpMk id="26" creationId="{28EF0A22-CEE8-E5F7-5A05-7A0B464197CA}"/>
          </ac:grpSpMkLst>
        </pc:grpChg>
        <pc:grpChg chg="add del mod">
          <ac:chgData name="Sanduni Pieris" userId="4ef668d554d0808a" providerId="LiveId" clId="{4A84CDE8-DC43-4B67-8631-568CBA30709D}" dt="2023-11-18T06:34:17.489" v="4429" actId="478"/>
          <ac:grpSpMkLst>
            <pc:docMk/>
            <pc:sldMk cId="1965707690" sldId="310"/>
            <ac:grpSpMk id="26" creationId="{6E228A59-F64C-2F7B-B77A-4FA2425BFABC}"/>
          </ac:grpSpMkLst>
        </pc:grpChg>
        <pc:grpChg chg="add del mod">
          <ac:chgData name="Sanduni Pieris" userId="4ef668d554d0808a" providerId="LiveId" clId="{4A84CDE8-DC43-4B67-8631-568CBA30709D}" dt="2023-11-18T07:07:11.856" v="4686" actId="478"/>
          <ac:grpSpMkLst>
            <pc:docMk/>
            <pc:sldMk cId="1965707690" sldId="310"/>
            <ac:grpSpMk id="26" creationId="{ABEF724A-BDBC-C735-3305-C371A2CBC8DC}"/>
          </ac:grpSpMkLst>
        </pc:grpChg>
        <pc:grpChg chg="mod">
          <ac:chgData name="Sanduni Pieris" userId="4ef668d554d0808a" providerId="LiveId" clId="{4A84CDE8-DC43-4B67-8631-568CBA30709D}" dt="2023-11-18T06:57:51.839" v="4468"/>
          <ac:grpSpMkLst>
            <pc:docMk/>
            <pc:sldMk cId="1965707690" sldId="310"/>
            <ac:grpSpMk id="27" creationId="{608383BB-C709-1D35-FB69-FEE3A927680B}"/>
          </ac:grpSpMkLst>
        </pc:grpChg>
        <pc:grpChg chg="mod">
          <ac:chgData name="Sanduni Pieris" userId="4ef668d554d0808a" providerId="LiveId" clId="{4A84CDE8-DC43-4B67-8631-568CBA30709D}" dt="2023-11-18T06:31:30.892" v="4420"/>
          <ac:grpSpMkLst>
            <pc:docMk/>
            <pc:sldMk cId="1965707690" sldId="310"/>
            <ac:grpSpMk id="27" creationId="{91FB5EBA-2828-EF30-C026-BC5C4D631D6B}"/>
          </ac:grpSpMkLst>
        </pc:grpChg>
        <pc:grpChg chg="add del mod">
          <ac:chgData name="Sanduni Pieris" userId="4ef668d554d0808a" providerId="LiveId" clId="{4A84CDE8-DC43-4B67-8631-568CBA30709D}" dt="2023-11-18T05:07:47.422" v="3996" actId="478"/>
          <ac:grpSpMkLst>
            <pc:docMk/>
            <pc:sldMk cId="1965707690" sldId="310"/>
            <ac:grpSpMk id="30" creationId="{6070161D-E469-A27E-D056-3BF67C57A909}"/>
          </ac:grpSpMkLst>
        </pc:grpChg>
        <pc:grpChg chg="add del mod">
          <ac:chgData name="Sanduni Pieris" userId="4ef668d554d0808a" providerId="LiveId" clId="{4A84CDE8-DC43-4B67-8631-568CBA30709D}" dt="2023-11-18T06:57:51.414" v="4467" actId="478"/>
          <ac:grpSpMkLst>
            <pc:docMk/>
            <pc:sldMk cId="1965707690" sldId="310"/>
            <ac:grpSpMk id="33" creationId="{F0691B23-1B34-A4A9-960E-2672ED8ACFA9}"/>
          </ac:grpSpMkLst>
        </pc:grpChg>
        <pc:grpChg chg="mod">
          <ac:chgData name="Sanduni Pieris" userId="4ef668d554d0808a" providerId="LiveId" clId="{4A84CDE8-DC43-4B67-8631-568CBA30709D}" dt="2023-11-18T06:34:18.009" v="4430"/>
          <ac:grpSpMkLst>
            <pc:docMk/>
            <pc:sldMk cId="1965707690" sldId="310"/>
            <ac:grpSpMk id="34" creationId="{C6C28BB2-0CCF-4718-685E-5ED545199A05}"/>
          </ac:grpSpMkLst>
        </pc:grpChg>
        <pc:grpChg chg="add del mod">
          <ac:chgData name="Sanduni Pieris" userId="4ef668d554d0808a" providerId="LiveId" clId="{4A84CDE8-DC43-4B67-8631-568CBA30709D}" dt="2023-11-18T05:07:47.422" v="3996" actId="478"/>
          <ac:grpSpMkLst>
            <pc:docMk/>
            <pc:sldMk cId="1965707690" sldId="310"/>
            <ac:grpSpMk id="34" creationId="{F5AE5B58-5B76-BC0B-327E-64CA1F2A6117}"/>
          </ac:grpSpMkLst>
        </pc:grpChg>
        <pc:grpChg chg="add del mod">
          <ac:chgData name="Sanduni Pieris" userId="4ef668d554d0808a" providerId="LiveId" clId="{4A84CDE8-DC43-4B67-8631-568CBA30709D}" dt="2023-11-18T05:07:47.422" v="3996" actId="478"/>
          <ac:grpSpMkLst>
            <pc:docMk/>
            <pc:sldMk cId="1965707690" sldId="310"/>
            <ac:grpSpMk id="37" creationId="{3D3B8337-662D-F6DF-F246-07E5E8D9221C}"/>
          </ac:grpSpMkLst>
        </pc:grpChg>
        <pc:grpChg chg="add del mod">
          <ac:chgData name="Sanduni Pieris" userId="4ef668d554d0808a" providerId="LiveId" clId="{4A84CDE8-DC43-4B67-8631-568CBA30709D}" dt="2023-11-18T06:46:01.617" v="4451" actId="478"/>
          <ac:grpSpMkLst>
            <pc:docMk/>
            <pc:sldMk cId="1965707690" sldId="310"/>
            <ac:grpSpMk id="38" creationId="{780EB4E7-F8EC-DB2F-B30B-E6AF64FD0EB1}"/>
          </ac:grpSpMkLst>
        </pc:grpChg>
        <pc:grpChg chg="add 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38" creationId="{E049B603-0E98-F791-37F3-BCA182F187B3}"/>
          </ac:grpSpMkLst>
        </pc:grpChg>
        <pc:grpChg chg="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39" creationId="{A459681D-38D1-8BA0-82C3-E2959C41F676}"/>
          </ac:grpSpMkLst>
        </pc:grpChg>
        <pc:grpChg chg="mod">
          <ac:chgData name="Sanduni Pieris" userId="4ef668d554d0808a" providerId="LiveId" clId="{4A84CDE8-DC43-4B67-8631-568CBA30709D}" dt="2023-11-18T06:34:18.009" v="4430"/>
          <ac:grpSpMkLst>
            <pc:docMk/>
            <pc:sldMk cId="1965707690" sldId="310"/>
            <ac:grpSpMk id="39" creationId="{A83E915C-4394-640A-F093-D81766A4CF4C}"/>
          </ac:grpSpMkLst>
        </pc:grpChg>
        <pc:grpChg chg="add del mod">
          <ac:chgData name="Sanduni Pieris" userId="4ef668d554d0808a" providerId="LiveId" clId="{4A84CDE8-DC43-4B67-8631-568CBA30709D}" dt="2023-11-18T05:07:47.422" v="3996" actId="478"/>
          <ac:grpSpMkLst>
            <pc:docMk/>
            <pc:sldMk cId="1965707690" sldId="310"/>
            <ac:grpSpMk id="40" creationId="{971FEA54-0260-0D3C-5528-7B9230775BA4}"/>
          </ac:grpSpMkLst>
        </pc:grpChg>
        <pc:grpChg chg="add del mod">
          <ac:chgData name="Sanduni Pieris" userId="4ef668d554d0808a" providerId="LiveId" clId="{4A84CDE8-DC43-4B67-8631-568CBA30709D}" dt="2023-11-18T06:57:51.414" v="4467" actId="478"/>
          <ac:grpSpMkLst>
            <pc:docMk/>
            <pc:sldMk cId="1965707690" sldId="310"/>
            <ac:grpSpMk id="43" creationId="{0B185F57-F143-EC00-F375-4F6EEA08A864}"/>
          </ac:grpSpMkLst>
        </pc:grpChg>
        <pc:grpChg chg="mod">
          <ac:chgData name="Sanduni Pieris" userId="4ef668d554d0808a" providerId="LiveId" clId="{4A84CDE8-DC43-4B67-8631-568CBA30709D}" dt="2023-11-18T06:34:18.009" v="4430"/>
          <ac:grpSpMkLst>
            <pc:docMk/>
            <pc:sldMk cId="1965707690" sldId="310"/>
            <ac:grpSpMk id="44" creationId="{58F3931C-BE61-65BC-3CA8-6A6EE52AF34B}"/>
          </ac:grpSpMkLst>
        </pc:grpChg>
        <pc:grpChg chg="add 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48" creationId="{07F21D52-6062-CD15-6DBC-1AF1692E9680}"/>
          </ac:grpSpMkLst>
        </pc:grpChg>
        <pc:grpChg chg="add del mod">
          <ac:chgData name="Sanduni Pieris" userId="4ef668d554d0808a" providerId="LiveId" clId="{4A84CDE8-DC43-4B67-8631-568CBA30709D}" dt="2023-11-18T06:31:30.356" v="4419" actId="478"/>
          <ac:grpSpMkLst>
            <pc:docMk/>
            <pc:sldMk cId="1965707690" sldId="310"/>
            <ac:grpSpMk id="48" creationId="{138ABF67-E69A-6546-1A1A-84ECBDC4B2C3}"/>
          </ac:grpSpMkLst>
        </pc:grpChg>
        <pc:grpChg chg="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49" creationId="{CE60FB1B-F550-35E9-8FFF-7ECA43691C27}"/>
          </ac:grpSpMkLst>
        </pc:grpChg>
        <pc:grpChg chg="add del mod">
          <ac:chgData name="Sanduni Pieris" userId="4ef668d554d0808a" providerId="LiveId" clId="{4A84CDE8-DC43-4B67-8631-568CBA30709D}" dt="2023-11-18T06:31:30.356" v="4419" actId="478"/>
          <ac:grpSpMkLst>
            <pc:docMk/>
            <pc:sldMk cId="1965707690" sldId="310"/>
            <ac:grpSpMk id="51" creationId="{9A796595-ECB9-5609-2D64-8AE08FDF05AD}"/>
          </ac:grpSpMkLst>
        </pc:grpChg>
        <pc:grpChg chg="add 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53" creationId="{291706D4-2217-7634-8B59-27589EA5D342}"/>
          </ac:grpSpMkLst>
        </pc:grpChg>
        <pc:grpChg chg="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54" creationId="{5305E487-9816-A2AF-50CA-B074A66D00F4}"/>
          </ac:grpSpMkLst>
        </pc:grpChg>
        <pc:grpChg chg="add del mod">
          <ac:chgData name="Sanduni Pieris" userId="4ef668d554d0808a" providerId="LiveId" clId="{4A84CDE8-DC43-4B67-8631-568CBA30709D}" dt="2023-11-18T06:31:30.356" v="4419" actId="478"/>
          <ac:grpSpMkLst>
            <pc:docMk/>
            <pc:sldMk cId="1965707690" sldId="310"/>
            <ac:grpSpMk id="54" creationId="{A29BE9E5-7ADE-9BDB-FA7D-336A87F4FC58}"/>
          </ac:grpSpMkLst>
        </pc:grpChg>
        <pc:grpChg chg="add del mod">
          <ac:chgData name="Sanduni Pieris" userId="4ef668d554d0808a" providerId="LiveId" clId="{4A84CDE8-DC43-4B67-8631-568CBA30709D}" dt="2023-11-18T06:31:30.356" v="4419" actId="478"/>
          <ac:grpSpMkLst>
            <pc:docMk/>
            <pc:sldMk cId="1965707690" sldId="310"/>
            <ac:grpSpMk id="57" creationId="{8A153257-1AA4-BEF4-D3CD-A0E65C15AB00}"/>
          </ac:grpSpMkLst>
        </pc:grpChg>
        <pc:grpChg chg="add 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58" creationId="{10B05FB6-CECF-6941-8506-6B8108EB1521}"/>
          </ac:grpSpMkLst>
        </pc:grpChg>
        <pc:grpChg chg="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59" creationId="{16243DAC-880A-CD33-4B89-C888F36A4C1F}"/>
          </ac:grpSpMkLst>
        </pc:grpChg>
        <pc:grpChg chg="add del mod">
          <ac:chgData name="Sanduni Pieris" userId="4ef668d554d0808a" providerId="LiveId" clId="{4A84CDE8-DC43-4B67-8631-568CBA30709D}" dt="2023-11-18T06:31:30.356" v="4419" actId="478"/>
          <ac:grpSpMkLst>
            <pc:docMk/>
            <pc:sldMk cId="1965707690" sldId="310"/>
            <ac:grpSpMk id="60" creationId="{5544C0B3-7640-A746-CDF8-9BDC05C5DB0D}"/>
          </ac:grpSpMkLst>
        </pc:grpChg>
        <pc:grpChg chg="add 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63" creationId="{9D5EED58-A205-021F-EF4D-E54E20C4FD30}"/>
          </ac:grpSpMkLst>
        </pc:grpChg>
        <pc:grpChg chg="mod">
          <ac:chgData name="Sanduni Pieris" userId="4ef668d554d0808a" providerId="LiveId" clId="{4A84CDE8-DC43-4B67-8631-568CBA30709D}" dt="2023-11-18T07:07:12.563" v="4687"/>
          <ac:grpSpMkLst>
            <pc:docMk/>
            <pc:sldMk cId="1965707690" sldId="310"/>
            <ac:grpSpMk id="64" creationId="{723DAACE-C1EC-7884-919D-4E8D0565DACE}"/>
          </ac:grpSpMkLst>
        </pc:grpChg>
        <pc:grpChg chg="add del mod">
          <ac:chgData name="Sanduni Pieris" userId="4ef668d554d0808a" providerId="LiveId" clId="{4A84CDE8-DC43-4B67-8631-568CBA30709D}" dt="2023-11-18T06:37:30.919" v="4439" actId="478"/>
          <ac:grpSpMkLst>
            <pc:docMk/>
            <pc:sldMk cId="1965707690" sldId="310"/>
            <ac:grpSpMk id="68" creationId="{89347393-905A-9011-E897-E0E6EBB81234}"/>
          </ac:grpSpMkLst>
        </pc:grpChg>
        <pc:grpChg chg="mod">
          <ac:chgData name="Sanduni Pieris" userId="4ef668d554d0808a" providerId="LiveId" clId="{4A84CDE8-DC43-4B67-8631-568CBA30709D}" dt="2023-11-18T06:34:18.009" v="4430"/>
          <ac:grpSpMkLst>
            <pc:docMk/>
            <pc:sldMk cId="1965707690" sldId="310"/>
            <ac:grpSpMk id="69" creationId="{819EAA86-0E26-B1E1-5136-A202638C5CCC}"/>
          </ac:grpSpMkLst>
        </pc:grpChg>
        <pc:grpChg chg="add del mod">
          <ac:chgData name="Sanduni Pieris" userId="4ef668d554d0808a" providerId="LiveId" clId="{4A84CDE8-DC43-4B67-8631-568CBA30709D}" dt="2023-11-18T06:57:51.414" v="4467" actId="478"/>
          <ac:grpSpMkLst>
            <pc:docMk/>
            <pc:sldMk cId="1965707690" sldId="310"/>
            <ac:grpSpMk id="73" creationId="{FDD18CE0-7C4F-DFAA-517B-DB64378E49AC}"/>
          </ac:grpSpMkLst>
        </pc:grpChg>
        <pc:grpChg chg="mod">
          <ac:chgData name="Sanduni Pieris" userId="4ef668d554d0808a" providerId="LiveId" clId="{4A84CDE8-DC43-4B67-8631-568CBA30709D}" dt="2023-11-18T06:34:18.009" v="4430"/>
          <ac:grpSpMkLst>
            <pc:docMk/>
            <pc:sldMk cId="1965707690" sldId="310"/>
            <ac:grpSpMk id="74" creationId="{BE11A27B-1317-5C2F-A210-A058535B3653}"/>
          </ac:grpSpMkLst>
        </pc:grpChg>
        <pc:grpChg chg="add del mod">
          <ac:chgData name="Sanduni Pieris" userId="4ef668d554d0808a" providerId="LiveId" clId="{4A84CDE8-DC43-4B67-8631-568CBA30709D}" dt="2023-11-18T06:51:46.814" v="4459" actId="478"/>
          <ac:grpSpMkLst>
            <pc:docMk/>
            <pc:sldMk cId="1965707690" sldId="310"/>
            <ac:grpSpMk id="78" creationId="{DE776424-C425-9373-9F79-F0101DF755BF}"/>
          </ac:grpSpMkLst>
        </pc:grpChg>
        <pc:grpChg chg="mod">
          <ac:chgData name="Sanduni Pieris" userId="4ef668d554d0808a" providerId="LiveId" clId="{4A84CDE8-DC43-4B67-8631-568CBA30709D}" dt="2023-11-18T06:37:31.347" v="4440"/>
          <ac:grpSpMkLst>
            <pc:docMk/>
            <pc:sldMk cId="1965707690" sldId="310"/>
            <ac:grpSpMk id="79" creationId="{B5024A95-F157-E9B0-6F64-5FE9FD385CDB}"/>
          </ac:grpSpMkLst>
        </pc:grpChg>
        <pc:grpChg chg="add del mod">
          <ac:chgData name="Sanduni Pieris" userId="4ef668d554d0808a" providerId="LiveId" clId="{4A84CDE8-DC43-4B67-8631-568CBA30709D}" dt="2023-11-18T06:57:51.414" v="4467" actId="478"/>
          <ac:grpSpMkLst>
            <pc:docMk/>
            <pc:sldMk cId="1965707690" sldId="310"/>
            <ac:grpSpMk id="83" creationId="{FE8C81AA-3E43-85FD-0F9F-EA9C39A6B53C}"/>
          </ac:grpSpMkLst>
        </pc:grpChg>
        <pc:grpChg chg="mod">
          <ac:chgData name="Sanduni Pieris" userId="4ef668d554d0808a" providerId="LiveId" clId="{4A84CDE8-DC43-4B67-8631-568CBA30709D}" dt="2023-11-18T06:46:02.292" v="4452"/>
          <ac:grpSpMkLst>
            <pc:docMk/>
            <pc:sldMk cId="1965707690" sldId="310"/>
            <ac:grpSpMk id="84" creationId="{5D0E2870-8B41-BEC5-A728-BB339C8008F2}"/>
          </ac:grpSpMkLst>
        </pc:grpChg>
        <pc:grpChg chg="add del mod">
          <ac:chgData name="Sanduni Pieris" userId="4ef668d554d0808a" providerId="LiveId" clId="{4A84CDE8-DC43-4B67-8631-568CBA30709D}" dt="2023-11-18T06:57:51.414" v="4467" actId="478"/>
          <ac:grpSpMkLst>
            <pc:docMk/>
            <pc:sldMk cId="1965707690" sldId="310"/>
            <ac:grpSpMk id="88" creationId="{7980F5D5-22C5-F7F6-BCE1-8DD44B01D378}"/>
          </ac:grpSpMkLst>
        </pc:grpChg>
        <pc:grpChg chg="mod">
          <ac:chgData name="Sanduni Pieris" userId="4ef668d554d0808a" providerId="LiveId" clId="{4A84CDE8-DC43-4B67-8631-568CBA30709D}" dt="2023-11-18T06:51:47.458" v="4460"/>
          <ac:grpSpMkLst>
            <pc:docMk/>
            <pc:sldMk cId="1965707690" sldId="310"/>
            <ac:grpSpMk id="89" creationId="{83950073-39E2-738A-D31A-BAC9D80A67A7}"/>
          </ac:grpSpMkLst>
        </pc:grpChg>
      </pc:sldChg>
      <pc:sldChg chg="addSp delSp modSp add mod modTransition">
        <pc:chgData name="Sanduni Pieris" userId="4ef668d554d0808a" providerId="LiveId" clId="{4A84CDE8-DC43-4B67-8631-568CBA30709D}" dt="2023-11-18T07:06:47.196" v="4685"/>
        <pc:sldMkLst>
          <pc:docMk/>
          <pc:sldMk cId="1648457104" sldId="311"/>
        </pc:sldMkLst>
        <pc:spChg chg="mod">
          <ac:chgData name="Sanduni Pieris" userId="4ef668d554d0808a" providerId="LiveId" clId="{4A84CDE8-DC43-4B67-8631-568CBA30709D}" dt="2023-11-18T04:59:57.060" v="3971" actId="1076"/>
          <ac:spMkLst>
            <pc:docMk/>
            <pc:sldMk cId="1648457104" sldId="311"/>
            <ac:spMk id="2" creationId="{E757083A-1F51-4378-D27F-E9F74F27CDCE}"/>
          </ac:spMkLst>
        </pc:spChg>
        <pc:spChg chg="mod">
          <ac:chgData name="Sanduni Pieris" userId="4ef668d554d0808a" providerId="LiveId" clId="{4A84CDE8-DC43-4B67-8631-568CBA30709D}" dt="2023-11-18T05:00:07.329" v="3972" actId="14100"/>
          <ac:spMkLst>
            <pc:docMk/>
            <pc:sldMk cId="1648457104" sldId="311"/>
            <ac:spMk id="3" creationId="{0E46DB95-E873-D34C-F80D-1CCE472F4A84}"/>
          </ac:spMkLst>
        </pc:spChg>
        <pc:spChg chg="mod">
          <ac:chgData name="Sanduni Pieris" userId="4ef668d554d0808a" providerId="LiveId" clId="{4A84CDE8-DC43-4B67-8631-568CBA30709D}" dt="2023-11-18T04:58:33.843" v="3916" actId="18654"/>
          <ac:spMkLst>
            <pc:docMk/>
            <pc:sldMk cId="1648457104" sldId="311"/>
            <ac:spMk id="4" creationId="{D621B1A9-D5C1-FBC8-90B6-7BFE51BDA958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7" creationId="{5F3082B9-0559-99A5-93DD-DB1602A6910C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7" creationId="{9FE522E5-B9CC-8731-04A9-3111D15F0449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8" creationId="{3E090EBD-D6D1-D652-6DF1-8662DE533D5E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8" creationId="{7FE7A869-0D1F-06A7-CC7B-E64499137186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9" creationId="{90718651-F648-23BF-E319-7FD37E142D4C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9" creationId="{E6E9D461-D18B-8558-D349-80B2DB05ACA0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12" creationId="{0A686F30-947C-5ABA-1831-B3D3A11EEF66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12" creationId="{1BD00849-2480-E3D4-B9CE-F349B3FE0700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13" creationId="{43C88F49-FC95-9FF4-555A-1490BF898750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13" creationId="{505F68D8-5DEC-4182-3CEB-396F78F30613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14" creationId="{0CFF8947-A040-70BB-3DB1-88F3D8EA5FBF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14" creationId="{4F2AB06C-B110-DB6D-A4BE-87F012D0C72D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17" creationId="{0024E2F1-1487-7E07-655A-A86BC9A3EC12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17" creationId="{49932C18-9478-D481-8455-9B5069DE59D6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18" creationId="{36507B20-9E8D-2B3F-0E9A-D9349A96113C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18" creationId="{5CE65BEC-867D-2013-01B6-026C35E43AC3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19" creationId="{0DB56FB6-4052-1581-BA63-6C9BA3F04ED3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19" creationId="{9C56146E-C1DE-E8A4-B804-CEF205CE699C}"/>
          </ac:spMkLst>
        </pc:spChg>
        <pc:spChg chg="mod">
          <ac:chgData name="Sanduni Pieris" userId="4ef668d554d0808a" providerId="LiveId" clId="{4A84CDE8-DC43-4B67-8631-568CBA30709D}" dt="2023-11-18T05:00:11.793" v="3973" actId="1076"/>
          <ac:spMkLst>
            <pc:docMk/>
            <pc:sldMk cId="1648457104" sldId="311"/>
            <ac:spMk id="20" creationId="{76A0D7B9-98F8-736C-133E-A737D59924E9}"/>
          </ac:spMkLst>
        </pc:spChg>
        <pc:spChg chg="del">
          <ac:chgData name="Sanduni Pieris" userId="4ef668d554d0808a" providerId="LiveId" clId="{4A84CDE8-DC43-4B67-8631-568CBA30709D}" dt="2023-11-18T05:02:41.854" v="3986" actId="478"/>
          <ac:spMkLst>
            <pc:docMk/>
            <pc:sldMk cId="1648457104" sldId="311"/>
            <ac:spMk id="21" creationId="{744BE380-8B58-3B7C-4EF9-57EC05962062}"/>
          </ac:spMkLst>
        </pc:spChg>
        <pc:spChg chg="del">
          <ac:chgData name="Sanduni Pieris" userId="4ef668d554d0808a" providerId="LiveId" clId="{4A84CDE8-DC43-4B67-8631-568CBA30709D}" dt="2023-11-18T05:02:41.854" v="3986" actId="478"/>
          <ac:spMkLst>
            <pc:docMk/>
            <pc:sldMk cId="1648457104" sldId="311"/>
            <ac:spMk id="22" creationId="{599886FB-C21F-3D31-F96D-4A4D08D3924A}"/>
          </ac:spMkLst>
        </pc:spChg>
        <pc:spChg chg="del">
          <ac:chgData name="Sanduni Pieris" userId="4ef668d554d0808a" providerId="LiveId" clId="{4A84CDE8-DC43-4B67-8631-568CBA30709D}" dt="2023-11-18T05:02:41.854" v="3986" actId="478"/>
          <ac:spMkLst>
            <pc:docMk/>
            <pc:sldMk cId="1648457104" sldId="311"/>
            <ac:spMk id="23" creationId="{5584C798-52A5-01C5-B88E-E7377FDE9D6B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23" creationId="{88DC3F65-A695-48AF-8098-F7F195A4A116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23" creationId="{92D46285-D44A-54A9-C4DA-E0764DCF6600}"/>
          </ac:spMkLst>
        </pc:spChg>
        <pc:spChg chg="del">
          <ac:chgData name="Sanduni Pieris" userId="4ef668d554d0808a" providerId="LiveId" clId="{4A84CDE8-DC43-4B67-8631-568CBA30709D}" dt="2023-11-18T05:02:41.854" v="3986" actId="478"/>
          <ac:spMkLst>
            <pc:docMk/>
            <pc:sldMk cId="1648457104" sldId="311"/>
            <ac:spMk id="24" creationId="{086B1CF4-C3C7-5D10-5A43-67104C1DC2D4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24" creationId="{1A676D28-D4CE-4E10-876A-D019CBA2CC3F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24" creationId="{8ACE65C5-28E0-A1C0-E4AC-42B8E160885D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25" creationId="{030FD43F-7197-F950-0EC1-B6DC68383F1A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25" creationId="{227571D5-68EB-AAE2-E7B2-95A2CEB164D9}"/>
          </ac:spMkLst>
        </pc:spChg>
        <pc:spChg chg="del">
          <ac:chgData name="Sanduni Pieris" userId="4ef668d554d0808a" providerId="LiveId" clId="{4A84CDE8-DC43-4B67-8631-568CBA30709D}" dt="2023-11-18T05:02:41.854" v="3986" actId="478"/>
          <ac:spMkLst>
            <pc:docMk/>
            <pc:sldMk cId="1648457104" sldId="311"/>
            <ac:spMk id="25" creationId="{90191414-5044-7BED-CD1D-125FCC31B2B3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27" creationId="{F4F7BD4E-703C-3C2B-CD1A-801A39796F99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28" creationId="{235DE3BA-8B01-ECBF-E464-2F9F274BE970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28" creationId="{7B5A2500-7763-3FD6-C7B5-E3CDCA66B0A1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28" creationId="{CEFE532A-292B-2B5C-BFFB-797043750ED3}"/>
          </ac:spMkLst>
        </pc:spChg>
        <pc:spChg chg="mod">
          <ac:chgData name="Sanduni Pieris" userId="4ef668d554d0808a" providerId="LiveId" clId="{4A84CDE8-DC43-4B67-8631-568CBA30709D}" dt="2023-11-18T05:08:54.270" v="4055" actId="207"/>
          <ac:spMkLst>
            <pc:docMk/>
            <pc:sldMk cId="1648457104" sldId="311"/>
            <ac:spMk id="29" creationId="{3EDA6013-A278-AB5E-A69E-587947264EAB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30" creationId="{57CAED75-2E5B-EF98-318F-1B0130693236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30" creationId="{7BA33336-3EE2-F80A-1BDF-FA79EF47383A}"/>
          </ac:spMkLst>
        </pc:spChg>
        <pc:spChg chg="mod">
          <ac:chgData name="Sanduni Pieris" userId="4ef668d554d0808a" providerId="LiveId" clId="{4A84CDE8-DC43-4B67-8631-568CBA30709D}" dt="2023-11-18T06:57:42.446" v="4466"/>
          <ac:spMkLst>
            <pc:docMk/>
            <pc:sldMk cId="1648457104" sldId="311"/>
            <ac:spMk id="31" creationId="{8103EDD2-827E-EEC0-E1D5-4530F09617A1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31" creationId="{A25796B1-0699-C2D8-EA16-EF8E78D62348}"/>
          </ac:spMkLst>
        </pc:spChg>
        <pc:spChg chg="mod">
          <ac:chgData name="Sanduni Pieris" userId="4ef668d554d0808a" providerId="LiveId" clId="{4A84CDE8-DC43-4B67-8631-568CBA30709D}" dt="2023-11-18T06:31:19.163" v="4418"/>
          <ac:spMkLst>
            <pc:docMk/>
            <pc:sldMk cId="1648457104" sldId="311"/>
            <ac:spMk id="31" creationId="{A359F90C-A8DA-FF0B-24AA-009A65228949}"/>
          </ac:spMkLst>
        </pc:spChg>
        <pc:spChg chg="mod">
          <ac:chgData name="Sanduni Pieris" userId="4ef668d554d0808a" providerId="LiveId" clId="{4A84CDE8-DC43-4B67-8631-568CBA30709D}" dt="2023-11-18T04:59:46.400" v="3970" actId="20577"/>
          <ac:spMkLst>
            <pc:docMk/>
            <pc:sldMk cId="1648457104" sldId="311"/>
            <ac:spMk id="32" creationId="{529C65B0-B4FE-24E5-377F-F196EB2A613E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33" creationId="{3542D01A-A2A7-76A5-2C0C-89C477CAA8CA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35" creationId="{10D2BD93-DCBE-C45F-116B-045151105D06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35" creationId="{B2285F32-4127-A8CD-2D3F-D46262C97832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35" creationId="{F7649875-B789-80DA-CAFD-2AAF8C203022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36" creationId="{088746B5-A2ED-4604-9E17-9669D62F6064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36" creationId="{78F98707-E557-429C-3C3D-F1B6C9C5E896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36" creationId="{B42EF293-C3A8-4E54-89D2-0B6F76EB1576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37" creationId="{99C37D6F-3679-FC89-9F6E-9EBB38CF650B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37" creationId="{F31D7157-9DDE-64D1-7A31-BB5484128054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38" creationId="{3AE692E0-7BD6-8C64-7352-8263242A8034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39" creationId="{31501E84-1370-25AA-DE83-846FEA135838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40" creationId="{50EA60A9-57BB-C874-BB9D-FC47C560E1EA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40" creationId="{E97396DC-BC53-5CD1-7B99-D2DFB3578573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41" creationId="{21E51F9A-1C7D-EA58-8026-57DE0A3592E4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41" creationId="{4DC764E2-F6C0-C701-2049-A3B178BA22CB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41" creationId="{A35285BF-DE2E-8B79-4905-E24EF4F34A58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42" creationId="{0F07C8BB-E155-7351-36FC-95C680B083F5}"/>
          </ac:spMkLst>
        </pc:spChg>
        <pc:spChg chg="mod">
          <ac:chgData name="Sanduni Pieris" userId="4ef668d554d0808a" providerId="LiveId" clId="{4A84CDE8-DC43-4B67-8631-568CBA30709D}" dt="2023-11-18T05:02:42.609" v="3987"/>
          <ac:spMkLst>
            <pc:docMk/>
            <pc:sldMk cId="1648457104" sldId="311"/>
            <ac:spMk id="42" creationId="{8D3A7592-DDEC-4CFE-6D77-689C6E6FB457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42" creationId="{F3FFBA21-9775-E0C2-19FF-A93596C98759}"/>
          </ac:spMkLst>
        </pc:spChg>
        <pc:spChg chg="add del mod">
          <ac:chgData name="Sanduni Pieris" userId="4ef668d554d0808a" providerId="LiveId" clId="{4A84CDE8-DC43-4B67-8631-568CBA30709D}" dt="2023-11-18T05:07:52.951" v="3998" actId="478"/>
          <ac:spMkLst>
            <pc:docMk/>
            <pc:sldMk cId="1648457104" sldId="311"/>
            <ac:spMk id="43" creationId="{BB60B615-6549-8347-52F1-0E014FD45070}"/>
          </ac:spMkLst>
        </pc:spChg>
        <pc:spChg chg="add del mod">
          <ac:chgData name="Sanduni Pieris" userId="4ef668d554d0808a" providerId="LiveId" clId="{4A84CDE8-DC43-4B67-8631-568CBA30709D}" dt="2023-11-18T05:07:52.951" v="3998" actId="478"/>
          <ac:spMkLst>
            <pc:docMk/>
            <pc:sldMk cId="1648457104" sldId="311"/>
            <ac:spMk id="44" creationId="{D0C441C0-F597-2F9E-C42E-333564B02C10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45" creationId="{04D54141-63F7-A3CD-21D0-87FC6AF6C2B1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45" creationId="{7B472125-C488-9ED6-7757-B80D9597532A}"/>
          </ac:spMkLst>
        </pc:spChg>
        <pc:spChg chg="add del mod">
          <ac:chgData name="Sanduni Pieris" userId="4ef668d554d0808a" providerId="LiveId" clId="{4A84CDE8-DC43-4B67-8631-568CBA30709D}" dt="2023-11-18T05:07:52.951" v="3998" actId="478"/>
          <ac:spMkLst>
            <pc:docMk/>
            <pc:sldMk cId="1648457104" sldId="311"/>
            <ac:spMk id="45" creationId="{88FB0C08-A1D5-86F8-BEBB-09A41CC42F18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46" creationId="{244DDEA8-95CE-B3BC-AAC0-0964C9E52A67}"/>
          </ac:spMkLst>
        </pc:spChg>
        <pc:spChg chg="add del mod">
          <ac:chgData name="Sanduni Pieris" userId="4ef668d554d0808a" providerId="LiveId" clId="{4A84CDE8-DC43-4B67-8631-568CBA30709D}" dt="2023-11-18T05:07:52.951" v="3998" actId="478"/>
          <ac:spMkLst>
            <pc:docMk/>
            <pc:sldMk cId="1648457104" sldId="311"/>
            <ac:spMk id="46" creationId="{A10E06E1-1813-8144-6DC1-4290E78AA7A4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46" creationId="{B53AB3C2-30D4-4955-D8F9-E274ECE506FF}"/>
          </ac:spMkLst>
        </pc:spChg>
        <pc:spChg chg="add del mod">
          <ac:chgData name="Sanduni Pieris" userId="4ef668d554d0808a" providerId="LiveId" clId="{4A84CDE8-DC43-4B67-8631-568CBA30709D}" dt="2023-11-18T05:07:52.951" v="3998" actId="478"/>
          <ac:spMkLst>
            <pc:docMk/>
            <pc:sldMk cId="1648457104" sldId="311"/>
            <ac:spMk id="47" creationId="{2D2BC6D3-31D8-D61E-8990-8A2DB2D24ACB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47" creationId="{3B59FA41-DFC6-AD83-7137-442B8E4160CE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47" creationId="{F662C5A8-A716-978B-6DA3-00C02E149394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49" creationId="{2E6B1B18-0A81-F640-22D4-0B03DB5CC0F8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50" creationId="{71859B4A-4282-3E5A-5159-2908E41BB4A7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0" creationId="{D510D8DD-CB77-B9CD-2A7D-E029CDAED956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51" creationId="{AF7DF69B-EFF1-7472-33DD-EC5C042645C6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52" creationId="{DCFC6C5E-AD3D-F663-4034-FDF58E3D83EE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2" creationId="{F9753C13-CC81-40E1-B75B-A37C1DF4195C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3" creationId="{1CDBEBC5-AD04-C940-69D0-F8090388D95C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55" creationId="{2528300E-96CD-A14E-9CA2-5DFD7E7F10D3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5" creationId="{C3B8B46E-313B-89C1-8CAC-D9F8EC1F02FF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56" creationId="{2C7E741C-BEA5-47C5-FAF8-36DB430ED7D0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6" creationId="{E13AD3A9-93BC-366A-5108-CD87183185D2}"/>
          </ac:spMkLst>
        </pc:spChg>
        <pc:spChg chg="mod">
          <ac:chgData name="Sanduni Pieris" userId="4ef668d554d0808a" providerId="LiveId" clId="{4A84CDE8-DC43-4B67-8631-568CBA30709D}" dt="2023-11-18T07:06:47.196" v="4685"/>
          <ac:spMkLst>
            <pc:docMk/>
            <pc:sldMk cId="1648457104" sldId="311"/>
            <ac:spMk id="57" creationId="{88F982CA-2879-08DB-6A1B-7EB01EEF99FF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8" creationId="{AD648EED-585C-F412-9567-131DEB1EF34D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59" creationId="{656F5C0B-857F-7652-4D10-04AD34C782D6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61" creationId="{FB1696E6-0BF9-E0E8-194D-E55506C63EEB}"/>
          </ac:spMkLst>
        </pc:spChg>
        <pc:spChg chg="mod">
          <ac:chgData name="Sanduni Pieris" userId="4ef668d554d0808a" providerId="LiveId" clId="{4A84CDE8-DC43-4B67-8631-568CBA30709D}" dt="2023-11-18T05:07:53.595" v="3999"/>
          <ac:spMkLst>
            <pc:docMk/>
            <pc:sldMk cId="1648457104" sldId="311"/>
            <ac:spMk id="62" creationId="{E2AEE6C9-DC73-FB7B-F6D6-6BAA5E80875E}"/>
          </ac:spMkLst>
        </pc:spChg>
        <pc:spChg chg="add del mod">
          <ac:chgData name="Sanduni Pieris" userId="4ef668d554d0808a" providerId="LiveId" clId="{4A84CDE8-DC43-4B67-8631-568CBA30709D}" dt="2023-11-18T06:31:18.510" v="4417" actId="478"/>
          <ac:spMkLst>
            <pc:docMk/>
            <pc:sldMk cId="1648457104" sldId="311"/>
            <ac:spMk id="63" creationId="{04DF8801-D25B-380C-9800-D341C4E1D764}"/>
          </ac:spMkLst>
        </pc:spChg>
        <pc:spChg chg="add del mod">
          <ac:chgData name="Sanduni Pieris" userId="4ef668d554d0808a" providerId="LiveId" clId="{4A84CDE8-DC43-4B67-8631-568CBA30709D}" dt="2023-11-18T06:31:18.510" v="4417" actId="478"/>
          <ac:spMkLst>
            <pc:docMk/>
            <pc:sldMk cId="1648457104" sldId="311"/>
            <ac:spMk id="64" creationId="{EA10F46D-016A-6F07-E619-38C9FFE6E9C9}"/>
          </ac:spMkLst>
        </pc:spChg>
        <pc:spChg chg="add del mod">
          <ac:chgData name="Sanduni Pieris" userId="4ef668d554d0808a" providerId="LiveId" clId="{4A84CDE8-DC43-4B67-8631-568CBA30709D}" dt="2023-11-18T06:31:18.510" v="4417" actId="478"/>
          <ac:spMkLst>
            <pc:docMk/>
            <pc:sldMk cId="1648457104" sldId="311"/>
            <ac:spMk id="65" creationId="{4C66C710-0E89-2366-3351-32452D2E80BA}"/>
          </ac:spMkLst>
        </pc:spChg>
        <pc:spChg chg="add del mod">
          <ac:chgData name="Sanduni Pieris" userId="4ef668d554d0808a" providerId="LiveId" clId="{4A84CDE8-DC43-4B67-8631-568CBA30709D}" dt="2023-11-18T06:31:18.510" v="4417" actId="478"/>
          <ac:spMkLst>
            <pc:docMk/>
            <pc:sldMk cId="1648457104" sldId="311"/>
            <ac:spMk id="66" creationId="{55EF3673-1AAB-D2E1-B800-C73DF17A5811}"/>
          </ac:spMkLst>
        </pc:spChg>
        <pc:spChg chg="add del mod">
          <ac:chgData name="Sanduni Pieris" userId="4ef668d554d0808a" providerId="LiveId" clId="{4A84CDE8-DC43-4B67-8631-568CBA30709D}" dt="2023-11-18T06:31:18.510" v="4417" actId="478"/>
          <ac:spMkLst>
            <pc:docMk/>
            <pc:sldMk cId="1648457104" sldId="311"/>
            <ac:spMk id="67" creationId="{C163A5FA-55E1-022A-5ED2-D6D6900FB7DA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70" creationId="{BBB9D666-C6A2-6065-93AD-3C7AB021DA76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71" creationId="{A028C818-EB9E-4942-549C-4F0D7F7C4122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72" creationId="{EC8393B6-B2AC-3028-96C4-F3950D6C01E5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75" creationId="{1410820C-8BB8-F69C-6354-AE5706F324F5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76" creationId="{69071432-F077-174F-68CB-F6AFA2CBC56C}"/>
          </ac:spMkLst>
        </pc:spChg>
        <pc:spChg chg="mod">
          <ac:chgData name="Sanduni Pieris" userId="4ef668d554d0808a" providerId="LiveId" clId="{4A84CDE8-DC43-4B67-8631-568CBA30709D}" dt="2023-11-18T06:34:07.649" v="4425"/>
          <ac:spMkLst>
            <pc:docMk/>
            <pc:sldMk cId="1648457104" sldId="311"/>
            <ac:spMk id="77" creationId="{27EFD63F-8C2F-2655-79D3-CCE449737B4F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80" creationId="{A8708769-3364-AEA8-1E09-5DA2C31C9857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81" creationId="{13FDF3FF-084C-98C3-9C09-BF26E6B43658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82" creationId="{EEC8ADC5-0DD8-3DCC-437E-647B6B62CCC1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85" creationId="{518F76F1-CB25-D2CC-C28E-D2814D616F4F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86" creationId="{42601381-EB41-4735-5715-D66C103CD368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87" creationId="{15624DD2-0A61-F39A-1D2F-888A095C3F0E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90" creationId="{41429830-C1DC-EF14-0BF0-29500D55D6ED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91" creationId="{445CEE77-A7F3-7E3D-2C90-00C7960B373C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92" creationId="{C350ED6D-6DA3-4EF3-3F93-A78B16024F32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95" creationId="{7B6DECF0-02ED-A5EA-0128-89FF5CDE7FAD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96" creationId="{402B5ED2-BDB5-F8F7-2992-65C84D46683A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97" creationId="{21DC7860-F0BC-68F0-25D8-33CA8095C29B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100" creationId="{D1AD421B-7F9C-6CFE-82B0-878761173634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101" creationId="{F20173F6-6976-4DC6-7106-F4B1BAC5BAD4}"/>
          </ac:spMkLst>
        </pc:spChg>
        <pc:spChg chg="mod">
          <ac:chgData name="Sanduni Pieris" userId="4ef668d554d0808a" providerId="LiveId" clId="{4A84CDE8-DC43-4B67-8631-568CBA30709D}" dt="2023-11-18T06:34:12.302" v="4428"/>
          <ac:spMkLst>
            <pc:docMk/>
            <pc:sldMk cId="1648457104" sldId="311"/>
            <ac:spMk id="102" creationId="{EA5CBD40-4D10-B9F1-3A22-206FE41F299E}"/>
          </ac:spMkLst>
        </pc:spChg>
        <pc:spChg chg="mod">
          <ac:chgData name="Sanduni Pieris" userId="4ef668d554d0808a" providerId="LiveId" clId="{4A84CDE8-DC43-4B67-8631-568CBA30709D}" dt="2023-11-18T06:37:27.311" v="4438"/>
          <ac:spMkLst>
            <pc:docMk/>
            <pc:sldMk cId="1648457104" sldId="311"/>
            <ac:spMk id="105" creationId="{3F2F5C5B-A3B0-A44F-BA89-819E65EDEF14}"/>
          </ac:spMkLst>
        </pc:spChg>
        <pc:spChg chg="mod">
          <ac:chgData name="Sanduni Pieris" userId="4ef668d554d0808a" providerId="LiveId" clId="{4A84CDE8-DC43-4B67-8631-568CBA30709D}" dt="2023-11-18T06:37:27.311" v="4438"/>
          <ac:spMkLst>
            <pc:docMk/>
            <pc:sldMk cId="1648457104" sldId="311"/>
            <ac:spMk id="106" creationId="{78489FD3-886E-2189-4D35-EB9AAAA88AC7}"/>
          </ac:spMkLst>
        </pc:spChg>
        <pc:spChg chg="mod">
          <ac:chgData name="Sanduni Pieris" userId="4ef668d554d0808a" providerId="LiveId" clId="{4A84CDE8-DC43-4B67-8631-568CBA30709D}" dt="2023-11-18T06:37:27.311" v="4438"/>
          <ac:spMkLst>
            <pc:docMk/>
            <pc:sldMk cId="1648457104" sldId="311"/>
            <ac:spMk id="107" creationId="{B2AF24D6-F994-1F32-6BB4-C52A82FB9530}"/>
          </ac:spMkLst>
        </pc:spChg>
        <pc:spChg chg="mod">
          <ac:chgData name="Sanduni Pieris" userId="4ef668d554d0808a" providerId="LiveId" clId="{4A84CDE8-DC43-4B67-8631-568CBA30709D}" dt="2023-11-18T06:45:57.239" v="4450"/>
          <ac:spMkLst>
            <pc:docMk/>
            <pc:sldMk cId="1648457104" sldId="311"/>
            <ac:spMk id="110" creationId="{D398F33E-6954-067B-2E67-B8CB4C42B811}"/>
          </ac:spMkLst>
        </pc:spChg>
        <pc:spChg chg="mod">
          <ac:chgData name="Sanduni Pieris" userId="4ef668d554d0808a" providerId="LiveId" clId="{4A84CDE8-DC43-4B67-8631-568CBA30709D}" dt="2023-11-18T06:45:57.239" v="4450"/>
          <ac:spMkLst>
            <pc:docMk/>
            <pc:sldMk cId="1648457104" sldId="311"/>
            <ac:spMk id="111" creationId="{D9B85ED5-DE4D-AADD-EF96-775D1200EE83}"/>
          </ac:spMkLst>
        </pc:spChg>
        <pc:spChg chg="mod">
          <ac:chgData name="Sanduni Pieris" userId="4ef668d554d0808a" providerId="LiveId" clId="{4A84CDE8-DC43-4B67-8631-568CBA30709D}" dt="2023-11-18T06:45:57.239" v="4450"/>
          <ac:spMkLst>
            <pc:docMk/>
            <pc:sldMk cId="1648457104" sldId="311"/>
            <ac:spMk id="112" creationId="{E86964CB-DF38-CA10-CFA1-BAFEB976FEBC}"/>
          </ac:spMkLst>
        </pc:spChg>
        <pc:spChg chg="mod">
          <ac:chgData name="Sanduni Pieris" userId="4ef668d554d0808a" providerId="LiveId" clId="{4A84CDE8-DC43-4B67-8631-568CBA30709D}" dt="2023-11-18T06:51:41.999" v="4458"/>
          <ac:spMkLst>
            <pc:docMk/>
            <pc:sldMk cId="1648457104" sldId="311"/>
            <ac:spMk id="115" creationId="{FC8DA6CC-AF33-D492-1AF0-2C83D7B7E051}"/>
          </ac:spMkLst>
        </pc:spChg>
        <pc:spChg chg="mod">
          <ac:chgData name="Sanduni Pieris" userId="4ef668d554d0808a" providerId="LiveId" clId="{4A84CDE8-DC43-4B67-8631-568CBA30709D}" dt="2023-11-18T06:51:41.999" v="4458"/>
          <ac:spMkLst>
            <pc:docMk/>
            <pc:sldMk cId="1648457104" sldId="311"/>
            <ac:spMk id="116" creationId="{D949D70E-2000-70CA-5817-736A63EB17DC}"/>
          </ac:spMkLst>
        </pc:spChg>
        <pc:spChg chg="mod">
          <ac:chgData name="Sanduni Pieris" userId="4ef668d554d0808a" providerId="LiveId" clId="{4A84CDE8-DC43-4B67-8631-568CBA30709D}" dt="2023-11-18T06:51:41.999" v="4458"/>
          <ac:spMkLst>
            <pc:docMk/>
            <pc:sldMk cId="1648457104" sldId="311"/>
            <ac:spMk id="117" creationId="{022504B3-2AF3-9984-A2C3-8FAB03295F93}"/>
          </ac:spMkLst>
        </pc:spChg>
        <pc:grpChg chg="add del mod">
          <ac:chgData name="Sanduni Pieris" userId="4ef668d554d0808a" providerId="LiveId" clId="{4A84CDE8-DC43-4B67-8631-568CBA30709D}" dt="2023-11-18T06:34:11.529" v="4427" actId="478"/>
          <ac:grpSpMkLst>
            <pc:docMk/>
            <pc:sldMk cId="1648457104" sldId="311"/>
            <ac:grpSpMk id="5" creationId="{BB178131-1631-8F04-009F-3A640E492926}"/>
          </ac:grpSpMkLst>
        </pc:grpChg>
        <pc:grpChg chg="add del mod">
          <ac:chgData name="Sanduni Pieris" userId="4ef668d554d0808a" providerId="LiveId" clId="{4A84CDE8-DC43-4B67-8631-568CBA30709D}" dt="2023-11-18T07:06:46.771" v="4684" actId="478"/>
          <ac:grpSpMkLst>
            <pc:docMk/>
            <pc:sldMk cId="1648457104" sldId="311"/>
            <ac:grpSpMk id="5" creationId="{BF5EDE81-421F-F46C-08EE-82EED50D4D42}"/>
          </ac:grpSpMkLst>
        </pc:grpChg>
        <pc:grpChg chg="mod">
          <ac:chgData name="Sanduni Pieris" userId="4ef668d554d0808a" providerId="LiveId" clId="{4A84CDE8-DC43-4B67-8631-568CBA30709D}" dt="2023-11-18T06:57:42.446" v="4466"/>
          <ac:grpSpMkLst>
            <pc:docMk/>
            <pc:sldMk cId="1648457104" sldId="311"/>
            <ac:grpSpMk id="6" creationId="{7B7F6A7A-E71D-F4F9-0104-977E25FAEF3A}"/>
          </ac:grpSpMkLst>
        </pc:grpChg>
        <pc:grpChg chg="mod">
          <ac:chgData name="Sanduni Pieris" userId="4ef668d554d0808a" providerId="LiveId" clId="{4A84CDE8-DC43-4B67-8631-568CBA30709D}" dt="2023-11-18T06:31:19.163" v="4418"/>
          <ac:grpSpMkLst>
            <pc:docMk/>
            <pc:sldMk cId="1648457104" sldId="311"/>
            <ac:grpSpMk id="6" creationId="{FC2A3489-3030-5642-CA89-1F6D83CD649D}"/>
          </ac:grpSpMkLst>
        </pc:grpChg>
        <pc:grpChg chg="del">
          <ac:chgData name="Sanduni Pieris" userId="4ef668d554d0808a" providerId="LiveId" clId="{4A84CDE8-DC43-4B67-8631-568CBA30709D}" dt="2023-11-18T05:02:41.854" v="3986" actId="478"/>
          <ac:grpSpMkLst>
            <pc:docMk/>
            <pc:sldMk cId="1648457104" sldId="311"/>
            <ac:grpSpMk id="7" creationId="{362C1D42-829A-413D-357F-4A3CD8224454}"/>
          </ac:grpSpMkLst>
        </pc:grpChg>
        <pc:grpChg chg="del">
          <ac:chgData name="Sanduni Pieris" userId="4ef668d554d0808a" providerId="LiveId" clId="{4A84CDE8-DC43-4B67-8631-568CBA30709D}" dt="2023-11-18T05:02:41.854" v="3986" actId="478"/>
          <ac:grpSpMkLst>
            <pc:docMk/>
            <pc:sldMk cId="1648457104" sldId="311"/>
            <ac:grpSpMk id="8" creationId="{0AC7B6D9-D397-A753-2A41-6DB20A91212A}"/>
          </ac:grpSpMkLst>
        </pc:grpChg>
        <pc:grpChg chg="add del mod">
          <ac:chgData name="Sanduni Pieris" userId="4ef668d554d0808a" providerId="LiveId" clId="{4A84CDE8-DC43-4B67-8631-568CBA30709D}" dt="2023-11-18T06:34:11.529" v="4427" actId="478"/>
          <ac:grpSpMkLst>
            <pc:docMk/>
            <pc:sldMk cId="1648457104" sldId="311"/>
            <ac:grpSpMk id="10" creationId="{C6D57139-0BCA-13E2-FA56-2118ADF41B86}"/>
          </ac:grpSpMkLst>
        </pc:grpChg>
        <pc:grpChg chg="add del mod">
          <ac:chgData name="Sanduni Pieris" userId="4ef668d554d0808a" providerId="LiveId" clId="{4A84CDE8-DC43-4B67-8631-568CBA30709D}" dt="2023-11-18T07:06:46.771" v="4684" actId="478"/>
          <ac:grpSpMkLst>
            <pc:docMk/>
            <pc:sldMk cId="1648457104" sldId="311"/>
            <ac:grpSpMk id="10" creationId="{E4162141-21F5-3294-73C8-74A320704188}"/>
          </ac:grpSpMkLst>
        </pc:grpChg>
        <pc:grpChg chg="mod">
          <ac:chgData name="Sanduni Pieris" userId="4ef668d554d0808a" providerId="LiveId" clId="{4A84CDE8-DC43-4B67-8631-568CBA30709D}" dt="2023-11-18T06:31:19.163" v="4418"/>
          <ac:grpSpMkLst>
            <pc:docMk/>
            <pc:sldMk cId="1648457104" sldId="311"/>
            <ac:grpSpMk id="11" creationId="{16ABFC4A-ED64-F4A9-8D87-D7D0AB5C7EE5}"/>
          </ac:grpSpMkLst>
        </pc:grpChg>
        <pc:grpChg chg="del">
          <ac:chgData name="Sanduni Pieris" userId="4ef668d554d0808a" providerId="LiveId" clId="{4A84CDE8-DC43-4B67-8631-568CBA30709D}" dt="2023-11-18T05:02:41.854" v="3986" actId="478"/>
          <ac:grpSpMkLst>
            <pc:docMk/>
            <pc:sldMk cId="1648457104" sldId="311"/>
            <ac:grpSpMk id="11" creationId="{5ED36455-8D26-BC51-F382-BCD9A943D9CD}"/>
          </ac:grpSpMkLst>
        </pc:grpChg>
        <pc:grpChg chg="mod">
          <ac:chgData name="Sanduni Pieris" userId="4ef668d554d0808a" providerId="LiveId" clId="{4A84CDE8-DC43-4B67-8631-568CBA30709D}" dt="2023-11-18T06:57:42.446" v="4466"/>
          <ac:grpSpMkLst>
            <pc:docMk/>
            <pc:sldMk cId="1648457104" sldId="311"/>
            <ac:grpSpMk id="11" creationId="{6E0FCE36-4A0E-6072-C98B-778A722D4841}"/>
          </ac:grpSpMkLst>
        </pc:grpChg>
        <pc:grpChg chg="del">
          <ac:chgData name="Sanduni Pieris" userId="4ef668d554d0808a" providerId="LiveId" clId="{4A84CDE8-DC43-4B67-8631-568CBA30709D}" dt="2023-11-18T05:02:41.854" v="3986" actId="478"/>
          <ac:grpSpMkLst>
            <pc:docMk/>
            <pc:sldMk cId="1648457104" sldId="311"/>
            <ac:grpSpMk id="14" creationId="{6F8BED47-8AEB-751A-286C-1565FD0BE37A}"/>
          </ac:grpSpMkLst>
        </pc:grpChg>
        <pc:grpChg chg="add del mod">
          <ac:chgData name="Sanduni Pieris" userId="4ef668d554d0808a" providerId="LiveId" clId="{4A84CDE8-DC43-4B67-8631-568CBA30709D}" dt="2023-11-18T06:34:11.529" v="4427" actId="478"/>
          <ac:grpSpMkLst>
            <pc:docMk/>
            <pc:sldMk cId="1648457104" sldId="311"/>
            <ac:grpSpMk id="15" creationId="{14F37502-1198-AB84-9C64-97CA959CE277}"/>
          </ac:grpSpMkLst>
        </pc:grpChg>
        <pc:grpChg chg="add del mod">
          <ac:chgData name="Sanduni Pieris" userId="4ef668d554d0808a" providerId="LiveId" clId="{4A84CDE8-DC43-4B67-8631-568CBA30709D}" dt="2023-11-18T07:06:46.771" v="4684" actId="478"/>
          <ac:grpSpMkLst>
            <pc:docMk/>
            <pc:sldMk cId="1648457104" sldId="311"/>
            <ac:grpSpMk id="15" creationId="{6035992C-4904-3549-2B8C-84C3C7B514B4}"/>
          </ac:grpSpMkLst>
        </pc:grpChg>
        <pc:grpChg chg="mod">
          <ac:chgData name="Sanduni Pieris" userId="4ef668d554d0808a" providerId="LiveId" clId="{4A84CDE8-DC43-4B67-8631-568CBA30709D}" dt="2023-11-18T06:57:42.446" v="4466"/>
          <ac:grpSpMkLst>
            <pc:docMk/>
            <pc:sldMk cId="1648457104" sldId="311"/>
            <ac:grpSpMk id="16" creationId="{CBD90FB3-1C29-EE6D-9118-5C9748616E83}"/>
          </ac:grpSpMkLst>
        </pc:grpChg>
        <pc:grpChg chg="mod">
          <ac:chgData name="Sanduni Pieris" userId="4ef668d554d0808a" providerId="LiveId" clId="{4A84CDE8-DC43-4B67-8631-568CBA30709D}" dt="2023-11-18T06:31:19.163" v="4418"/>
          <ac:grpSpMkLst>
            <pc:docMk/>
            <pc:sldMk cId="1648457104" sldId="311"/>
            <ac:grpSpMk id="16" creationId="{FF8CAE54-E7E6-8FA8-45A0-7C1AF99875C1}"/>
          </ac:grpSpMkLst>
        </pc:grpChg>
        <pc:grpChg chg="del">
          <ac:chgData name="Sanduni Pieris" userId="4ef668d554d0808a" providerId="LiveId" clId="{4A84CDE8-DC43-4B67-8631-568CBA30709D}" dt="2023-11-18T05:02:41.854" v="3986" actId="478"/>
          <ac:grpSpMkLst>
            <pc:docMk/>
            <pc:sldMk cId="1648457104" sldId="311"/>
            <ac:grpSpMk id="17" creationId="{603428E7-4E22-E544-B84E-ED930CD7705D}"/>
          </ac:grpSpMkLst>
        </pc:grpChg>
        <pc:grpChg chg="add del mod">
          <ac:chgData name="Sanduni Pieris" userId="4ef668d554d0808a" providerId="LiveId" clId="{4A84CDE8-DC43-4B67-8631-568CBA30709D}" dt="2023-11-18T07:06:46.771" v="4684" actId="478"/>
          <ac:grpSpMkLst>
            <pc:docMk/>
            <pc:sldMk cId="1648457104" sldId="311"/>
            <ac:grpSpMk id="21" creationId="{4562981A-FBEC-2F64-3647-2C83BE7436BB}"/>
          </ac:grpSpMkLst>
        </pc:grpChg>
        <pc:grpChg chg="add del mod">
          <ac:chgData name="Sanduni Pieris" userId="4ef668d554d0808a" providerId="LiveId" clId="{4A84CDE8-DC43-4B67-8631-568CBA30709D}" dt="2023-11-18T06:34:11.529" v="4427" actId="478"/>
          <ac:grpSpMkLst>
            <pc:docMk/>
            <pc:sldMk cId="1648457104" sldId="311"/>
            <ac:grpSpMk id="21" creationId="{A143E336-6229-4A93-810C-2182829B11AA}"/>
          </ac:grpSpMkLst>
        </pc:grpChg>
        <pc:grpChg chg="mod">
          <ac:chgData name="Sanduni Pieris" userId="4ef668d554d0808a" providerId="LiveId" clId="{4A84CDE8-DC43-4B67-8631-568CBA30709D}" dt="2023-11-18T06:57:42.446" v="4466"/>
          <ac:grpSpMkLst>
            <pc:docMk/>
            <pc:sldMk cId="1648457104" sldId="311"/>
            <ac:grpSpMk id="22" creationId="{140816B9-48BC-B3A2-115A-E2DD1BCC08F8}"/>
          </ac:grpSpMkLst>
        </pc:grpChg>
        <pc:grpChg chg="mod">
          <ac:chgData name="Sanduni Pieris" userId="4ef668d554d0808a" providerId="LiveId" clId="{4A84CDE8-DC43-4B67-8631-568CBA30709D}" dt="2023-11-18T06:31:19.163" v="4418"/>
          <ac:grpSpMkLst>
            <pc:docMk/>
            <pc:sldMk cId="1648457104" sldId="311"/>
            <ac:grpSpMk id="22" creationId="{A8109005-928A-EAD3-643A-67A82CCD992A}"/>
          </ac:grpSpMkLst>
        </pc:grpChg>
        <pc:grpChg chg="add del mod">
          <ac:chgData name="Sanduni Pieris" userId="4ef668d554d0808a" providerId="LiveId" clId="{4A84CDE8-DC43-4B67-8631-568CBA30709D}" dt="2023-11-18T06:34:11.529" v="4427" actId="478"/>
          <ac:grpSpMkLst>
            <pc:docMk/>
            <pc:sldMk cId="1648457104" sldId="311"/>
            <ac:grpSpMk id="26" creationId="{5B950BAC-1EE8-DD4C-E482-E4DC4C1B62F4}"/>
          </ac:grpSpMkLst>
        </pc:grpChg>
        <pc:grpChg chg="add del mod">
          <ac:chgData name="Sanduni Pieris" userId="4ef668d554d0808a" providerId="LiveId" clId="{4A84CDE8-DC43-4B67-8631-568CBA30709D}" dt="2023-11-18T07:06:46.771" v="4684" actId="478"/>
          <ac:grpSpMkLst>
            <pc:docMk/>
            <pc:sldMk cId="1648457104" sldId="311"/>
            <ac:grpSpMk id="26" creationId="{AC9A580C-276F-4256-9EB9-A2F41D989A6C}"/>
          </ac:grpSpMkLst>
        </pc:grpChg>
        <pc:grpChg chg="add del mod">
          <ac:chgData name="Sanduni Pieris" userId="4ef668d554d0808a" providerId="LiveId" clId="{4A84CDE8-DC43-4B67-8631-568CBA30709D}" dt="2023-11-18T05:07:52.951" v="3998" actId="478"/>
          <ac:grpSpMkLst>
            <pc:docMk/>
            <pc:sldMk cId="1648457104" sldId="311"/>
            <ac:grpSpMk id="26" creationId="{E891D459-CDC8-6E9B-70EE-C6D6968B8477}"/>
          </ac:grpSpMkLst>
        </pc:grpChg>
        <pc:grpChg chg="mod">
          <ac:chgData name="Sanduni Pieris" userId="4ef668d554d0808a" providerId="LiveId" clId="{4A84CDE8-DC43-4B67-8631-568CBA30709D}" dt="2023-11-18T06:57:42.446" v="4466"/>
          <ac:grpSpMkLst>
            <pc:docMk/>
            <pc:sldMk cId="1648457104" sldId="311"/>
            <ac:grpSpMk id="27" creationId="{36DD6E47-CC52-D18F-8D5F-E74BE5728529}"/>
          </ac:grpSpMkLst>
        </pc:grpChg>
        <pc:grpChg chg="mod">
          <ac:chgData name="Sanduni Pieris" userId="4ef668d554d0808a" providerId="LiveId" clId="{4A84CDE8-DC43-4B67-8631-568CBA30709D}" dt="2023-11-18T06:31:19.163" v="4418"/>
          <ac:grpSpMkLst>
            <pc:docMk/>
            <pc:sldMk cId="1648457104" sldId="311"/>
            <ac:grpSpMk id="27" creationId="{59059CD4-F5C3-8B93-C88D-01DF0767810D}"/>
          </ac:grpSpMkLst>
        </pc:grpChg>
        <pc:grpChg chg="add del mod">
          <ac:chgData name="Sanduni Pieris" userId="4ef668d554d0808a" providerId="LiveId" clId="{4A84CDE8-DC43-4B67-8631-568CBA30709D}" dt="2023-11-18T05:07:52.951" v="3998" actId="478"/>
          <ac:grpSpMkLst>
            <pc:docMk/>
            <pc:sldMk cId="1648457104" sldId="311"/>
            <ac:grpSpMk id="30" creationId="{55264679-61A6-BC73-D688-EEADD48DDE21}"/>
          </ac:grpSpMkLst>
        </pc:grpChg>
        <pc:grpChg chg="add del mod">
          <ac:chgData name="Sanduni Pieris" userId="4ef668d554d0808a" providerId="LiveId" clId="{4A84CDE8-DC43-4B67-8631-568CBA30709D}" dt="2023-11-18T06:34:09.454" v="4426"/>
          <ac:grpSpMkLst>
            <pc:docMk/>
            <pc:sldMk cId="1648457104" sldId="311"/>
            <ac:grpSpMk id="33" creationId="{0846AADA-AAB4-7A57-CA51-0A5E3BF67D37}"/>
          </ac:grpSpMkLst>
        </pc:grpChg>
        <pc:grpChg chg="add 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33" creationId="{66A4C522-C172-EC64-208E-66863F74C1AC}"/>
          </ac:grpSpMkLst>
        </pc:grpChg>
        <pc:grpChg chg="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34" creationId="{5496B24C-D7AE-1AB9-5CBC-415DD2E50165}"/>
          </ac:grpSpMkLst>
        </pc:grpChg>
        <pc:grpChg chg="mod">
          <ac:chgData name="Sanduni Pieris" userId="4ef668d554d0808a" providerId="LiveId" clId="{4A84CDE8-DC43-4B67-8631-568CBA30709D}" dt="2023-11-18T06:34:07.649" v="4425"/>
          <ac:grpSpMkLst>
            <pc:docMk/>
            <pc:sldMk cId="1648457104" sldId="311"/>
            <ac:grpSpMk id="34" creationId="{BCF150FB-847A-D9EB-A147-22E373DBA49B}"/>
          </ac:grpSpMkLst>
        </pc:grpChg>
        <pc:grpChg chg="add del mod">
          <ac:chgData name="Sanduni Pieris" userId="4ef668d554d0808a" providerId="LiveId" clId="{4A84CDE8-DC43-4B67-8631-568CBA30709D}" dt="2023-11-18T05:07:52.951" v="3998" actId="478"/>
          <ac:grpSpMkLst>
            <pc:docMk/>
            <pc:sldMk cId="1648457104" sldId="311"/>
            <ac:grpSpMk id="34" creationId="{E1022BC2-E9B7-A512-1710-265311A3CE19}"/>
          </ac:grpSpMkLst>
        </pc:grpChg>
        <pc:grpChg chg="add del mod">
          <ac:chgData name="Sanduni Pieris" userId="4ef668d554d0808a" providerId="LiveId" clId="{4A84CDE8-DC43-4B67-8631-568CBA30709D}" dt="2023-11-18T05:07:52.951" v="3998" actId="478"/>
          <ac:grpSpMkLst>
            <pc:docMk/>
            <pc:sldMk cId="1648457104" sldId="311"/>
            <ac:grpSpMk id="37" creationId="{ADA2C0E2-9619-DC13-4951-FFC7726C7167}"/>
          </ac:grpSpMkLst>
        </pc:grpChg>
        <pc:grpChg chg="add 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38" creationId="{3EB3518E-4355-47F4-0396-38ADBF92A82D}"/>
          </ac:grpSpMkLst>
        </pc:grpChg>
        <pc:grpChg chg="add del mod">
          <ac:chgData name="Sanduni Pieris" userId="4ef668d554d0808a" providerId="LiveId" clId="{4A84CDE8-DC43-4B67-8631-568CBA30709D}" dt="2023-11-18T06:34:09.454" v="4426"/>
          <ac:grpSpMkLst>
            <pc:docMk/>
            <pc:sldMk cId="1648457104" sldId="311"/>
            <ac:grpSpMk id="38" creationId="{5F827B9E-350E-0AF7-8FA6-4D82D4AC355C}"/>
          </ac:grpSpMkLst>
        </pc:grpChg>
        <pc:grpChg chg="mod">
          <ac:chgData name="Sanduni Pieris" userId="4ef668d554d0808a" providerId="LiveId" clId="{4A84CDE8-DC43-4B67-8631-568CBA30709D}" dt="2023-11-18T06:34:07.649" v="4425"/>
          <ac:grpSpMkLst>
            <pc:docMk/>
            <pc:sldMk cId="1648457104" sldId="311"/>
            <ac:grpSpMk id="39" creationId="{DC28F13B-F748-6D71-D621-BE809787E9C7}"/>
          </ac:grpSpMkLst>
        </pc:grpChg>
        <pc:grpChg chg="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39" creationId="{E35A2A6B-7BE5-4EE4-069F-81E12E5A8643}"/>
          </ac:grpSpMkLst>
        </pc:grpChg>
        <pc:grpChg chg="add del mod">
          <ac:chgData name="Sanduni Pieris" userId="4ef668d554d0808a" providerId="LiveId" clId="{4A84CDE8-DC43-4B67-8631-568CBA30709D}" dt="2023-11-18T05:07:52.951" v="3998" actId="478"/>
          <ac:grpSpMkLst>
            <pc:docMk/>
            <pc:sldMk cId="1648457104" sldId="311"/>
            <ac:grpSpMk id="40" creationId="{E8B1CADB-5092-37F8-C7EA-BD2844E4CE16}"/>
          </ac:grpSpMkLst>
        </pc:grpChg>
        <pc:grpChg chg="add 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43" creationId="{19A3BFEB-DE9A-0D97-78DD-D0B1C0C3CC48}"/>
          </ac:grpSpMkLst>
        </pc:grpChg>
        <pc:grpChg chg="add del mod">
          <ac:chgData name="Sanduni Pieris" userId="4ef668d554d0808a" providerId="LiveId" clId="{4A84CDE8-DC43-4B67-8631-568CBA30709D}" dt="2023-11-18T06:34:09.454" v="4426"/>
          <ac:grpSpMkLst>
            <pc:docMk/>
            <pc:sldMk cId="1648457104" sldId="311"/>
            <ac:grpSpMk id="43" creationId="{9EACF5B9-586E-881F-8182-E97527D74285}"/>
          </ac:grpSpMkLst>
        </pc:grpChg>
        <pc:grpChg chg="mod">
          <ac:chgData name="Sanduni Pieris" userId="4ef668d554d0808a" providerId="LiveId" clId="{4A84CDE8-DC43-4B67-8631-568CBA30709D}" dt="2023-11-18T06:34:07.649" v="4425"/>
          <ac:grpSpMkLst>
            <pc:docMk/>
            <pc:sldMk cId="1648457104" sldId="311"/>
            <ac:grpSpMk id="44" creationId="{4578ECF6-A95C-931F-11E9-DA7C0C4849EC}"/>
          </ac:grpSpMkLst>
        </pc:grpChg>
        <pc:grpChg chg="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44" creationId="{D7EB9223-26DF-724B-251A-D042748BAC77}"/>
          </ac:grpSpMkLst>
        </pc:grpChg>
        <pc:grpChg chg="add 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48" creationId="{8768EC80-B370-420B-1231-610778C9D31A}"/>
          </ac:grpSpMkLst>
        </pc:grpChg>
        <pc:grpChg chg="add del mod">
          <ac:chgData name="Sanduni Pieris" userId="4ef668d554d0808a" providerId="LiveId" clId="{4A84CDE8-DC43-4B67-8631-568CBA30709D}" dt="2023-11-18T06:31:18.510" v="4417" actId="478"/>
          <ac:grpSpMkLst>
            <pc:docMk/>
            <pc:sldMk cId="1648457104" sldId="311"/>
            <ac:grpSpMk id="48" creationId="{92AFE410-6F66-87E0-9044-26872E7B6462}"/>
          </ac:grpSpMkLst>
        </pc:grpChg>
        <pc:grpChg chg="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49" creationId="{30B4DE7E-3AA1-1634-8CC6-6E8EF0CFD1A1}"/>
          </ac:grpSpMkLst>
        </pc:grpChg>
        <pc:grpChg chg="add del mod">
          <ac:chgData name="Sanduni Pieris" userId="4ef668d554d0808a" providerId="LiveId" clId="{4A84CDE8-DC43-4B67-8631-568CBA30709D}" dt="2023-11-18T06:31:18.510" v="4417" actId="478"/>
          <ac:grpSpMkLst>
            <pc:docMk/>
            <pc:sldMk cId="1648457104" sldId="311"/>
            <ac:grpSpMk id="51" creationId="{DA2DF74E-83D7-57FE-2B9E-99C21FBF79EC}"/>
          </ac:grpSpMkLst>
        </pc:grpChg>
        <pc:grpChg chg="add 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53" creationId="{F9C59511-0F4E-EF34-8150-6B3B5C1A2DBF}"/>
          </ac:grpSpMkLst>
        </pc:grpChg>
        <pc:grpChg chg="mod">
          <ac:chgData name="Sanduni Pieris" userId="4ef668d554d0808a" providerId="LiveId" clId="{4A84CDE8-DC43-4B67-8631-568CBA30709D}" dt="2023-11-18T07:06:47.196" v="4685"/>
          <ac:grpSpMkLst>
            <pc:docMk/>
            <pc:sldMk cId="1648457104" sldId="311"/>
            <ac:grpSpMk id="54" creationId="{0CD183BC-1779-F155-03BF-22DBC4105A19}"/>
          </ac:grpSpMkLst>
        </pc:grpChg>
        <pc:grpChg chg="add del mod">
          <ac:chgData name="Sanduni Pieris" userId="4ef668d554d0808a" providerId="LiveId" clId="{4A84CDE8-DC43-4B67-8631-568CBA30709D}" dt="2023-11-18T06:31:18.510" v="4417" actId="478"/>
          <ac:grpSpMkLst>
            <pc:docMk/>
            <pc:sldMk cId="1648457104" sldId="311"/>
            <ac:grpSpMk id="54" creationId="{AD0832AA-6A23-A034-12D0-5448FFE10FB8}"/>
          </ac:grpSpMkLst>
        </pc:grpChg>
        <pc:grpChg chg="add del mod">
          <ac:chgData name="Sanduni Pieris" userId="4ef668d554d0808a" providerId="LiveId" clId="{4A84CDE8-DC43-4B67-8631-568CBA30709D}" dt="2023-11-18T06:31:18.510" v="4417" actId="478"/>
          <ac:grpSpMkLst>
            <pc:docMk/>
            <pc:sldMk cId="1648457104" sldId="311"/>
            <ac:grpSpMk id="57" creationId="{47CB0643-64DF-0C04-E9D0-0FE903523698}"/>
          </ac:grpSpMkLst>
        </pc:grpChg>
        <pc:grpChg chg="add del mod">
          <ac:chgData name="Sanduni Pieris" userId="4ef668d554d0808a" providerId="LiveId" clId="{4A84CDE8-DC43-4B67-8631-568CBA30709D}" dt="2023-11-18T06:31:18.510" v="4417" actId="478"/>
          <ac:grpSpMkLst>
            <pc:docMk/>
            <pc:sldMk cId="1648457104" sldId="311"/>
            <ac:grpSpMk id="60" creationId="{B16D801A-7C9F-F51D-C691-4EA58952D3CC}"/>
          </ac:grpSpMkLst>
        </pc:grpChg>
        <pc:grpChg chg="add del mod">
          <ac:chgData name="Sanduni Pieris" userId="4ef668d554d0808a" providerId="LiveId" clId="{4A84CDE8-DC43-4B67-8631-568CBA30709D}" dt="2023-11-18T06:34:09.454" v="4426"/>
          <ac:grpSpMkLst>
            <pc:docMk/>
            <pc:sldMk cId="1648457104" sldId="311"/>
            <ac:grpSpMk id="68" creationId="{A1C1C4A3-811A-ED12-F50E-62BC5F9B2530}"/>
          </ac:grpSpMkLst>
        </pc:grpChg>
        <pc:grpChg chg="mod">
          <ac:chgData name="Sanduni Pieris" userId="4ef668d554d0808a" providerId="LiveId" clId="{4A84CDE8-DC43-4B67-8631-568CBA30709D}" dt="2023-11-18T06:34:07.649" v="4425"/>
          <ac:grpSpMkLst>
            <pc:docMk/>
            <pc:sldMk cId="1648457104" sldId="311"/>
            <ac:grpSpMk id="69" creationId="{BAE8DDA1-45DC-6876-3A93-06CACD1CD405}"/>
          </ac:grpSpMkLst>
        </pc:grpChg>
        <pc:grpChg chg="add del mod">
          <ac:chgData name="Sanduni Pieris" userId="4ef668d554d0808a" providerId="LiveId" clId="{4A84CDE8-DC43-4B67-8631-568CBA30709D}" dt="2023-11-18T06:34:09.454" v="4426"/>
          <ac:grpSpMkLst>
            <pc:docMk/>
            <pc:sldMk cId="1648457104" sldId="311"/>
            <ac:grpSpMk id="73" creationId="{0E1036BD-F46B-06EF-86B6-02B405CFE733}"/>
          </ac:grpSpMkLst>
        </pc:grpChg>
        <pc:grpChg chg="mod">
          <ac:chgData name="Sanduni Pieris" userId="4ef668d554d0808a" providerId="LiveId" clId="{4A84CDE8-DC43-4B67-8631-568CBA30709D}" dt="2023-11-18T06:34:07.649" v="4425"/>
          <ac:grpSpMkLst>
            <pc:docMk/>
            <pc:sldMk cId="1648457104" sldId="311"/>
            <ac:grpSpMk id="74" creationId="{D355EE76-C146-2832-0511-81935BF940E8}"/>
          </ac:grpSpMkLst>
        </pc:grpChg>
        <pc:grpChg chg="add del mod">
          <ac:chgData name="Sanduni Pieris" userId="4ef668d554d0808a" providerId="LiveId" clId="{4A84CDE8-DC43-4B67-8631-568CBA30709D}" dt="2023-11-18T06:57:41.959" v="4465" actId="478"/>
          <ac:grpSpMkLst>
            <pc:docMk/>
            <pc:sldMk cId="1648457104" sldId="311"/>
            <ac:grpSpMk id="78" creationId="{3252DE0B-7647-9BC8-1FC3-684E7C9F1102}"/>
          </ac:grpSpMkLst>
        </pc:grpChg>
        <pc:grpChg chg="mod">
          <ac:chgData name="Sanduni Pieris" userId="4ef668d554d0808a" providerId="LiveId" clId="{4A84CDE8-DC43-4B67-8631-568CBA30709D}" dt="2023-11-18T06:34:12.302" v="4428"/>
          <ac:grpSpMkLst>
            <pc:docMk/>
            <pc:sldMk cId="1648457104" sldId="311"/>
            <ac:grpSpMk id="79" creationId="{8B899763-90A0-844A-5AF1-892BB9689F22}"/>
          </ac:grpSpMkLst>
        </pc:grpChg>
        <pc:grpChg chg="add del mod">
          <ac:chgData name="Sanduni Pieris" userId="4ef668d554d0808a" providerId="LiveId" clId="{4A84CDE8-DC43-4B67-8631-568CBA30709D}" dt="2023-11-18T06:45:55.335" v="4449" actId="478"/>
          <ac:grpSpMkLst>
            <pc:docMk/>
            <pc:sldMk cId="1648457104" sldId="311"/>
            <ac:grpSpMk id="83" creationId="{44D41AE0-30C3-E2FE-787E-15F34D19E329}"/>
          </ac:grpSpMkLst>
        </pc:grpChg>
        <pc:grpChg chg="mod">
          <ac:chgData name="Sanduni Pieris" userId="4ef668d554d0808a" providerId="LiveId" clId="{4A84CDE8-DC43-4B67-8631-568CBA30709D}" dt="2023-11-18T06:34:12.302" v="4428"/>
          <ac:grpSpMkLst>
            <pc:docMk/>
            <pc:sldMk cId="1648457104" sldId="311"/>
            <ac:grpSpMk id="84" creationId="{224CCD24-8F69-D643-CFDA-5FB699A92A9A}"/>
          </ac:grpSpMkLst>
        </pc:grpChg>
        <pc:grpChg chg="add del mod">
          <ac:chgData name="Sanduni Pieris" userId="4ef668d554d0808a" providerId="LiveId" clId="{4A84CDE8-DC43-4B67-8631-568CBA30709D}" dt="2023-11-18T06:57:41.959" v="4465" actId="478"/>
          <ac:grpSpMkLst>
            <pc:docMk/>
            <pc:sldMk cId="1648457104" sldId="311"/>
            <ac:grpSpMk id="88" creationId="{B885AC63-DEB2-0AD1-DD5E-A0BA5B75BF35}"/>
          </ac:grpSpMkLst>
        </pc:grpChg>
        <pc:grpChg chg="mod">
          <ac:chgData name="Sanduni Pieris" userId="4ef668d554d0808a" providerId="LiveId" clId="{4A84CDE8-DC43-4B67-8631-568CBA30709D}" dt="2023-11-18T06:34:12.302" v="4428"/>
          <ac:grpSpMkLst>
            <pc:docMk/>
            <pc:sldMk cId="1648457104" sldId="311"/>
            <ac:grpSpMk id="89" creationId="{92CDDA4A-51A6-9E1B-7D0D-CF1F85D3F275}"/>
          </ac:grpSpMkLst>
        </pc:grpChg>
        <pc:grpChg chg="add del mod">
          <ac:chgData name="Sanduni Pieris" userId="4ef668d554d0808a" providerId="LiveId" clId="{4A84CDE8-DC43-4B67-8631-568CBA30709D}" dt="2023-11-18T06:37:26.871" v="4437" actId="478"/>
          <ac:grpSpMkLst>
            <pc:docMk/>
            <pc:sldMk cId="1648457104" sldId="311"/>
            <ac:grpSpMk id="93" creationId="{D82D11D3-A524-A14C-EA19-682A7F3E9388}"/>
          </ac:grpSpMkLst>
        </pc:grpChg>
        <pc:grpChg chg="mod">
          <ac:chgData name="Sanduni Pieris" userId="4ef668d554d0808a" providerId="LiveId" clId="{4A84CDE8-DC43-4B67-8631-568CBA30709D}" dt="2023-11-18T06:34:12.302" v="4428"/>
          <ac:grpSpMkLst>
            <pc:docMk/>
            <pc:sldMk cId="1648457104" sldId="311"/>
            <ac:grpSpMk id="94" creationId="{A37246C9-CC47-A562-6501-6B80A23989C2}"/>
          </ac:grpSpMkLst>
        </pc:grpChg>
        <pc:grpChg chg="add del mod">
          <ac:chgData name="Sanduni Pieris" userId="4ef668d554d0808a" providerId="LiveId" clId="{4A84CDE8-DC43-4B67-8631-568CBA30709D}" dt="2023-11-18T06:57:41.959" v="4465" actId="478"/>
          <ac:grpSpMkLst>
            <pc:docMk/>
            <pc:sldMk cId="1648457104" sldId="311"/>
            <ac:grpSpMk id="98" creationId="{AE4E35C1-28D2-B623-546B-50F485DC4223}"/>
          </ac:grpSpMkLst>
        </pc:grpChg>
        <pc:grpChg chg="mod">
          <ac:chgData name="Sanduni Pieris" userId="4ef668d554d0808a" providerId="LiveId" clId="{4A84CDE8-DC43-4B67-8631-568CBA30709D}" dt="2023-11-18T06:34:12.302" v="4428"/>
          <ac:grpSpMkLst>
            <pc:docMk/>
            <pc:sldMk cId="1648457104" sldId="311"/>
            <ac:grpSpMk id="99" creationId="{156F730A-D489-DF88-E2C9-CA8BCA1CF662}"/>
          </ac:grpSpMkLst>
        </pc:grpChg>
        <pc:grpChg chg="add del mod">
          <ac:chgData name="Sanduni Pieris" userId="4ef668d554d0808a" providerId="LiveId" clId="{4A84CDE8-DC43-4B67-8631-568CBA30709D}" dt="2023-11-18T06:51:41.260" v="4457" actId="478"/>
          <ac:grpSpMkLst>
            <pc:docMk/>
            <pc:sldMk cId="1648457104" sldId="311"/>
            <ac:grpSpMk id="103" creationId="{814E5FF9-654E-ED2E-73B6-71313D4B788E}"/>
          </ac:grpSpMkLst>
        </pc:grpChg>
        <pc:grpChg chg="mod">
          <ac:chgData name="Sanduni Pieris" userId="4ef668d554d0808a" providerId="LiveId" clId="{4A84CDE8-DC43-4B67-8631-568CBA30709D}" dt="2023-11-18T06:37:27.311" v="4438"/>
          <ac:grpSpMkLst>
            <pc:docMk/>
            <pc:sldMk cId="1648457104" sldId="311"/>
            <ac:grpSpMk id="104" creationId="{639174DF-FAB3-AB98-473F-9CB421BABFEE}"/>
          </ac:grpSpMkLst>
        </pc:grpChg>
        <pc:grpChg chg="add del mod">
          <ac:chgData name="Sanduni Pieris" userId="4ef668d554d0808a" providerId="LiveId" clId="{4A84CDE8-DC43-4B67-8631-568CBA30709D}" dt="2023-11-18T06:57:41.959" v="4465" actId="478"/>
          <ac:grpSpMkLst>
            <pc:docMk/>
            <pc:sldMk cId="1648457104" sldId="311"/>
            <ac:grpSpMk id="108" creationId="{DC9193E8-7364-97F0-7E25-A1A3260D7591}"/>
          </ac:grpSpMkLst>
        </pc:grpChg>
        <pc:grpChg chg="mod">
          <ac:chgData name="Sanduni Pieris" userId="4ef668d554d0808a" providerId="LiveId" clId="{4A84CDE8-DC43-4B67-8631-568CBA30709D}" dt="2023-11-18T06:45:57.239" v="4450"/>
          <ac:grpSpMkLst>
            <pc:docMk/>
            <pc:sldMk cId="1648457104" sldId="311"/>
            <ac:grpSpMk id="109" creationId="{2332B4D4-EABC-5982-1A67-8B71BB737A2E}"/>
          </ac:grpSpMkLst>
        </pc:grpChg>
        <pc:grpChg chg="add del mod">
          <ac:chgData name="Sanduni Pieris" userId="4ef668d554d0808a" providerId="LiveId" clId="{4A84CDE8-DC43-4B67-8631-568CBA30709D}" dt="2023-11-18T06:57:41.959" v="4465" actId="478"/>
          <ac:grpSpMkLst>
            <pc:docMk/>
            <pc:sldMk cId="1648457104" sldId="311"/>
            <ac:grpSpMk id="113" creationId="{E332EC2E-1D8F-AADA-B9D2-737ED5158AAA}"/>
          </ac:grpSpMkLst>
        </pc:grpChg>
        <pc:grpChg chg="mod">
          <ac:chgData name="Sanduni Pieris" userId="4ef668d554d0808a" providerId="LiveId" clId="{4A84CDE8-DC43-4B67-8631-568CBA30709D}" dt="2023-11-18T06:51:41.999" v="4458"/>
          <ac:grpSpMkLst>
            <pc:docMk/>
            <pc:sldMk cId="1648457104" sldId="311"/>
            <ac:grpSpMk id="114" creationId="{18F798C3-F619-6BF5-CB60-E1D0087951EF}"/>
          </ac:grpSpMkLst>
        </pc:grpChg>
      </pc:sldChg>
      <pc:sldChg chg="addSp delSp modSp new mod ord modTransition">
        <pc:chgData name="Sanduni Pieris" userId="4ef668d554d0808a" providerId="LiveId" clId="{4A84CDE8-DC43-4B67-8631-568CBA30709D}" dt="2023-11-18T05:32:11.516" v="4285" actId="34135"/>
        <pc:sldMkLst>
          <pc:docMk/>
          <pc:sldMk cId="1050354002" sldId="312"/>
        </pc:sldMkLst>
        <pc:spChg chg="add mod">
          <ac:chgData name="Sanduni Pieris" userId="4ef668d554d0808a" providerId="LiveId" clId="{4A84CDE8-DC43-4B67-8631-568CBA30709D}" dt="2023-11-18T05:32:11.516" v="4285" actId="34135"/>
          <ac:spMkLst>
            <pc:docMk/>
            <pc:sldMk cId="1050354002" sldId="312"/>
            <ac:spMk id="19" creationId="{2DDBC144-D3CB-1165-2361-BD5D0480B9E0}"/>
          </ac:spMkLst>
        </pc:spChg>
        <pc:spChg chg="add mod">
          <ac:chgData name="Sanduni Pieris" userId="4ef668d554d0808a" providerId="LiveId" clId="{4A84CDE8-DC43-4B67-8631-568CBA30709D}" dt="2023-11-18T05:32:11.516" v="4285" actId="34135"/>
          <ac:spMkLst>
            <pc:docMk/>
            <pc:sldMk cId="1050354002" sldId="312"/>
            <ac:spMk id="20" creationId="{2C167E7A-0351-23CF-1B95-E7D095A90E98}"/>
          </ac:spMkLst>
        </pc:spChg>
        <pc:grpChg chg="add mod">
          <ac:chgData name="Sanduni Pieris" userId="4ef668d554d0808a" providerId="LiveId" clId="{4A84CDE8-DC43-4B67-8631-568CBA30709D}" dt="2023-11-18T05:32:11.516" v="4285" actId="34135"/>
          <ac:grpSpMkLst>
            <pc:docMk/>
            <pc:sldMk cId="1050354002" sldId="312"/>
            <ac:grpSpMk id="10" creationId="{590FDB21-A98B-5618-D0A6-1A3D8CC576F3}"/>
          </ac:grpSpMkLst>
        </pc:grpChg>
        <pc:grpChg chg="add mod">
          <ac:chgData name="Sanduni Pieris" userId="4ef668d554d0808a" providerId="LiveId" clId="{4A84CDE8-DC43-4B67-8631-568CBA30709D}" dt="2023-11-18T05:32:11.516" v="4285" actId="34135"/>
          <ac:grpSpMkLst>
            <pc:docMk/>
            <pc:sldMk cId="1050354002" sldId="312"/>
            <ac:grpSpMk id="11" creationId="{92220962-2DC4-7BFD-69D2-078A6037BFA4}"/>
          </ac:grpSpMkLst>
        </pc:grpChg>
        <pc:picChg chg="add del mod">
          <ac:chgData name="Sanduni Pieris" userId="4ef668d554d0808a" providerId="LiveId" clId="{4A84CDE8-DC43-4B67-8631-568CBA30709D}" dt="2023-11-18T05:20:50.372" v="4160" actId="478"/>
          <ac:picMkLst>
            <pc:docMk/>
            <pc:sldMk cId="1050354002" sldId="312"/>
            <ac:picMk id="2" creationId="{DBAB5C0D-F617-B9BB-A23A-57E7F2067787}"/>
          </ac:picMkLst>
        </pc:picChg>
        <pc:picChg chg="add del mod">
          <ac:chgData name="Sanduni Pieris" userId="4ef668d554d0808a" providerId="LiveId" clId="{4A84CDE8-DC43-4B67-8631-568CBA30709D}" dt="2023-11-18T05:20:49.649" v="4159" actId="478"/>
          <ac:picMkLst>
            <pc:docMk/>
            <pc:sldMk cId="1050354002" sldId="312"/>
            <ac:picMk id="3" creationId="{655B69A1-D8AC-473F-1077-95E8C2E1491E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4" creationId="{D79C435E-FC2C-0987-38F4-BD5617B7AD8D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5" creationId="{CFBC1D57-75E7-8D38-6F65-563C6CA33B2D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6" creationId="{72EE94F1-4F24-8CFA-92E8-EA10DFC0CC2A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7" creationId="{941145CD-93C5-FB9B-7747-F6A16A18BBF8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8" creationId="{CD5B9180-4ECB-E3FF-DDC8-685715C63779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9" creationId="{F8547D44-A08F-E43E-9781-75F53A367704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2" creationId="{618D8AE8-3EC3-32D1-C0D2-80D8E01869AF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3" creationId="{51420047-588A-8B17-CB5F-668CA768836A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4" creationId="{CB865FBE-5E71-A996-1E64-077BA13FCF4C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5" creationId="{A307D242-B2AD-163D-772B-B0224BB8E4EA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6" creationId="{61B7C37E-4E4F-5444-146D-51239E27A522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7" creationId="{FCD547A4-C4EC-BC8E-5B3E-0789565991EF}"/>
          </ac:picMkLst>
        </pc:picChg>
        <pc:picChg chg="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18" creationId="{5A48BFA7-C0F5-D8E8-31DA-1A33ABD95E21}"/>
          </ac:picMkLst>
        </pc:picChg>
        <pc:picChg chg="add del mod">
          <ac:chgData name="Sanduni Pieris" userId="4ef668d554d0808a" providerId="LiveId" clId="{4A84CDE8-DC43-4B67-8631-568CBA30709D}" dt="2023-11-18T05:17:34.103" v="4117" actId="21"/>
          <ac:picMkLst>
            <pc:docMk/>
            <pc:sldMk cId="1050354002" sldId="312"/>
            <ac:picMk id="2050" creationId="{192EAAB8-0A66-6AFA-FDC4-0E8D9AFC845C}"/>
          </ac:picMkLst>
        </pc:picChg>
        <pc:picChg chg="add del mod">
          <ac:chgData name="Sanduni Pieris" userId="4ef668d554d0808a" providerId="LiveId" clId="{4A84CDE8-DC43-4B67-8631-568CBA30709D}" dt="2023-11-18T05:18:34.846" v="4123" actId="478"/>
          <ac:picMkLst>
            <pc:docMk/>
            <pc:sldMk cId="1050354002" sldId="312"/>
            <ac:picMk id="2052" creationId="{B055AA73-9A69-FCA7-E1FB-FA8295277C22}"/>
          </ac:picMkLst>
        </pc:picChg>
        <pc:picChg chg="add mod">
          <ac:chgData name="Sanduni Pieris" userId="4ef668d554d0808a" providerId="LiveId" clId="{4A84CDE8-DC43-4B67-8631-568CBA30709D}" dt="2023-11-18T05:32:11.516" v="4285" actId="34135"/>
          <ac:picMkLst>
            <pc:docMk/>
            <pc:sldMk cId="1050354002" sldId="312"/>
            <ac:picMk id="2054" creationId="{B6445AD3-30BE-A513-2261-30B66E4B14C5}"/>
          </ac:picMkLst>
        </pc:picChg>
      </pc:sldChg>
      <pc:sldChg chg="modSp add">
        <pc:chgData name="Sanduni Pieris" userId="4ef668d554d0808a" providerId="LiveId" clId="{4A84CDE8-DC43-4B67-8631-568CBA30709D}" dt="2023-11-18T05:39:16.654" v="4336" actId="1076"/>
        <pc:sldMkLst>
          <pc:docMk/>
          <pc:sldMk cId="983692943" sldId="313"/>
        </pc:sldMkLst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8T05:39:16.654" v="4336" actId="1076"/>
          <ac:spMkLst>
            <pc:docMk/>
            <pc:sldMk cId="983692943" sldId="313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8T05:39:16.654" v="4336" actId="1076"/>
          <ac:grpSpMkLst>
            <pc:docMk/>
            <pc:sldMk cId="983692943" sldId="313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8T05:39:16.654" v="4336" actId="1076"/>
          <ac:grpSpMkLst>
            <pc:docMk/>
            <pc:sldMk cId="983692943" sldId="313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8T05:39:16.654" v="4336" actId="1076"/>
          <ac:grpSpMkLst>
            <pc:docMk/>
            <pc:sldMk cId="983692943" sldId="313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8T05:39:16.654" v="4336" actId="1076"/>
          <ac:grpSpMkLst>
            <pc:docMk/>
            <pc:sldMk cId="983692943" sldId="313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8T05:39:16.654" v="4336" actId="1076"/>
          <ac:grpSpMkLst>
            <pc:docMk/>
            <pc:sldMk cId="983692943" sldId="313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8T05:39:16.654" v="4336" actId="1076"/>
          <ac:grpSpMkLst>
            <pc:docMk/>
            <pc:sldMk cId="983692943" sldId="313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8T05:39:16.654" v="4336" actId="1076"/>
          <ac:picMkLst>
            <pc:docMk/>
            <pc:sldMk cId="983692943" sldId="313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8T05:39:16.654" v="4336" actId="1076"/>
          <ac:picMkLst>
            <pc:docMk/>
            <pc:sldMk cId="983692943" sldId="313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8T05:39:16.654" v="4336" actId="1076"/>
          <ac:picMkLst>
            <pc:docMk/>
            <pc:sldMk cId="983692943" sldId="313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8T05:39:16.654" v="4336" actId="1076"/>
          <ac:picMkLst>
            <pc:docMk/>
            <pc:sldMk cId="983692943" sldId="313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8T05:39:16.654" v="4336" actId="1076"/>
          <ac:picMkLst>
            <pc:docMk/>
            <pc:sldMk cId="983692943" sldId="313"/>
            <ac:picMk id="4100" creationId="{ED52233D-78D1-15E3-CC68-67B764D4ADDF}"/>
          </ac:picMkLst>
        </pc:picChg>
      </pc:sldChg>
      <pc:sldChg chg="modSp add">
        <pc:chgData name="Sanduni Pieris" userId="4ef668d554d0808a" providerId="LiveId" clId="{4A84CDE8-DC43-4B67-8631-568CBA30709D}" dt="2023-11-18T05:39:30.651" v="4338" actId="1076"/>
        <pc:sldMkLst>
          <pc:docMk/>
          <pc:sldMk cId="1965129358" sldId="314"/>
        </pc:sldMkLst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8T05:39:30.651" v="4338" actId="1076"/>
          <ac:spMkLst>
            <pc:docMk/>
            <pc:sldMk cId="1965129358" sldId="314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8T05:39:30.651" v="4338" actId="1076"/>
          <ac:grpSpMkLst>
            <pc:docMk/>
            <pc:sldMk cId="1965129358" sldId="314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8T05:39:30.651" v="4338" actId="1076"/>
          <ac:grpSpMkLst>
            <pc:docMk/>
            <pc:sldMk cId="1965129358" sldId="314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8T05:39:30.651" v="4338" actId="1076"/>
          <ac:grpSpMkLst>
            <pc:docMk/>
            <pc:sldMk cId="1965129358" sldId="314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8T05:39:30.651" v="4338" actId="1076"/>
          <ac:grpSpMkLst>
            <pc:docMk/>
            <pc:sldMk cId="1965129358" sldId="314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8T05:39:30.651" v="4338" actId="1076"/>
          <ac:grpSpMkLst>
            <pc:docMk/>
            <pc:sldMk cId="1965129358" sldId="314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8T05:39:30.651" v="4338" actId="1076"/>
          <ac:grpSpMkLst>
            <pc:docMk/>
            <pc:sldMk cId="1965129358" sldId="314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8T05:39:30.651" v="4338" actId="1076"/>
          <ac:picMkLst>
            <pc:docMk/>
            <pc:sldMk cId="1965129358" sldId="314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8T05:39:30.651" v="4338" actId="1076"/>
          <ac:picMkLst>
            <pc:docMk/>
            <pc:sldMk cId="1965129358" sldId="314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8T05:39:30.651" v="4338" actId="1076"/>
          <ac:picMkLst>
            <pc:docMk/>
            <pc:sldMk cId="1965129358" sldId="314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8T05:39:30.651" v="4338" actId="1076"/>
          <ac:picMkLst>
            <pc:docMk/>
            <pc:sldMk cId="1965129358" sldId="314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8T05:39:30.651" v="4338" actId="1076"/>
          <ac:picMkLst>
            <pc:docMk/>
            <pc:sldMk cId="1965129358" sldId="314"/>
            <ac:picMk id="4100" creationId="{ED52233D-78D1-15E3-CC68-67B764D4ADDF}"/>
          </ac:picMkLst>
        </pc:picChg>
      </pc:sldChg>
      <pc:sldChg chg="modSp add">
        <pc:chgData name="Sanduni Pieris" userId="4ef668d554d0808a" providerId="LiveId" clId="{4A84CDE8-DC43-4B67-8631-568CBA30709D}" dt="2023-11-18T05:39:42.854" v="4340" actId="1076"/>
        <pc:sldMkLst>
          <pc:docMk/>
          <pc:sldMk cId="1702522902" sldId="315"/>
        </pc:sldMkLst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3" creationId="{7C1E7768-864A-85B6-48F7-C843BF915A10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4" creationId="{746ABA43-C019-6612-6B1F-6712A3721448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5" creationId="{42E0FF8F-84BA-E7C1-E7FF-D236E3557B3D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6" creationId="{9AC450B2-EFCF-3AF0-6F34-84A7B44B3E79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9" creationId="{04131732-105F-A5DE-49BF-1805FF04D630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0" creationId="{56BD3EA9-CD13-E1FF-5118-FAE968146EC3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1" creationId="{99F90525-8436-F57B-3F74-C82B1EDE0170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2" creationId="{118DA1C4-D92A-97D8-6409-E905E5C81629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3" creationId="{6CF43B45-BE5F-A733-17F9-4F9A2E4FC308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5" creationId="{25F12D1C-E6F3-18B3-5D44-5B0211FCAD0D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6" creationId="{3143254F-ACB3-8478-8444-304879A5BBB1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7" creationId="{9AE6F578-CCED-A895-AE8A-E259F7A007C5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8" creationId="{83CF0A0A-9F27-BF7C-B0AD-350C644B41A0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19" creationId="{2913F815-571F-745D-53AF-CF8B69D852D7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20" creationId="{8907B832-C250-5484-2883-D7E72EB88AD0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21" creationId="{753725A0-E904-E375-27BF-FA283CBE267E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25" creationId="{85676BB8-AFCD-E3E5-A417-AFD53DB9E50D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35" creationId="{1F2136AD-053E-40FB-A3EA-ABB7E2743376}"/>
          </ac:spMkLst>
        </pc:spChg>
        <pc:spChg chg="mod">
          <ac:chgData name="Sanduni Pieris" userId="4ef668d554d0808a" providerId="LiveId" clId="{4A84CDE8-DC43-4B67-8631-568CBA30709D}" dt="2023-11-18T05:39:42.854" v="4340" actId="1076"/>
          <ac:spMkLst>
            <pc:docMk/>
            <pc:sldMk cId="1702522902" sldId="315"/>
            <ac:spMk id="36" creationId="{664FEE23-8283-861F-E431-02D56F10B0E8}"/>
          </ac:spMkLst>
        </pc:spChg>
        <pc:grpChg chg="mod">
          <ac:chgData name="Sanduni Pieris" userId="4ef668d554d0808a" providerId="LiveId" clId="{4A84CDE8-DC43-4B67-8631-568CBA30709D}" dt="2023-11-18T05:39:42.854" v="4340" actId="1076"/>
          <ac:grpSpMkLst>
            <pc:docMk/>
            <pc:sldMk cId="1702522902" sldId="315"/>
            <ac:grpSpMk id="24" creationId="{76389BF6-380F-BB77-AA14-1C6F97DEA1F7}"/>
          </ac:grpSpMkLst>
        </pc:grpChg>
        <pc:grpChg chg="mod">
          <ac:chgData name="Sanduni Pieris" userId="4ef668d554d0808a" providerId="LiveId" clId="{4A84CDE8-DC43-4B67-8631-568CBA30709D}" dt="2023-11-18T05:39:42.854" v="4340" actId="1076"/>
          <ac:grpSpMkLst>
            <pc:docMk/>
            <pc:sldMk cId="1702522902" sldId="315"/>
            <ac:grpSpMk id="26" creationId="{1149C71F-7668-E9C7-D361-A8535A9B8BC4}"/>
          </ac:grpSpMkLst>
        </pc:grpChg>
        <pc:grpChg chg="mod">
          <ac:chgData name="Sanduni Pieris" userId="4ef668d554d0808a" providerId="LiveId" clId="{4A84CDE8-DC43-4B67-8631-568CBA30709D}" dt="2023-11-18T05:39:42.854" v="4340" actId="1076"/>
          <ac:grpSpMkLst>
            <pc:docMk/>
            <pc:sldMk cId="1702522902" sldId="315"/>
            <ac:grpSpMk id="27" creationId="{DE6D602D-604F-1468-9AEE-790F37BF3A24}"/>
          </ac:grpSpMkLst>
        </pc:grpChg>
        <pc:grpChg chg="mod">
          <ac:chgData name="Sanduni Pieris" userId="4ef668d554d0808a" providerId="LiveId" clId="{4A84CDE8-DC43-4B67-8631-568CBA30709D}" dt="2023-11-18T05:39:42.854" v="4340" actId="1076"/>
          <ac:grpSpMkLst>
            <pc:docMk/>
            <pc:sldMk cId="1702522902" sldId="315"/>
            <ac:grpSpMk id="33" creationId="{26E86ADC-E786-F8CF-782A-73DE5D398CE3}"/>
          </ac:grpSpMkLst>
        </pc:grpChg>
        <pc:grpChg chg="mod">
          <ac:chgData name="Sanduni Pieris" userId="4ef668d554d0808a" providerId="LiveId" clId="{4A84CDE8-DC43-4B67-8631-568CBA30709D}" dt="2023-11-18T05:39:42.854" v="4340" actId="1076"/>
          <ac:grpSpMkLst>
            <pc:docMk/>
            <pc:sldMk cId="1702522902" sldId="315"/>
            <ac:grpSpMk id="34" creationId="{B9A3738A-502F-B5DA-8087-A3A2E6FDB121}"/>
          </ac:grpSpMkLst>
        </pc:grpChg>
        <pc:grpChg chg="mod">
          <ac:chgData name="Sanduni Pieris" userId="4ef668d554d0808a" providerId="LiveId" clId="{4A84CDE8-DC43-4B67-8631-568CBA30709D}" dt="2023-11-18T05:39:42.854" v="4340" actId="1076"/>
          <ac:grpSpMkLst>
            <pc:docMk/>
            <pc:sldMk cId="1702522902" sldId="315"/>
            <ac:grpSpMk id="37" creationId="{5C282FDE-6045-25B0-D31E-B53F256DD9C9}"/>
          </ac:grpSpMkLst>
        </pc:grpChg>
        <pc:picChg chg="mod">
          <ac:chgData name="Sanduni Pieris" userId="4ef668d554d0808a" providerId="LiveId" clId="{4A84CDE8-DC43-4B67-8631-568CBA30709D}" dt="2023-11-18T05:39:42.854" v="4340" actId="1076"/>
          <ac:picMkLst>
            <pc:docMk/>
            <pc:sldMk cId="1702522902" sldId="315"/>
            <ac:picMk id="28" creationId="{A4DCC928-63E4-F0B6-0FE3-D727327EB173}"/>
          </ac:picMkLst>
        </pc:picChg>
        <pc:picChg chg="mod">
          <ac:chgData name="Sanduni Pieris" userId="4ef668d554d0808a" providerId="LiveId" clId="{4A84CDE8-DC43-4B67-8631-568CBA30709D}" dt="2023-11-18T05:39:42.854" v="4340" actId="1076"/>
          <ac:picMkLst>
            <pc:docMk/>
            <pc:sldMk cId="1702522902" sldId="315"/>
            <ac:picMk id="30" creationId="{B2BAB835-DC19-8D57-38DE-D6C7F91B6461}"/>
          </ac:picMkLst>
        </pc:picChg>
        <pc:picChg chg="mod">
          <ac:chgData name="Sanduni Pieris" userId="4ef668d554d0808a" providerId="LiveId" clId="{4A84CDE8-DC43-4B67-8631-568CBA30709D}" dt="2023-11-18T05:39:42.854" v="4340" actId="1076"/>
          <ac:picMkLst>
            <pc:docMk/>
            <pc:sldMk cId="1702522902" sldId="315"/>
            <ac:picMk id="32" creationId="{E3B8F597-B15C-E382-F867-2617B06D24D5}"/>
          </ac:picMkLst>
        </pc:picChg>
        <pc:picChg chg="mod">
          <ac:chgData name="Sanduni Pieris" userId="4ef668d554d0808a" providerId="LiveId" clId="{4A84CDE8-DC43-4B67-8631-568CBA30709D}" dt="2023-11-18T05:39:42.854" v="4340" actId="1076"/>
          <ac:picMkLst>
            <pc:docMk/>
            <pc:sldMk cId="1702522902" sldId="315"/>
            <ac:picMk id="4098" creationId="{B7CBD714-AABC-F3B0-C204-DE57A8947997}"/>
          </ac:picMkLst>
        </pc:picChg>
        <pc:picChg chg="mod">
          <ac:chgData name="Sanduni Pieris" userId="4ef668d554d0808a" providerId="LiveId" clId="{4A84CDE8-DC43-4B67-8631-568CBA30709D}" dt="2023-11-18T05:39:42.854" v="4340" actId="1076"/>
          <ac:picMkLst>
            <pc:docMk/>
            <pc:sldMk cId="1702522902" sldId="315"/>
            <ac:picMk id="4100" creationId="{ED52233D-78D1-15E3-CC68-67B764D4ADDF}"/>
          </ac:picMkLst>
        </pc:picChg>
      </pc:sldChg>
      <pc:sldChg chg="new del">
        <pc:chgData name="Sanduni Pieris" userId="4ef668d554d0808a" providerId="LiveId" clId="{4A84CDE8-DC43-4B67-8631-568CBA30709D}" dt="2023-11-18T06:23:11.936" v="4381" actId="47"/>
        <pc:sldMkLst>
          <pc:docMk/>
          <pc:sldMk cId="2430931152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EB9DDF-3A2D-43E5-ADEE-0C67C25DD73B}" type="datetimeFigureOut">
              <a:rPr lang="en-US" smtClean="0"/>
              <a:t>11/18/2023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49B80F-C1F4-442B-831C-94966B626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1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11" Type="http://schemas.openxmlformats.org/officeDocument/2006/relationships/image" Target="../media/image11.jpe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g"/><Relationship Id="rId4" Type="http://schemas.openxmlformats.org/officeDocument/2006/relationships/image" Target="../media/image14.jp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g"/><Relationship Id="rId4" Type="http://schemas.openxmlformats.org/officeDocument/2006/relationships/image" Target="../media/image14.jp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g"/><Relationship Id="rId4" Type="http://schemas.openxmlformats.org/officeDocument/2006/relationships/image" Target="../media/image14.jp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g"/><Relationship Id="rId4" Type="http://schemas.openxmlformats.org/officeDocument/2006/relationships/image" Target="../media/image14.jp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1.jpeg"/><Relationship Id="rId7" Type="http://schemas.openxmlformats.org/officeDocument/2006/relationships/image" Target="../media/image31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ickvujicic.com/" TargetMode="External"/><Relationship Id="rId7" Type="http://schemas.openxmlformats.org/officeDocument/2006/relationships/hyperlink" Target="https://www.salvationarmy.org.au/beenleigh/videos/nick-vujicic/?play=11e0y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fewithoutlimbs.org/about/nick-biography/" TargetMode="External"/><Relationship Id="rId5" Type="http://schemas.openxmlformats.org/officeDocument/2006/relationships/hyperlink" Target="https://www.imdb.com/name/nm3607348/bio" TargetMode="External"/><Relationship Id="rId4" Type="http://schemas.openxmlformats.org/officeDocument/2006/relationships/hyperlink" Target="https://www.youtube.com/@nickvujicic/featured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6.jpeg"/><Relationship Id="rId7" Type="http://schemas.openxmlformats.org/officeDocument/2006/relationships/slide" Target="slide14.xml"/><Relationship Id="rId12" Type="http://schemas.openxmlformats.org/officeDocument/2006/relationships/image" Target="../media/image40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11" Type="http://schemas.openxmlformats.org/officeDocument/2006/relationships/slide" Target="slide15.xml"/><Relationship Id="rId5" Type="http://schemas.openxmlformats.org/officeDocument/2006/relationships/slide" Target="slide17.xml"/><Relationship Id="rId10" Type="http://schemas.openxmlformats.org/officeDocument/2006/relationships/image" Target="../media/image39.jpeg"/><Relationship Id="rId4" Type="http://schemas.openxmlformats.org/officeDocument/2006/relationships/slide" Target="slide13.xml"/><Relationship Id="rId9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38.jpg"/><Relationship Id="rId7" Type="http://schemas.openxmlformats.org/officeDocument/2006/relationships/image" Target="../media/image37.jpeg"/><Relationship Id="rId12" Type="http://schemas.openxmlformats.org/officeDocument/2006/relationships/image" Target="../media/image40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11" Type="http://schemas.openxmlformats.org/officeDocument/2006/relationships/slide" Target="slide15.xml"/><Relationship Id="rId5" Type="http://schemas.openxmlformats.org/officeDocument/2006/relationships/image" Target="../media/image36.jpeg"/><Relationship Id="rId10" Type="http://schemas.openxmlformats.org/officeDocument/2006/relationships/image" Target="../media/image39.jpeg"/><Relationship Id="rId4" Type="http://schemas.openxmlformats.org/officeDocument/2006/relationships/slide" Target="slide13.xml"/><Relationship Id="rId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40.jpg"/><Relationship Id="rId7" Type="http://schemas.openxmlformats.org/officeDocument/2006/relationships/image" Target="../media/image37.jpeg"/><Relationship Id="rId12" Type="http://schemas.openxmlformats.org/officeDocument/2006/relationships/slide" Target="slide15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11" Type="http://schemas.openxmlformats.org/officeDocument/2006/relationships/image" Target="../media/image39.jpeg"/><Relationship Id="rId5" Type="http://schemas.openxmlformats.org/officeDocument/2006/relationships/image" Target="../media/image36.jpeg"/><Relationship Id="rId10" Type="http://schemas.openxmlformats.org/officeDocument/2006/relationships/slide" Target="slide16.xml"/><Relationship Id="rId4" Type="http://schemas.openxmlformats.org/officeDocument/2006/relationships/slide" Target="slide13.xml"/><Relationship Id="rId9" Type="http://schemas.openxmlformats.org/officeDocument/2006/relationships/image" Target="../media/image38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39.jpeg"/><Relationship Id="rId7" Type="http://schemas.openxmlformats.org/officeDocument/2006/relationships/image" Target="../media/image37.jpeg"/><Relationship Id="rId12" Type="http://schemas.openxmlformats.org/officeDocument/2006/relationships/image" Target="../media/image40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11" Type="http://schemas.openxmlformats.org/officeDocument/2006/relationships/slide" Target="slide15.xml"/><Relationship Id="rId5" Type="http://schemas.openxmlformats.org/officeDocument/2006/relationships/image" Target="../media/image36.jpeg"/><Relationship Id="rId10" Type="http://schemas.openxmlformats.org/officeDocument/2006/relationships/slide" Target="slide16.xml"/><Relationship Id="rId4" Type="http://schemas.openxmlformats.org/officeDocument/2006/relationships/slide" Target="slide13.xml"/><Relationship Id="rId9" Type="http://schemas.openxmlformats.org/officeDocument/2006/relationships/image" Target="../media/image38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7.jpeg"/><Relationship Id="rId7" Type="http://schemas.openxmlformats.org/officeDocument/2006/relationships/slide" Target="slide14.xml"/><Relationship Id="rId12" Type="http://schemas.openxmlformats.org/officeDocument/2006/relationships/image" Target="../media/image40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11" Type="http://schemas.openxmlformats.org/officeDocument/2006/relationships/slide" Target="slide15.xml"/><Relationship Id="rId5" Type="http://schemas.openxmlformats.org/officeDocument/2006/relationships/image" Target="../media/image36.jpeg"/><Relationship Id="rId10" Type="http://schemas.openxmlformats.org/officeDocument/2006/relationships/image" Target="../media/image39.jpeg"/><Relationship Id="rId4" Type="http://schemas.openxmlformats.org/officeDocument/2006/relationships/slide" Target="slide13.xml"/><Relationship Id="rId9" Type="http://schemas.openxmlformats.org/officeDocument/2006/relationships/slide" Target="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3A8F592-3A00-1456-6FD6-BECAC9C1BAFA}"/>
              </a:ext>
            </a:extLst>
          </p:cNvPr>
          <p:cNvSpPr/>
          <p:nvPr/>
        </p:nvSpPr>
        <p:spPr>
          <a:xfrm rot="12949085">
            <a:off x="-1518888" y="-3533430"/>
            <a:ext cx="3648652" cy="984707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glow rad="1905000">
              <a:schemeClr val="tx1">
                <a:lumMod val="85000"/>
                <a:lumOff val="15000"/>
              </a:schemeClr>
            </a:glow>
            <a:outerShdw blurRad="50800" dist="50800" dir="5400000" algn="ctr" rotWithShape="0">
              <a:schemeClr val="bg1">
                <a:lumMod val="95000"/>
                <a:alpha val="5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544AB7-8D4D-CA1C-E1A0-97EECC27D6F6}"/>
              </a:ext>
            </a:extLst>
          </p:cNvPr>
          <p:cNvGrpSpPr/>
          <p:nvPr/>
        </p:nvGrpSpPr>
        <p:grpSpPr>
          <a:xfrm>
            <a:off x="-1158549" y="-1562100"/>
            <a:ext cx="19840121" cy="12631498"/>
            <a:chOff x="-591554" y="-922032"/>
            <a:chExt cx="12736595" cy="7780032"/>
          </a:xfrm>
        </p:grpSpPr>
        <p:pic>
          <p:nvPicPr>
            <p:cNvPr id="2" name="Picture 2" descr="Nick Vujicic Quotes - YouTube">
              <a:extLst>
                <a:ext uri="{FF2B5EF4-FFF2-40B4-BE49-F238E27FC236}">
                  <a16:creationId xmlns:a16="http://schemas.microsoft.com/office/drawing/2014/main" id="{941D4DA3-53A4-5874-7AF1-EF5E0B288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6959" y="0"/>
              <a:ext cx="12192000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30934E3-3AA1-74AF-86E2-6651CE92EA9A}"/>
                </a:ext>
              </a:extLst>
            </p:cNvPr>
            <p:cNvSpPr/>
            <p:nvPr/>
          </p:nvSpPr>
          <p:spPr>
            <a:xfrm>
              <a:off x="5380764" y="312420"/>
              <a:ext cx="6583680" cy="623316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glow rad="1536700">
                <a:schemeClr val="tx1">
                  <a:lumMod val="95000"/>
                  <a:lumOff val="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1BFBA3A-C853-701E-6AEA-30215B0438B4}"/>
                </a:ext>
              </a:extLst>
            </p:cNvPr>
            <p:cNvSpPr txBox="1"/>
            <p:nvPr/>
          </p:nvSpPr>
          <p:spPr>
            <a:xfrm>
              <a:off x="6390596" y="3669322"/>
              <a:ext cx="5590153" cy="511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spc="3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-A LIFE WITHOUT LIMITS-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1E2F6C-86C9-0BB5-1E45-ACD6F0EB6FB9}"/>
                </a:ext>
              </a:extLst>
            </p:cNvPr>
            <p:cNvSpPr/>
            <p:nvPr/>
          </p:nvSpPr>
          <p:spPr>
            <a:xfrm rot="12949085">
              <a:off x="-591554" y="-922032"/>
              <a:ext cx="1226777" cy="337652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>
              <a:glow rad="1905000">
                <a:schemeClr val="tx1">
                  <a:lumMod val="95000"/>
                  <a:lumOff val="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E363E6-9E15-3364-CC85-6A88AB8748F8}"/>
                </a:ext>
              </a:extLst>
            </p:cNvPr>
            <p:cNvSpPr/>
            <p:nvPr/>
          </p:nvSpPr>
          <p:spPr>
            <a:xfrm>
              <a:off x="5875535" y="1072499"/>
              <a:ext cx="220466" cy="335208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glow rad="12700">
                <a:schemeClr val="bg2">
                  <a:alpha val="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1CEDD17-2A92-D385-1570-B14C6C05A9B7}"/>
                </a:ext>
              </a:extLst>
            </p:cNvPr>
            <p:cNvGrpSpPr/>
            <p:nvPr/>
          </p:nvGrpSpPr>
          <p:grpSpPr>
            <a:xfrm>
              <a:off x="6374291" y="1024199"/>
              <a:ext cx="3443562" cy="2380241"/>
              <a:chOff x="6374291" y="1070004"/>
              <a:chExt cx="3443562" cy="238024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A4F03E-0E2E-966A-B705-553C1EB0A22A}"/>
                  </a:ext>
                </a:extLst>
              </p:cNvPr>
              <p:cNvSpPr txBox="1"/>
              <p:nvPr/>
            </p:nvSpPr>
            <p:spPr>
              <a:xfrm>
                <a:off x="6374291" y="1070004"/>
                <a:ext cx="3288324" cy="1364880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13800" b="1" spc="300" dirty="0">
                    <a:solidFill>
                      <a:schemeClr val="bg1"/>
                    </a:solidFill>
                    <a:latin typeface="Bahnschrift SemiBold Condensed" panose="020B0502040204020203" pitchFamily="34" charset="0"/>
                  </a:rPr>
                  <a:t>NICK</a:t>
                </a:r>
                <a:r>
                  <a:rPr lang="en-US" sz="9600" b="1" spc="300" dirty="0">
                    <a:solidFill>
                      <a:schemeClr val="bg1"/>
                    </a:solidFill>
                    <a:latin typeface="Bahnschrift SemiBold Condensed" panose="020B0502040204020203" pitchFamily="34" charset="0"/>
                  </a:rPr>
                  <a:t> 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4976C3-7DA6-63A5-C05A-CE6D5591A0AC}"/>
                  </a:ext>
                </a:extLst>
              </p:cNvPr>
              <p:cNvSpPr txBox="1"/>
              <p:nvPr/>
            </p:nvSpPr>
            <p:spPr>
              <a:xfrm>
                <a:off x="6374291" y="2085365"/>
                <a:ext cx="3443562" cy="1364880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13800" spc="300" dirty="0">
                    <a:solidFill>
                      <a:schemeClr val="bg1"/>
                    </a:solidFill>
                    <a:latin typeface="Bahnschrift SemiBold Condensed" panose="020B0502040204020203" pitchFamily="34" charset="0"/>
                  </a:rPr>
                  <a:t>VUJICIC</a:t>
                </a:r>
                <a:endParaRPr lang="en-US" sz="9600" spc="300" dirty="0">
                  <a:solidFill>
                    <a:schemeClr val="bg1"/>
                  </a:solidFill>
                  <a:latin typeface="Bahnschrift SemiBold Condensed" panose="020B0502040204020203" pitchFamily="34" charset="0"/>
                </a:endParaRPr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BA81253-61A4-4A9F-B981-8221E5AD608D}"/>
              </a:ext>
            </a:extLst>
          </p:cNvPr>
          <p:cNvSpPr/>
          <p:nvPr/>
        </p:nvSpPr>
        <p:spPr>
          <a:xfrm rot="13339695">
            <a:off x="15660857" y="4691564"/>
            <a:ext cx="3648652" cy="9847074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glow rad="1905000">
              <a:schemeClr val="tx1">
                <a:lumMod val="95000"/>
                <a:lumOff val="5000"/>
              </a:schemeClr>
            </a:glow>
            <a:outerShdw blurRad="50800" dist="12700" dir="6000000" sx="95000" sy="95000" algn="ctr" rotWithShape="0">
              <a:schemeClr val="tx1">
                <a:lumMod val="75000"/>
                <a:lumOff val="25000"/>
                <a:alpha val="6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359BED-3E5B-B09F-19EB-59BAA5C2C4F1}"/>
              </a:ext>
            </a:extLst>
          </p:cNvPr>
          <p:cNvSpPr/>
          <p:nvPr/>
        </p:nvSpPr>
        <p:spPr>
          <a:xfrm rot="12949085">
            <a:off x="-1243898" y="-1271880"/>
            <a:ext cx="1216054" cy="452202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glow rad="1905000">
              <a:schemeClr val="tx1">
                <a:lumMod val="95000"/>
                <a:lumOff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DF57D-41BA-1B6F-8833-DDE5CE27147B}"/>
              </a:ext>
            </a:extLst>
          </p:cNvPr>
          <p:cNvSpPr/>
          <p:nvPr/>
        </p:nvSpPr>
        <p:spPr>
          <a:xfrm rot="13368018">
            <a:off x="16529691" y="7037889"/>
            <a:ext cx="1910982" cy="5482054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glow rad="1905000">
              <a:schemeClr val="tx1">
                <a:lumMod val="95000"/>
                <a:lumOff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E6938D-3C1E-6990-37AC-24BE7722B857}"/>
              </a:ext>
            </a:extLst>
          </p:cNvPr>
          <p:cNvSpPr/>
          <p:nvPr/>
        </p:nvSpPr>
        <p:spPr>
          <a:xfrm rot="13439170">
            <a:off x="17202813" y="7958416"/>
            <a:ext cx="1216054" cy="4522029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glow rad="1905000">
              <a:schemeClr val="tx1">
                <a:lumMod val="95000"/>
                <a:lumOff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1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482B70-28A4-398B-87D4-8600421A7A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60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2FCC1D-021B-D38F-1E80-C82E38922243}"/>
              </a:ext>
            </a:extLst>
          </p:cNvPr>
          <p:cNvGrpSpPr/>
          <p:nvPr/>
        </p:nvGrpSpPr>
        <p:grpSpPr>
          <a:xfrm>
            <a:off x="1139517" y="971573"/>
            <a:ext cx="5367074" cy="1425401"/>
            <a:chOff x="1028700" y="962025"/>
            <a:chExt cx="5367074" cy="1425401"/>
          </a:xfrm>
        </p:grpSpPr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9E2D32E7-C6B4-CF62-BEE2-EA93228BA5F3}"/>
                </a:ext>
              </a:extLst>
            </p:cNvPr>
            <p:cNvSpPr txBox="1"/>
            <p:nvPr/>
          </p:nvSpPr>
          <p:spPr>
            <a:xfrm>
              <a:off x="1028700" y="962025"/>
              <a:ext cx="3403612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40"/>
                </a:lnSpc>
                <a:spcBef>
                  <a:spcPct val="0"/>
                </a:spcBef>
              </a:pPr>
              <a:r>
                <a:rPr lang="en-US" sz="4000" dirty="0">
                  <a:latin typeface="Lato Bold"/>
                </a:rPr>
                <a:t>EARLY</a:t>
              </a:r>
              <a:r>
                <a:rPr lang="en-US" sz="3600" dirty="0">
                  <a:latin typeface="Lato Bold"/>
                </a:rPr>
                <a:t> </a:t>
              </a:r>
              <a:r>
                <a:rPr lang="en-US" sz="4000" dirty="0">
                  <a:latin typeface="Lato Bold"/>
                </a:rPr>
                <a:t>LIFE</a:t>
              </a:r>
              <a:r>
                <a:rPr lang="en-US" sz="3600" dirty="0">
                  <a:latin typeface="Lato Bold"/>
                </a:rPr>
                <a:t>   &amp;</a:t>
              </a:r>
            </a:p>
          </p:txBody>
        </p:sp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38306BD9-7A63-0772-6BCB-99F6E753FCB4}"/>
                </a:ext>
              </a:extLst>
            </p:cNvPr>
            <p:cNvSpPr txBox="1"/>
            <p:nvPr/>
          </p:nvSpPr>
          <p:spPr>
            <a:xfrm>
              <a:off x="1028700" y="1656457"/>
              <a:ext cx="5367074" cy="730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721"/>
                </a:lnSpc>
                <a:spcBef>
                  <a:spcPct val="0"/>
                </a:spcBef>
              </a:pPr>
              <a:r>
                <a:rPr lang="en-US" sz="4800" dirty="0">
                  <a:latin typeface="League Spartan"/>
                </a:rPr>
                <a:t>BACKGROUND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6E898E6-58BD-4471-CDF4-FCDE2953AFE3}"/>
              </a:ext>
            </a:extLst>
          </p:cNvPr>
          <p:cNvSpPr/>
          <p:nvPr/>
        </p:nvSpPr>
        <p:spPr>
          <a:xfrm>
            <a:off x="-4705833" y="-1562100"/>
            <a:ext cx="2169599" cy="125461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glow rad="508000">
              <a:schemeClr val="tx1">
                <a:lumMod val="75000"/>
                <a:lumOff val="25000"/>
                <a:alpha val="3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o Arms, No Legs, No Limits: The Inspiring Story of Nick Vujicic&quot; |  Motivation">
            <a:extLst>
              <a:ext uri="{FF2B5EF4-FFF2-40B4-BE49-F238E27FC236}">
                <a16:creationId xmlns:a16="http://schemas.microsoft.com/office/drawing/2014/main" id="{4052FE13-AF67-F432-E39B-46A8E0DC7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0470" y="2294542"/>
            <a:ext cx="4306030" cy="3671887"/>
          </a:xfrm>
          <a:prstGeom prst="flowChartConnector">
            <a:avLst/>
          </a:prstGeom>
          <a:noFill/>
          <a:effectLst>
            <a:glow rad="431800">
              <a:schemeClr val="tx1">
                <a:lumMod val="95000"/>
                <a:lumOff val="5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ick Vujicic, Man Without Limbs, speaks at One Voice Student Gathering | HS  Insider">
            <a:extLst>
              <a:ext uri="{FF2B5EF4-FFF2-40B4-BE49-F238E27FC236}">
                <a16:creationId xmlns:a16="http://schemas.microsoft.com/office/drawing/2014/main" id="{A65FA68D-8B76-7F4E-7F35-EEE412770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5" t="11838" r="24374" b="3951"/>
          <a:stretch/>
        </p:blipFill>
        <p:spPr bwMode="auto">
          <a:xfrm>
            <a:off x="22021800" y="6799897"/>
            <a:ext cx="4038600" cy="5249197"/>
          </a:xfrm>
          <a:prstGeom prst="flowChartConnector">
            <a:avLst/>
          </a:prstGeom>
          <a:noFill/>
          <a:effectLst>
            <a:glow rad="228600">
              <a:schemeClr val="bg1">
                <a:lumMod val="95000"/>
                <a:alpha val="92000"/>
              </a:schemeClr>
            </a:glow>
            <a:outerShdw dist="50800" sx="1000" sy="1000" algn="ctr" rotWithShape="0">
              <a:schemeClr val="bg1"/>
            </a:outerShdw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379F1E5-E4B5-1DE5-6F73-EC835D01DD04}"/>
              </a:ext>
            </a:extLst>
          </p:cNvPr>
          <p:cNvSpPr/>
          <p:nvPr/>
        </p:nvSpPr>
        <p:spPr>
          <a:xfrm>
            <a:off x="18858711" y="-3754641"/>
            <a:ext cx="2819400" cy="3139238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glow rad="381000">
              <a:schemeClr val="tx1">
                <a:lumMod val="50000"/>
                <a:lumOff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4D319CA-59C1-945C-928B-5F18B7DE75F2}"/>
              </a:ext>
            </a:extLst>
          </p:cNvPr>
          <p:cNvSpPr/>
          <p:nvPr/>
        </p:nvSpPr>
        <p:spPr>
          <a:xfrm>
            <a:off x="10157027" y="-3490289"/>
            <a:ext cx="2819400" cy="313923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FED5462-EB72-0D15-FDC0-D71CB85676C2}"/>
              </a:ext>
            </a:extLst>
          </p:cNvPr>
          <p:cNvSpPr/>
          <p:nvPr/>
        </p:nvSpPr>
        <p:spPr>
          <a:xfrm>
            <a:off x="14706600" y="-3699714"/>
            <a:ext cx="2819400" cy="313923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C2338F1-5B83-DFA5-9428-DA185FDA9E03}"/>
              </a:ext>
            </a:extLst>
          </p:cNvPr>
          <p:cNvSpPr/>
          <p:nvPr/>
        </p:nvSpPr>
        <p:spPr>
          <a:xfrm>
            <a:off x="5607454" y="-3490289"/>
            <a:ext cx="2819400" cy="313923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Nick Vujicic, Man Without Limbs, speaks at One Voice Student Gathering | HS  Insider">
            <a:extLst>
              <a:ext uri="{FF2B5EF4-FFF2-40B4-BE49-F238E27FC236}">
                <a16:creationId xmlns:a16="http://schemas.microsoft.com/office/drawing/2014/main" id="{BB6E0F03-443D-C471-166F-4F44B4C3F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80" t="12093" r="28504" b="3301"/>
          <a:stretch/>
        </p:blipFill>
        <p:spPr bwMode="auto">
          <a:xfrm>
            <a:off x="23382884" y="-1807814"/>
            <a:ext cx="2369724" cy="2913526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exagon 8">
            <a:extLst>
              <a:ext uri="{FF2B5EF4-FFF2-40B4-BE49-F238E27FC236}">
                <a16:creationId xmlns:a16="http://schemas.microsoft.com/office/drawing/2014/main" id="{71FBD292-5EC3-DB82-FD5F-97B591A68555}"/>
              </a:ext>
            </a:extLst>
          </p:cNvPr>
          <p:cNvSpPr/>
          <p:nvPr/>
        </p:nvSpPr>
        <p:spPr>
          <a:xfrm>
            <a:off x="15064175" y="-1970437"/>
            <a:ext cx="3928556" cy="3710997"/>
          </a:xfrm>
          <a:prstGeom prst="hexagon">
            <a:avLst/>
          </a:prstGeom>
          <a:blipFill>
            <a:blip r:embed="rId5"/>
            <a:srcRect/>
            <a:stretch>
              <a:fillRect l="1296" t="47013" r="4242" b="-47013"/>
            </a:stretch>
          </a:blipFill>
          <a:ln>
            <a:noFill/>
          </a:ln>
          <a:effectLst>
            <a:glow rad="254000">
              <a:schemeClr val="tx1">
                <a:lumMod val="85000"/>
                <a:lumOff val="1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CE920F52-78FB-97D2-93BE-FCF9AD76FD09}"/>
              </a:ext>
            </a:extLst>
          </p:cNvPr>
          <p:cNvSpPr/>
          <p:nvPr/>
        </p:nvSpPr>
        <p:spPr>
          <a:xfrm>
            <a:off x="11770777" y="0"/>
            <a:ext cx="3928556" cy="3710997"/>
          </a:xfrm>
          <a:prstGeom prst="hexagon">
            <a:avLst/>
          </a:prstGeom>
          <a:blipFill>
            <a:blip r:embed="rId6"/>
            <a:stretch>
              <a:fillRect l="-14600" t="-27441" r="-40756" b="-8487"/>
            </a:stretch>
          </a:blipFill>
          <a:ln>
            <a:noFill/>
          </a:ln>
          <a:effectLst>
            <a:glow rad="139700">
              <a:schemeClr val="tx1">
                <a:lumMod val="75000"/>
                <a:lumOff val="25000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96424FD1-0669-F9D2-A16D-1E866D817BF2}"/>
              </a:ext>
            </a:extLst>
          </p:cNvPr>
          <p:cNvSpPr/>
          <p:nvPr/>
        </p:nvSpPr>
        <p:spPr>
          <a:xfrm>
            <a:off x="15181766" y="1993867"/>
            <a:ext cx="3928556" cy="3710997"/>
          </a:xfrm>
          <a:prstGeom prst="hexagon">
            <a:avLst/>
          </a:prstGeom>
          <a:blipFill>
            <a:blip r:embed="rId7"/>
            <a:srcRect/>
            <a:stretch>
              <a:fillRect l="1214" t="1404" r="-34226" b="-1404"/>
            </a:stretch>
          </a:blipFill>
          <a:ln>
            <a:noFill/>
          </a:ln>
          <a:effectLst>
            <a:glow rad="2159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0758876-426B-F38A-6036-B849E92FEF66}"/>
              </a:ext>
            </a:extLst>
          </p:cNvPr>
          <p:cNvSpPr/>
          <p:nvPr/>
        </p:nvSpPr>
        <p:spPr>
          <a:xfrm>
            <a:off x="11826149" y="3987733"/>
            <a:ext cx="3928556" cy="3710997"/>
          </a:xfrm>
          <a:prstGeom prst="hexagon">
            <a:avLst/>
          </a:prstGeom>
          <a:blipFill>
            <a:blip r:embed="rId8"/>
            <a:srcRect/>
            <a:stretch>
              <a:fillRect l="-22846" t="-818" r="-45088" b="818"/>
            </a:stretch>
          </a:blipFill>
          <a:ln>
            <a:noFill/>
          </a:ln>
          <a:effectLst>
            <a:glow rad="1905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14AE7C84-0AE2-EFDA-F22E-D1033EA260B3}"/>
              </a:ext>
            </a:extLst>
          </p:cNvPr>
          <p:cNvSpPr/>
          <p:nvPr/>
        </p:nvSpPr>
        <p:spPr>
          <a:xfrm>
            <a:off x="15214797" y="6080462"/>
            <a:ext cx="3928556" cy="3710997"/>
          </a:xfrm>
          <a:prstGeom prst="hexagon">
            <a:avLst/>
          </a:prstGeom>
          <a:blipFill>
            <a:blip r:embed="rId9"/>
            <a:srcRect/>
            <a:stretch>
              <a:fillRect l="-28609" r="2659"/>
            </a:stretch>
          </a:blipFill>
          <a:ln>
            <a:noFill/>
          </a:ln>
          <a:effectLst>
            <a:glow rad="3683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9EFA1A63-F75F-FD1C-8A85-E4D6B0A1A79A}"/>
              </a:ext>
            </a:extLst>
          </p:cNvPr>
          <p:cNvSpPr/>
          <p:nvPr/>
        </p:nvSpPr>
        <p:spPr>
          <a:xfrm>
            <a:off x="11826149" y="8026321"/>
            <a:ext cx="3928556" cy="3710997"/>
          </a:xfrm>
          <a:prstGeom prst="hexagon">
            <a:avLst/>
          </a:prstGeom>
          <a:blipFill>
            <a:blip r:embed="rId10"/>
            <a:srcRect/>
            <a:stretch>
              <a:fillRect l="1068" t="-12929" r="-1068" b="40851"/>
            </a:stretch>
          </a:blipFill>
          <a:ln>
            <a:noFill/>
          </a:ln>
          <a:effectLst>
            <a:glow rad="2032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E476C156-8E98-7643-7F34-124F0A68659A}"/>
              </a:ext>
            </a:extLst>
          </p:cNvPr>
          <p:cNvSpPr/>
          <p:nvPr/>
        </p:nvSpPr>
        <p:spPr>
          <a:xfrm>
            <a:off x="15134956" y="10069100"/>
            <a:ext cx="3928556" cy="3710997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glow rad="4064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A8C25E57-00AC-89EE-A35C-6A26AF85CCD6}"/>
              </a:ext>
            </a:extLst>
          </p:cNvPr>
          <p:cNvSpPr txBox="1"/>
          <p:nvPr/>
        </p:nvSpPr>
        <p:spPr>
          <a:xfrm>
            <a:off x="1136784" y="2396974"/>
            <a:ext cx="10309410" cy="6821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A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n </a:t>
            </a: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Australian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 motivational speaker, </a:t>
            </a: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author 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and evangelist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Lao U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B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orn on December 4 ,1982 ,in Melbourne, Australia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Lao U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B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orn without arms and legs, a rare condition known as tetra-amelia syndrome.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Lao U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W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ith the support of his family and his strong Christian faith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Lao U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G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raduated from Griffith University with a Bachelor of Commerce degree.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Lao U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600" kern="100" dirty="0"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G</a:t>
            </a:r>
            <a:r>
              <a:rPr lang="en-US" sz="2600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Lao UI" panose="020F0502020204030204" pitchFamily="34" charset="0"/>
              </a:rPr>
              <a:t>ained international attention through his motivational speaking engagements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CF35439F-EEA1-18BF-CAB4-444295AF5437}"/>
              </a:ext>
            </a:extLst>
          </p:cNvPr>
          <p:cNvSpPr/>
          <p:nvPr/>
        </p:nvSpPr>
        <p:spPr>
          <a:xfrm>
            <a:off x="-2766239" y="-3250723"/>
            <a:ext cx="2996244" cy="2560571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glow rad="4064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45B4B8E2-C821-CB51-149F-00A525F4D389}"/>
              </a:ext>
            </a:extLst>
          </p:cNvPr>
          <p:cNvSpPr/>
          <p:nvPr/>
        </p:nvSpPr>
        <p:spPr>
          <a:xfrm>
            <a:off x="8468739" y="-2026722"/>
            <a:ext cx="3928556" cy="3710997"/>
          </a:xfrm>
          <a:prstGeom prst="hexagon">
            <a:avLst/>
          </a:prstGeom>
          <a:blipFill>
            <a:blip r:embed="rId11"/>
            <a:srcRect/>
            <a:stretch>
              <a:fillRect l="-66214" t="53244" r="-60494" b="-53244"/>
            </a:stretch>
          </a:blipFill>
          <a:ln>
            <a:noFill/>
          </a:ln>
          <a:effectLst>
            <a:glow rad="2540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8950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C282FDE-6045-25B0-D31E-B53F256DD9C9}"/>
              </a:ext>
            </a:extLst>
          </p:cNvPr>
          <p:cNvGrpSpPr/>
          <p:nvPr/>
        </p:nvGrpSpPr>
        <p:grpSpPr>
          <a:xfrm>
            <a:off x="4821380" y="-208067"/>
            <a:ext cx="33165082" cy="10607207"/>
            <a:chOff x="4821380" y="-208067"/>
            <a:chExt cx="33165082" cy="1060720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6E86ADC-E786-F8CF-782A-73DE5D398CE3}"/>
                </a:ext>
              </a:extLst>
            </p:cNvPr>
            <p:cNvGrpSpPr/>
            <p:nvPr/>
          </p:nvGrpSpPr>
          <p:grpSpPr>
            <a:xfrm>
              <a:off x="4821380" y="-192233"/>
              <a:ext cx="33165082" cy="10591373"/>
              <a:chOff x="4821380" y="-192233"/>
              <a:chExt cx="33165082" cy="1059137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E6D602D-604F-1468-9AEE-790F37BF3A24}"/>
                  </a:ext>
                </a:extLst>
              </p:cNvPr>
              <p:cNvGrpSpPr/>
              <p:nvPr/>
            </p:nvGrpSpPr>
            <p:grpSpPr>
              <a:xfrm>
                <a:off x="4821380" y="-192233"/>
                <a:ext cx="33165082" cy="10591373"/>
                <a:chOff x="4849088" y="-192233"/>
                <a:chExt cx="33165082" cy="10591373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AC450B2-EFCF-3AF0-6F34-84A7B44B3E79}"/>
                    </a:ext>
                  </a:extLst>
                </p:cNvPr>
                <p:cNvSpPr/>
                <p:nvPr/>
              </p:nvSpPr>
              <p:spPr>
                <a:xfrm>
                  <a:off x="20959076" y="-154560"/>
                  <a:ext cx="17055094" cy="10553700"/>
                </a:xfrm>
                <a:prstGeom prst="rect">
                  <a:avLst/>
                </a:prstGeom>
                <a:blipFill>
                  <a:blip r:embed="rId2"/>
                  <a:stretch>
                    <a:fillRect t="-16666" b="-16666"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149C71F-7668-E9C7-D361-A8535A9B8BC4}"/>
                    </a:ext>
                  </a:extLst>
                </p:cNvPr>
                <p:cNvGrpSpPr/>
                <p:nvPr/>
              </p:nvGrpSpPr>
              <p:grpSpPr>
                <a:xfrm>
                  <a:off x="4849088" y="-192233"/>
                  <a:ext cx="27232346" cy="10591373"/>
                  <a:chOff x="4849088" y="-192233"/>
                  <a:chExt cx="27232346" cy="10591373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76389BF6-380F-BB77-AA14-1C6F97DEA1F7}"/>
                      </a:ext>
                    </a:extLst>
                  </p:cNvPr>
                  <p:cNvGrpSpPr/>
                  <p:nvPr/>
                </p:nvGrpSpPr>
                <p:grpSpPr>
                  <a:xfrm>
                    <a:off x="4849088" y="-192233"/>
                    <a:ext cx="27232346" cy="10591373"/>
                    <a:chOff x="4849088" y="-192233"/>
                    <a:chExt cx="27232346" cy="10591373"/>
                  </a:xfrm>
                </p:grpSpPr>
                <p:sp>
                  <p:nvSpPr>
                    <p:cNvPr id="3" name="Rectangle 2">
                      <a:extLst>
                        <a:ext uri="{FF2B5EF4-FFF2-40B4-BE49-F238E27FC236}">
                          <a16:creationId xmlns:a16="http://schemas.microsoft.com/office/drawing/2014/main" id="{7C1E7768-864A-85B6-48F7-C843BF915A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088" y="-1759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746ABA43-C019-6612-6B1F-6712A3721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64870" y="-1922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42E0FF8F-84BA-E7C1-E7FF-D236E3557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05718" y="-185937"/>
                      <a:ext cx="5653358" cy="105850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6BD3EA9-CD13-E1FF-5118-FAE968146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1338" y="277400"/>
                      <a:ext cx="37338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PHYSICAL </a:t>
                      </a:r>
                      <a:r>
                        <a:rPr lang="en-US" sz="5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LIMITATION</a:t>
                      </a:r>
                    </a:p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99F90525-8436-F57B-3F74-C82B1EDE0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9796" y="369733"/>
                      <a:ext cx="4724401" cy="1785104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BULLYING  &amp; </a:t>
                      </a:r>
                      <a:r>
                        <a:rPr lang="en-US" sz="48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DISCRIMINATION</a:t>
                      </a:r>
                      <a:endParaRPr lang="en-US" sz="4400" b="1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Lao UI" panose="020F0502020204030204" pitchFamily="34" charset="0"/>
                        <a:ea typeface="Calibri" panose="020F0502020204030204" pitchFamily="34" charset="0"/>
                        <a:cs typeface="Lao UI" panose="020F0502020204030204" pitchFamily="34" charset="0"/>
                      </a:endParaRP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18DA1C4-D92A-97D8-6409-E905E5C816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843732" y="369733"/>
                      <a:ext cx="3858881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2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EMOTIONAL</a:t>
                      </a:r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STRUGGLES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6CF43B45-BE5F-A733-17F9-4F9A2E4FC3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450458" y="379504"/>
                      <a:ext cx="47244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EDUCATION &amp; </a:t>
                      </a:r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INDEPENDENCE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25F12D1C-E6F3-18B3-5D44-5B0211FCAD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36655" y="6799508"/>
                      <a:ext cx="4865714" cy="1077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Overcoming  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considerable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daily challenges </a:t>
                      </a:r>
                      <a:endParaRPr lang="en-US" sz="3200" dirty="0"/>
                    </a:p>
                  </p:txBody>
                </p:sp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3143254F-ACB3-8478-8444-304879A5BB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4879" y="7963015"/>
                      <a:ext cx="2658761" cy="15953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Eating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Dressing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Writing </a:t>
                      </a:r>
                      <a:endParaRPr lang="en-US" sz="3200" dirty="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04131732-105F-A5DE-49BF-1805FF04D630}"/>
                        </a:ext>
                      </a:extLst>
                    </p:cNvPr>
                    <p:cNvSpPr/>
                    <p:nvPr/>
                  </p:nvSpPr>
                  <p:spPr>
                    <a:xfrm rot="5400000" flipH="1">
                      <a:off x="12589848" y="4267872"/>
                      <a:ext cx="45719" cy="440325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AE6F578-CCED-A895-AE8A-E259F7A007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87541" y="6799508"/>
                      <a:ext cx="4930610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rom his peers due to his physical differences</a:t>
                      </a:r>
                    </a:p>
                    <a:p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ften felt isolated and struggled with self-esteem </a:t>
                      </a: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83CF0A0A-9F27-BF7C-B0AD-350C644B41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493285" y="6799508"/>
                      <a:ext cx="5448198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Faced moments of despair and questioned his self-worth.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3000" kern="1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ent through periods of depression and loneliness</a:t>
                      </a:r>
                      <a:endParaRPr lang="en-US" sz="3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913F815-571F-745D-53AF-CF8B69D852D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18128890" y="4074684"/>
                      <a:ext cx="57484" cy="477787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8907B832-C250-5484-2883-D7E72EB88A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642034" y="6688923"/>
                      <a:ext cx="10439400" cy="32185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earned to adapt and become independent</a:t>
                      </a:r>
                    </a:p>
                    <a:p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32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eveloping innovative ways to accomplish tasks without limbs.</a:t>
                      </a:r>
                      <a:endParaRPr lang="en-US" sz="3200" dirty="0"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Graduated from Griffith University with a degree in Commerce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.</a:t>
                      </a:r>
                      <a:endParaRPr lang="en-US" dirty="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753725A0-E904-E375-27BF-FA283CBE26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5989500" y="1868607"/>
                      <a:ext cx="45719" cy="911477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85676BB8-AFCD-E3E5-A417-AFD53DB9E50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61454" y="4127034"/>
                    <a:ext cx="45719" cy="4648311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pic>
            <p:nvPicPr>
              <p:cNvPr id="28" name="Picture 27" descr="A young child sitting at a table&#10;&#10;Description automatically generated">
                <a:extLst>
                  <a:ext uri="{FF2B5EF4-FFF2-40B4-BE49-F238E27FC236}">
                    <a16:creationId xmlns:a16="http://schemas.microsoft.com/office/drawing/2014/main" id="{A4DCC928-63E4-F0B6-0FE3-D727327EB1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1357" t="10227" r="-1"/>
              <a:stretch/>
            </p:blipFill>
            <p:spPr>
              <a:xfrm>
                <a:off x="5691256" y="2284880"/>
                <a:ext cx="3258346" cy="3774139"/>
              </a:xfrm>
              <a:prstGeom prst="rect">
                <a:avLst/>
              </a:prstGeom>
              <a:ln>
                <a:noFill/>
              </a:ln>
              <a:effectLst>
                <a:glow rad="304800">
                  <a:schemeClr val="tx1">
                    <a:lumMod val="95000"/>
                    <a:lumOff val="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  <a:reflection endPos="0" dist="50800" dir="5400000" sy="-100000" algn="bl" rotWithShape="0"/>
              </a:effectLst>
            </p:spPr>
          </p:pic>
          <p:pic>
            <p:nvPicPr>
              <p:cNvPr id="30" name="Picture 29" descr="A person and a baby&#10;&#10;Description automatically generated">
                <a:extLst>
                  <a:ext uri="{FF2B5EF4-FFF2-40B4-BE49-F238E27FC236}">
                    <a16:creationId xmlns:a16="http://schemas.microsoft.com/office/drawing/2014/main" id="{B2BAB835-DC19-8D57-38DE-D6C7F91B64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65" r="8275"/>
              <a:stretch/>
            </p:blipFill>
            <p:spPr>
              <a:xfrm>
                <a:off x="15716054" y="2515650"/>
                <a:ext cx="4815076" cy="3413326"/>
              </a:xfrm>
              <a:prstGeom prst="rect">
                <a:avLst/>
              </a:prstGeom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32" name="Picture 31" descr="A young child writing on paper&#10;&#10;Description automatically generated">
                <a:extLst>
                  <a:ext uri="{FF2B5EF4-FFF2-40B4-BE49-F238E27FC236}">
                    <a16:creationId xmlns:a16="http://schemas.microsoft.com/office/drawing/2014/main" id="{E3B8F597-B15C-E382-F867-2617B06D2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59194" y="2209670"/>
                <a:ext cx="3192576" cy="3811743"/>
              </a:xfrm>
              <a:prstGeom prst="rect">
                <a:avLst/>
              </a:prstGeom>
              <a:effectLst>
                <a:glow rad="4445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4098" name="Picture 2" descr="10 Nick Vujicic....he is blessed ideas | nick vujicic, inspirational  people, nick">
                <a:extLst>
                  <a:ext uri="{FF2B5EF4-FFF2-40B4-BE49-F238E27FC236}">
                    <a16:creationId xmlns:a16="http://schemas.microsoft.com/office/drawing/2014/main" id="{B7CBD714-AABC-F3B0-C204-DE57A89479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01820" y="2209669"/>
                <a:ext cx="2835422" cy="3811743"/>
              </a:xfrm>
              <a:prstGeom prst="rect">
                <a:avLst/>
              </a:prstGeom>
              <a:noFill/>
              <a:effectLst>
                <a:glow rad="6858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0" name="Picture 4" descr="Childhood - The Life Story of Nick Vujicic">
                <a:extLst>
                  <a:ext uri="{FF2B5EF4-FFF2-40B4-BE49-F238E27FC236}">
                    <a16:creationId xmlns:a16="http://schemas.microsoft.com/office/drawing/2014/main" id="{ED52233D-78D1-15E3-CC68-67B764D4AD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00272" y="2424011"/>
                <a:ext cx="4347964" cy="3365373"/>
              </a:xfrm>
              <a:prstGeom prst="rect">
                <a:avLst/>
              </a:prstGeom>
              <a:noFill/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A3738A-502F-B5DA-8087-A3A2E6FDB121}"/>
                </a:ext>
              </a:extLst>
            </p:cNvPr>
            <p:cNvGrpSpPr/>
            <p:nvPr/>
          </p:nvGrpSpPr>
          <p:grpSpPr>
            <a:xfrm>
              <a:off x="32639210" y="-208067"/>
              <a:ext cx="3968777" cy="10607207"/>
              <a:chOff x="16219865" y="-233200"/>
              <a:chExt cx="3968777" cy="10607207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F2136AD-053E-40FB-A3EA-ABB7E2743376}"/>
                  </a:ext>
                </a:extLst>
              </p:cNvPr>
              <p:cNvSpPr/>
              <p:nvPr/>
            </p:nvSpPr>
            <p:spPr>
              <a:xfrm>
                <a:off x="16219865" y="-211070"/>
                <a:ext cx="2835422" cy="10585077"/>
              </a:xfrm>
              <a:prstGeom prst="rect">
                <a:avLst/>
              </a:prstGeom>
              <a:solidFill>
                <a:schemeClr val="bg1">
                  <a:lumMod val="75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64FEE23-8283-861F-E431-02D56F10B0E8}"/>
                  </a:ext>
                </a:extLst>
              </p:cNvPr>
              <p:cNvSpPr/>
              <p:nvPr/>
            </p:nvSpPr>
            <p:spPr>
              <a:xfrm>
                <a:off x="17353220" y="-233200"/>
                <a:ext cx="2835422" cy="10585077"/>
              </a:xfrm>
              <a:prstGeom prst="rect">
                <a:avLst/>
              </a:prstGeom>
              <a:solidFill>
                <a:schemeClr val="bg1">
                  <a:lumMod val="50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7C102F6-FE16-85FF-F582-ED15C0B356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5378" y="-192233"/>
            <a:ext cx="5016758" cy="105537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EC36ACE-36BD-ED86-C3DF-BACB14C45DE0}"/>
              </a:ext>
            </a:extLst>
          </p:cNvPr>
          <p:cNvSpPr txBox="1"/>
          <p:nvPr/>
        </p:nvSpPr>
        <p:spPr>
          <a:xfrm>
            <a:off x="247650" y="5619571"/>
            <a:ext cx="5183836" cy="1486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21"/>
              </a:lnSpc>
              <a:spcBef>
                <a:spcPct val="0"/>
              </a:spcBef>
            </a:pPr>
            <a:r>
              <a:rPr lang="en-US" sz="5000" dirty="0">
                <a:latin typeface="League Spartan"/>
              </a:rPr>
              <a:t>CHALLENGES </a:t>
            </a:r>
          </a:p>
          <a:p>
            <a:pPr>
              <a:lnSpc>
                <a:spcPts val="5721"/>
              </a:lnSpc>
              <a:spcBef>
                <a:spcPct val="0"/>
              </a:spcBef>
            </a:pPr>
            <a:endParaRPr lang="en-US" sz="5000" dirty="0">
              <a:latin typeface="League Spart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4908C-6021-6BDB-443C-286602719C14}"/>
              </a:ext>
            </a:extLst>
          </p:cNvPr>
          <p:cNvSpPr txBox="1"/>
          <p:nvPr/>
        </p:nvSpPr>
        <p:spPr>
          <a:xfrm>
            <a:off x="228600" y="4543335"/>
            <a:ext cx="2819399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200" spc="300" dirty="0">
                <a:latin typeface="League Spartan" panose="020B0604020202020204" charset="0"/>
              </a:rPr>
              <a:t>LIFE</a:t>
            </a:r>
            <a:endParaRPr lang="en-US" sz="6000" spc="300" dirty="0">
              <a:latin typeface="League Sparta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095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C282FDE-6045-25B0-D31E-B53F256DD9C9}"/>
              </a:ext>
            </a:extLst>
          </p:cNvPr>
          <p:cNvGrpSpPr/>
          <p:nvPr/>
        </p:nvGrpSpPr>
        <p:grpSpPr>
          <a:xfrm>
            <a:off x="-381000" y="-160105"/>
            <a:ext cx="33165082" cy="10607207"/>
            <a:chOff x="4821380" y="-208067"/>
            <a:chExt cx="33165082" cy="1060720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6E86ADC-E786-F8CF-782A-73DE5D398CE3}"/>
                </a:ext>
              </a:extLst>
            </p:cNvPr>
            <p:cNvGrpSpPr/>
            <p:nvPr/>
          </p:nvGrpSpPr>
          <p:grpSpPr>
            <a:xfrm>
              <a:off x="4821380" y="-192233"/>
              <a:ext cx="33165082" cy="10591373"/>
              <a:chOff x="4821380" y="-192233"/>
              <a:chExt cx="33165082" cy="1059137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E6D602D-604F-1468-9AEE-790F37BF3A24}"/>
                  </a:ext>
                </a:extLst>
              </p:cNvPr>
              <p:cNvGrpSpPr/>
              <p:nvPr/>
            </p:nvGrpSpPr>
            <p:grpSpPr>
              <a:xfrm>
                <a:off x="4821380" y="-192233"/>
                <a:ext cx="33165082" cy="10591373"/>
                <a:chOff x="4849088" y="-192233"/>
                <a:chExt cx="33165082" cy="10591373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AC450B2-EFCF-3AF0-6F34-84A7B44B3E79}"/>
                    </a:ext>
                  </a:extLst>
                </p:cNvPr>
                <p:cNvSpPr/>
                <p:nvPr/>
              </p:nvSpPr>
              <p:spPr>
                <a:xfrm>
                  <a:off x="20959076" y="-154560"/>
                  <a:ext cx="17055094" cy="10553700"/>
                </a:xfrm>
                <a:prstGeom prst="rect">
                  <a:avLst/>
                </a:prstGeom>
                <a:blipFill>
                  <a:blip r:embed="rId2"/>
                  <a:stretch>
                    <a:fillRect t="-16666" b="-16666"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149C71F-7668-E9C7-D361-A8535A9B8BC4}"/>
                    </a:ext>
                  </a:extLst>
                </p:cNvPr>
                <p:cNvGrpSpPr/>
                <p:nvPr/>
              </p:nvGrpSpPr>
              <p:grpSpPr>
                <a:xfrm>
                  <a:off x="4849088" y="-192233"/>
                  <a:ext cx="27232346" cy="10591373"/>
                  <a:chOff x="4849088" y="-192233"/>
                  <a:chExt cx="27232346" cy="10591373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76389BF6-380F-BB77-AA14-1C6F97DEA1F7}"/>
                      </a:ext>
                    </a:extLst>
                  </p:cNvPr>
                  <p:cNvGrpSpPr/>
                  <p:nvPr/>
                </p:nvGrpSpPr>
                <p:grpSpPr>
                  <a:xfrm>
                    <a:off x="4849088" y="-192233"/>
                    <a:ext cx="27232346" cy="10591373"/>
                    <a:chOff x="4849088" y="-192233"/>
                    <a:chExt cx="27232346" cy="10591373"/>
                  </a:xfrm>
                </p:grpSpPr>
                <p:sp>
                  <p:nvSpPr>
                    <p:cNvPr id="3" name="Rectangle 2">
                      <a:extLst>
                        <a:ext uri="{FF2B5EF4-FFF2-40B4-BE49-F238E27FC236}">
                          <a16:creationId xmlns:a16="http://schemas.microsoft.com/office/drawing/2014/main" id="{7C1E7768-864A-85B6-48F7-C843BF915A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088" y="-1759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746ABA43-C019-6612-6B1F-6712A3721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64870" y="-1922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42E0FF8F-84BA-E7C1-E7FF-D236E3557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05718" y="-185937"/>
                      <a:ext cx="5653358" cy="105850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6BD3EA9-CD13-E1FF-5118-FAE968146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1338" y="277400"/>
                      <a:ext cx="37338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PHYSICAL </a:t>
                      </a:r>
                      <a:r>
                        <a:rPr lang="en-US" sz="5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LIMITATION</a:t>
                      </a:r>
                    </a:p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99F90525-8436-F57B-3F74-C82B1EDE0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9796" y="369733"/>
                      <a:ext cx="4724401" cy="1785104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BULLYING  &amp; </a:t>
                      </a:r>
                      <a:r>
                        <a:rPr lang="en-US" sz="48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DISCRIMINATION</a:t>
                      </a:r>
                      <a:endParaRPr lang="en-US" sz="4400" b="1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Lao UI" panose="020F0502020204030204" pitchFamily="34" charset="0"/>
                        <a:ea typeface="Calibri" panose="020F0502020204030204" pitchFamily="34" charset="0"/>
                        <a:cs typeface="Lao UI" panose="020F0502020204030204" pitchFamily="34" charset="0"/>
                      </a:endParaRP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18DA1C4-D92A-97D8-6409-E905E5C816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843732" y="369733"/>
                      <a:ext cx="3858881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2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EMOTIONAL</a:t>
                      </a:r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STRUGGLES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6CF43B45-BE5F-A733-17F9-4F9A2E4FC3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450458" y="379504"/>
                      <a:ext cx="47244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EDUCATION &amp; </a:t>
                      </a:r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INDEPENDENCE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25F12D1C-E6F3-18B3-5D44-5B0211FCAD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36655" y="6799508"/>
                      <a:ext cx="4865714" cy="1077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Overcoming  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considerable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daily challenges </a:t>
                      </a:r>
                      <a:endParaRPr lang="en-US" sz="3200" dirty="0"/>
                    </a:p>
                  </p:txBody>
                </p:sp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3143254F-ACB3-8478-8444-304879A5BB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4879" y="7963015"/>
                      <a:ext cx="2658761" cy="15953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Eating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Dressing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Writing </a:t>
                      </a:r>
                      <a:endParaRPr lang="en-US" sz="3200" dirty="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04131732-105F-A5DE-49BF-1805FF04D630}"/>
                        </a:ext>
                      </a:extLst>
                    </p:cNvPr>
                    <p:cNvSpPr/>
                    <p:nvPr/>
                  </p:nvSpPr>
                  <p:spPr>
                    <a:xfrm rot="5400000" flipH="1">
                      <a:off x="12589848" y="4267872"/>
                      <a:ext cx="45719" cy="440325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AE6F578-CCED-A895-AE8A-E259F7A007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87541" y="6799508"/>
                      <a:ext cx="4930610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rom his peers due to his physical differences</a:t>
                      </a:r>
                    </a:p>
                    <a:p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ften felt isolated and struggled with self-esteem </a:t>
                      </a: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83CF0A0A-9F27-BF7C-B0AD-350C644B41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493285" y="6799508"/>
                      <a:ext cx="5448198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Faced moments of despair and questioned his self-worth.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3000" kern="1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ent through periods of depression and loneliness</a:t>
                      </a:r>
                      <a:endParaRPr lang="en-US" sz="3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913F815-571F-745D-53AF-CF8B69D852D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18128890" y="4074684"/>
                      <a:ext cx="57484" cy="477787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8907B832-C250-5484-2883-D7E72EB88A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642034" y="6688923"/>
                      <a:ext cx="10439400" cy="32185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earned to adapt and become independent</a:t>
                      </a:r>
                    </a:p>
                    <a:p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32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eveloping innovative ways to accomplish tasks without limbs.</a:t>
                      </a:r>
                      <a:endParaRPr lang="en-US" sz="3200" dirty="0"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Graduated from Griffith University with a degree in Commerce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.</a:t>
                      </a:r>
                      <a:endParaRPr lang="en-US" dirty="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753725A0-E904-E375-27BF-FA283CBE26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5989500" y="1868607"/>
                      <a:ext cx="45719" cy="911477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85676BB8-AFCD-E3E5-A417-AFD53DB9E50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61454" y="4127034"/>
                    <a:ext cx="45719" cy="4648311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pic>
            <p:nvPicPr>
              <p:cNvPr id="28" name="Picture 27" descr="A young child sitting at a table&#10;&#10;Description automatically generated">
                <a:extLst>
                  <a:ext uri="{FF2B5EF4-FFF2-40B4-BE49-F238E27FC236}">
                    <a16:creationId xmlns:a16="http://schemas.microsoft.com/office/drawing/2014/main" id="{A4DCC928-63E4-F0B6-0FE3-D727327EB1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1357" t="10227" r="-1"/>
              <a:stretch/>
            </p:blipFill>
            <p:spPr>
              <a:xfrm>
                <a:off x="5691256" y="2284880"/>
                <a:ext cx="3258346" cy="3774139"/>
              </a:xfrm>
              <a:prstGeom prst="rect">
                <a:avLst/>
              </a:prstGeom>
              <a:ln>
                <a:noFill/>
              </a:ln>
              <a:effectLst>
                <a:glow rad="304800">
                  <a:schemeClr val="tx1">
                    <a:lumMod val="95000"/>
                    <a:lumOff val="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  <a:reflection endPos="0" dist="50800" dir="5400000" sy="-100000" algn="bl" rotWithShape="0"/>
              </a:effectLst>
            </p:spPr>
          </p:pic>
          <p:pic>
            <p:nvPicPr>
              <p:cNvPr id="30" name="Picture 29" descr="A person and a baby&#10;&#10;Description automatically generated">
                <a:extLst>
                  <a:ext uri="{FF2B5EF4-FFF2-40B4-BE49-F238E27FC236}">
                    <a16:creationId xmlns:a16="http://schemas.microsoft.com/office/drawing/2014/main" id="{B2BAB835-DC19-8D57-38DE-D6C7F91B64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65" r="8275"/>
              <a:stretch/>
            </p:blipFill>
            <p:spPr>
              <a:xfrm>
                <a:off x="15716054" y="2515650"/>
                <a:ext cx="4815076" cy="3413326"/>
              </a:xfrm>
              <a:prstGeom prst="rect">
                <a:avLst/>
              </a:prstGeom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32" name="Picture 31" descr="A young child writing on paper&#10;&#10;Description automatically generated">
                <a:extLst>
                  <a:ext uri="{FF2B5EF4-FFF2-40B4-BE49-F238E27FC236}">
                    <a16:creationId xmlns:a16="http://schemas.microsoft.com/office/drawing/2014/main" id="{E3B8F597-B15C-E382-F867-2617B06D2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59194" y="2209670"/>
                <a:ext cx="3192576" cy="3811743"/>
              </a:xfrm>
              <a:prstGeom prst="rect">
                <a:avLst/>
              </a:prstGeom>
              <a:effectLst>
                <a:glow rad="4445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4098" name="Picture 2" descr="10 Nick Vujicic....he is blessed ideas | nick vujicic, inspirational  people, nick">
                <a:extLst>
                  <a:ext uri="{FF2B5EF4-FFF2-40B4-BE49-F238E27FC236}">
                    <a16:creationId xmlns:a16="http://schemas.microsoft.com/office/drawing/2014/main" id="{B7CBD714-AABC-F3B0-C204-DE57A89479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01820" y="2209669"/>
                <a:ext cx="2835422" cy="3811743"/>
              </a:xfrm>
              <a:prstGeom prst="rect">
                <a:avLst/>
              </a:prstGeom>
              <a:noFill/>
              <a:effectLst>
                <a:glow rad="6858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0" name="Picture 4" descr="Childhood - The Life Story of Nick Vujicic">
                <a:extLst>
                  <a:ext uri="{FF2B5EF4-FFF2-40B4-BE49-F238E27FC236}">
                    <a16:creationId xmlns:a16="http://schemas.microsoft.com/office/drawing/2014/main" id="{ED52233D-78D1-15E3-CC68-67B764D4AD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00272" y="2424011"/>
                <a:ext cx="4347964" cy="3365373"/>
              </a:xfrm>
              <a:prstGeom prst="rect">
                <a:avLst/>
              </a:prstGeom>
              <a:noFill/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A3738A-502F-B5DA-8087-A3A2E6FDB121}"/>
                </a:ext>
              </a:extLst>
            </p:cNvPr>
            <p:cNvGrpSpPr/>
            <p:nvPr/>
          </p:nvGrpSpPr>
          <p:grpSpPr>
            <a:xfrm>
              <a:off x="32639210" y="-208067"/>
              <a:ext cx="3968777" cy="10607207"/>
              <a:chOff x="16219865" y="-233200"/>
              <a:chExt cx="3968777" cy="10607207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F2136AD-053E-40FB-A3EA-ABB7E2743376}"/>
                  </a:ext>
                </a:extLst>
              </p:cNvPr>
              <p:cNvSpPr/>
              <p:nvPr/>
            </p:nvSpPr>
            <p:spPr>
              <a:xfrm>
                <a:off x="16219865" y="-211070"/>
                <a:ext cx="2835422" cy="10585077"/>
              </a:xfrm>
              <a:prstGeom prst="rect">
                <a:avLst/>
              </a:prstGeom>
              <a:solidFill>
                <a:schemeClr val="bg1">
                  <a:lumMod val="75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64FEE23-8283-861F-E431-02D56F10B0E8}"/>
                  </a:ext>
                </a:extLst>
              </p:cNvPr>
              <p:cNvSpPr/>
              <p:nvPr/>
            </p:nvSpPr>
            <p:spPr>
              <a:xfrm>
                <a:off x="17353220" y="-233200"/>
                <a:ext cx="2835422" cy="10585077"/>
              </a:xfrm>
              <a:prstGeom prst="rect">
                <a:avLst/>
              </a:prstGeom>
              <a:solidFill>
                <a:schemeClr val="bg1">
                  <a:lumMod val="50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7C102F6-FE16-85FF-F582-ED15C0B356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5378" y="-192233"/>
            <a:ext cx="5016758" cy="105537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EC36ACE-36BD-ED86-C3DF-BACB14C45DE0}"/>
              </a:ext>
            </a:extLst>
          </p:cNvPr>
          <p:cNvSpPr txBox="1"/>
          <p:nvPr/>
        </p:nvSpPr>
        <p:spPr>
          <a:xfrm>
            <a:off x="247650" y="5619571"/>
            <a:ext cx="5183836" cy="1486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21"/>
              </a:lnSpc>
              <a:spcBef>
                <a:spcPct val="0"/>
              </a:spcBef>
            </a:pPr>
            <a:r>
              <a:rPr lang="en-US" sz="5000" dirty="0">
                <a:latin typeface="League Spartan"/>
              </a:rPr>
              <a:t>CHALLENGES </a:t>
            </a:r>
          </a:p>
          <a:p>
            <a:pPr>
              <a:lnSpc>
                <a:spcPts val="5721"/>
              </a:lnSpc>
              <a:spcBef>
                <a:spcPct val="0"/>
              </a:spcBef>
            </a:pPr>
            <a:endParaRPr lang="en-US" sz="5000" dirty="0">
              <a:latin typeface="League Spart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4908C-6021-6BDB-443C-286602719C14}"/>
              </a:ext>
            </a:extLst>
          </p:cNvPr>
          <p:cNvSpPr txBox="1"/>
          <p:nvPr/>
        </p:nvSpPr>
        <p:spPr>
          <a:xfrm>
            <a:off x="228600" y="4543335"/>
            <a:ext cx="2819399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200" spc="300" dirty="0">
                <a:latin typeface="League Spartan" panose="020B0604020202020204" charset="0"/>
              </a:rPr>
              <a:t>LIFE</a:t>
            </a:r>
            <a:endParaRPr lang="en-US" sz="6000" spc="300" dirty="0">
              <a:latin typeface="League Sparta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692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C282FDE-6045-25B0-D31E-B53F256DD9C9}"/>
              </a:ext>
            </a:extLst>
          </p:cNvPr>
          <p:cNvGrpSpPr/>
          <p:nvPr/>
        </p:nvGrpSpPr>
        <p:grpSpPr>
          <a:xfrm>
            <a:off x="-5638800" y="-297347"/>
            <a:ext cx="33165082" cy="10607207"/>
            <a:chOff x="4821380" y="-208067"/>
            <a:chExt cx="33165082" cy="1060720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6E86ADC-E786-F8CF-782A-73DE5D398CE3}"/>
                </a:ext>
              </a:extLst>
            </p:cNvPr>
            <p:cNvGrpSpPr/>
            <p:nvPr/>
          </p:nvGrpSpPr>
          <p:grpSpPr>
            <a:xfrm>
              <a:off x="4821380" y="-192233"/>
              <a:ext cx="33165082" cy="10591373"/>
              <a:chOff x="4821380" y="-192233"/>
              <a:chExt cx="33165082" cy="1059137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E6D602D-604F-1468-9AEE-790F37BF3A24}"/>
                  </a:ext>
                </a:extLst>
              </p:cNvPr>
              <p:cNvGrpSpPr/>
              <p:nvPr/>
            </p:nvGrpSpPr>
            <p:grpSpPr>
              <a:xfrm>
                <a:off x="4821380" y="-192233"/>
                <a:ext cx="33165082" cy="10591373"/>
                <a:chOff x="4849088" y="-192233"/>
                <a:chExt cx="33165082" cy="10591373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AC450B2-EFCF-3AF0-6F34-84A7B44B3E79}"/>
                    </a:ext>
                  </a:extLst>
                </p:cNvPr>
                <p:cNvSpPr/>
                <p:nvPr/>
              </p:nvSpPr>
              <p:spPr>
                <a:xfrm>
                  <a:off x="20959076" y="-154560"/>
                  <a:ext cx="17055094" cy="10553700"/>
                </a:xfrm>
                <a:prstGeom prst="rect">
                  <a:avLst/>
                </a:prstGeom>
                <a:blipFill>
                  <a:blip r:embed="rId2"/>
                  <a:stretch>
                    <a:fillRect t="-16666" b="-16666"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149C71F-7668-E9C7-D361-A8535A9B8BC4}"/>
                    </a:ext>
                  </a:extLst>
                </p:cNvPr>
                <p:cNvGrpSpPr/>
                <p:nvPr/>
              </p:nvGrpSpPr>
              <p:grpSpPr>
                <a:xfrm>
                  <a:off x="4849088" y="-192233"/>
                  <a:ext cx="27232346" cy="10591373"/>
                  <a:chOff x="4849088" y="-192233"/>
                  <a:chExt cx="27232346" cy="10591373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76389BF6-380F-BB77-AA14-1C6F97DEA1F7}"/>
                      </a:ext>
                    </a:extLst>
                  </p:cNvPr>
                  <p:cNvGrpSpPr/>
                  <p:nvPr/>
                </p:nvGrpSpPr>
                <p:grpSpPr>
                  <a:xfrm>
                    <a:off x="4849088" y="-192233"/>
                    <a:ext cx="27232346" cy="10591373"/>
                    <a:chOff x="4849088" y="-192233"/>
                    <a:chExt cx="27232346" cy="10591373"/>
                  </a:xfrm>
                </p:grpSpPr>
                <p:sp>
                  <p:nvSpPr>
                    <p:cNvPr id="3" name="Rectangle 2">
                      <a:extLst>
                        <a:ext uri="{FF2B5EF4-FFF2-40B4-BE49-F238E27FC236}">
                          <a16:creationId xmlns:a16="http://schemas.microsoft.com/office/drawing/2014/main" id="{7C1E7768-864A-85B6-48F7-C843BF915A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088" y="-1759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746ABA43-C019-6612-6B1F-6712A3721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64870" y="-1922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42E0FF8F-84BA-E7C1-E7FF-D236E3557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05718" y="-185937"/>
                      <a:ext cx="5653358" cy="105850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6BD3EA9-CD13-E1FF-5118-FAE968146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1338" y="277400"/>
                      <a:ext cx="37338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PHYSICAL </a:t>
                      </a:r>
                      <a:r>
                        <a:rPr lang="en-US" sz="5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LIMITATION</a:t>
                      </a:r>
                    </a:p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99F90525-8436-F57B-3F74-C82B1EDE0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9796" y="369733"/>
                      <a:ext cx="4724401" cy="1785104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BULLYING  &amp; </a:t>
                      </a:r>
                      <a:r>
                        <a:rPr lang="en-US" sz="48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DISCRIMINATION</a:t>
                      </a:r>
                      <a:endParaRPr lang="en-US" sz="4400" b="1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Lao UI" panose="020F0502020204030204" pitchFamily="34" charset="0"/>
                        <a:ea typeface="Calibri" panose="020F0502020204030204" pitchFamily="34" charset="0"/>
                        <a:cs typeface="Lao UI" panose="020F0502020204030204" pitchFamily="34" charset="0"/>
                      </a:endParaRP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18DA1C4-D92A-97D8-6409-E905E5C816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843732" y="369733"/>
                      <a:ext cx="3858881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2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EMOTIONAL</a:t>
                      </a:r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STRUGGLES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6CF43B45-BE5F-A733-17F9-4F9A2E4FC3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450458" y="379504"/>
                      <a:ext cx="47244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EDUCATION &amp; </a:t>
                      </a:r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INDEPENDENCE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25F12D1C-E6F3-18B3-5D44-5B0211FCAD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36655" y="6799508"/>
                      <a:ext cx="4865714" cy="1077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Overcoming  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considerable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daily challenges </a:t>
                      </a:r>
                      <a:endParaRPr lang="en-US" sz="3200" dirty="0"/>
                    </a:p>
                  </p:txBody>
                </p:sp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3143254F-ACB3-8478-8444-304879A5BB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4879" y="7963015"/>
                      <a:ext cx="2658761" cy="15953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Eating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Dressing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Writing </a:t>
                      </a:r>
                      <a:endParaRPr lang="en-US" sz="3200" dirty="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04131732-105F-A5DE-49BF-1805FF04D630}"/>
                        </a:ext>
                      </a:extLst>
                    </p:cNvPr>
                    <p:cNvSpPr/>
                    <p:nvPr/>
                  </p:nvSpPr>
                  <p:spPr>
                    <a:xfrm rot="5400000" flipH="1">
                      <a:off x="12589848" y="4267872"/>
                      <a:ext cx="45719" cy="440325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AE6F578-CCED-A895-AE8A-E259F7A007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87541" y="6799508"/>
                      <a:ext cx="4930610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rom his peers due to his physical differences</a:t>
                      </a:r>
                    </a:p>
                    <a:p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ften felt isolated and struggled with self-esteem </a:t>
                      </a: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83CF0A0A-9F27-BF7C-B0AD-350C644B41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493285" y="6799508"/>
                      <a:ext cx="5448198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Faced moments of despair and questioned his self-worth.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3000" kern="1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ent through periods of depression and loneliness</a:t>
                      </a:r>
                      <a:endParaRPr lang="en-US" sz="3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913F815-571F-745D-53AF-CF8B69D852D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18128890" y="4074684"/>
                      <a:ext cx="57484" cy="477787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8907B832-C250-5484-2883-D7E72EB88A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642034" y="6688923"/>
                      <a:ext cx="10439400" cy="32185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earned to adapt and become independent</a:t>
                      </a:r>
                    </a:p>
                    <a:p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32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eveloping innovative ways to accomplish tasks without limbs.</a:t>
                      </a:r>
                      <a:endParaRPr lang="en-US" sz="3200" dirty="0"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Graduated from Griffith University with a degree in Commerce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.</a:t>
                      </a:r>
                      <a:endParaRPr lang="en-US" dirty="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753725A0-E904-E375-27BF-FA283CBE26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5989500" y="1868607"/>
                      <a:ext cx="45719" cy="911477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85676BB8-AFCD-E3E5-A417-AFD53DB9E50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61454" y="4127034"/>
                    <a:ext cx="45719" cy="4648311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pic>
            <p:nvPicPr>
              <p:cNvPr id="28" name="Picture 27" descr="A young child sitting at a table&#10;&#10;Description automatically generated">
                <a:extLst>
                  <a:ext uri="{FF2B5EF4-FFF2-40B4-BE49-F238E27FC236}">
                    <a16:creationId xmlns:a16="http://schemas.microsoft.com/office/drawing/2014/main" id="{A4DCC928-63E4-F0B6-0FE3-D727327EB1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1357" t="10227" r="-1"/>
              <a:stretch/>
            </p:blipFill>
            <p:spPr>
              <a:xfrm>
                <a:off x="5691256" y="2284880"/>
                <a:ext cx="3258346" cy="3774139"/>
              </a:xfrm>
              <a:prstGeom prst="rect">
                <a:avLst/>
              </a:prstGeom>
              <a:ln>
                <a:noFill/>
              </a:ln>
              <a:effectLst>
                <a:glow rad="304800">
                  <a:schemeClr val="tx1">
                    <a:lumMod val="95000"/>
                    <a:lumOff val="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  <a:reflection endPos="0" dist="50800" dir="5400000" sy="-100000" algn="bl" rotWithShape="0"/>
              </a:effectLst>
            </p:spPr>
          </p:pic>
          <p:pic>
            <p:nvPicPr>
              <p:cNvPr id="30" name="Picture 29" descr="A person and a baby&#10;&#10;Description automatically generated">
                <a:extLst>
                  <a:ext uri="{FF2B5EF4-FFF2-40B4-BE49-F238E27FC236}">
                    <a16:creationId xmlns:a16="http://schemas.microsoft.com/office/drawing/2014/main" id="{B2BAB835-DC19-8D57-38DE-D6C7F91B64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65" r="8275"/>
              <a:stretch/>
            </p:blipFill>
            <p:spPr>
              <a:xfrm>
                <a:off x="15716054" y="2515650"/>
                <a:ext cx="4815076" cy="3413326"/>
              </a:xfrm>
              <a:prstGeom prst="rect">
                <a:avLst/>
              </a:prstGeom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32" name="Picture 31" descr="A young child writing on paper&#10;&#10;Description automatically generated">
                <a:extLst>
                  <a:ext uri="{FF2B5EF4-FFF2-40B4-BE49-F238E27FC236}">
                    <a16:creationId xmlns:a16="http://schemas.microsoft.com/office/drawing/2014/main" id="{E3B8F597-B15C-E382-F867-2617B06D2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59194" y="2209670"/>
                <a:ext cx="3192576" cy="3811743"/>
              </a:xfrm>
              <a:prstGeom prst="rect">
                <a:avLst/>
              </a:prstGeom>
              <a:effectLst>
                <a:glow rad="4445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4098" name="Picture 2" descr="10 Nick Vujicic....he is blessed ideas | nick vujicic, inspirational  people, nick">
                <a:extLst>
                  <a:ext uri="{FF2B5EF4-FFF2-40B4-BE49-F238E27FC236}">
                    <a16:creationId xmlns:a16="http://schemas.microsoft.com/office/drawing/2014/main" id="{B7CBD714-AABC-F3B0-C204-DE57A89479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01820" y="2209669"/>
                <a:ext cx="2835422" cy="3811743"/>
              </a:xfrm>
              <a:prstGeom prst="rect">
                <a:avLst/>
              </a:prstGeom>
              <a:noFill/>
              <a:effectLst>
                <a:glow rad="6858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0" name="Picture 4" descr="Childhood - The Life Story of Nick Vujicic">
                <a:extLst>
                  <a:ext uri="{FF2B5EF4-FFF2-40B4-BE49-F238E27FC236}">
                    <a16:creationId xmlns:a16="http://schemas.microsoft.com/office/drawing/2014/main" id="{ED52233D-78D1-15E3-CC68-67B764D4AD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00272" y="2424011"/>
                <a:ext cx="4347964" cy="3365373"/>
              </a:xfrm>
              <a:prstGeom prst="rect">
                <a:avLst/>
              </a:prstGeom>
              <a:noFill/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A3738A-502F-B5DA-8087-A3A2E6FDB121}"/>
                </a:ext>
              </a:extLst>
            </p:cNvPr>
            <p:cNvGrpSpPr/>
            <p:nvPr/>
          </p:nvGrpSpPr>
          <p:grpSpPr>
            <a:xfrm>
              <a:off x="32639210" y="-208067"/>
              <a:ext cx="3968777" cy="10607207"/>
              <a:chOff x="16219865" y="-233200"/>
              <a:chExt cx="3968777" cy="10607207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F2136AD-053E-40FB-A3EA-ABB7E2743376}"/>
                  </a:ext>
                </a:extLst>
              </p:cNvPr>
              <p:cNvSpPr/>
              <p:nvPr/>
            </p:nvSpPr>
            <p:spPr>
              <a:xfrm>
                <a:off x="16219865" y="-211070"/>
                <a:ext cx="2835422" cy="10585077"/>
              </a:xfrm>
              <a:prstGeom prst="rect">
                <a:avLst/>
              </a:prstGeom>
              <a:solidFill>
                <a:schemeClr val="bg1">
                  <a:lumMod val="75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64FEE23-8283-861F-E431-02D56F10B0E8}"/>
                  </a:ext>
                </a:extLst>
              </p:cNvPr>
              <p:cNvSpPr/>
              <p:nvPr/>
            </p:nvSpPr>
            <p:spPr>
              <a:xfrm>
                <a:off x="17353220" y="-233200"/>
                <a:ext cx="2835422" cy="10585077"/>
              </a:xfrm>
              <a:prstGeom prst="rect">
                <a:avLst/>
              </a:prstGeom>
              <a:solidFill>
                <a:schemeClr val="bg1">
                  <a:lumMod val="50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7C102F6-FE16-85FF-F582-ED15C0B356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5378" y="-192233"/>
            <a:ext cx="5016758" cy="105537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EC36ACE-36BD-ED86-C3DF-BACB14C45DE0}"/>
              </a:ext>
            </a:extLst>
          </p:cNvPr>
          <p:cNvSpPr txBox="1"/>
          <p:nvPr/>
        </p:nvSpPr>
        <p:spPr>
          <a:xfrm>
            <a:off x="247650" y="5619571"/>
            <a:ext cx="5183836" cy="1486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21"/>
              </a:lnSpc>
              <a:spcBef>
                <a:spcPct val="0"/>
              </a:spcBef>
            </a:pPr>
            <a:r>
              <a:rPr lang="en-US" sz="5000" dirty="0">
                <a:latin typeface="League Spartan"/>
              </a:rPr>
              <a:t>CHALLENGES </a:t>
            </a:r>
          </a:p>
          <a:p>
            <a:pPr>
              <a:lnSpc>
                <a:spcPts val="5721"/>
              </a:lnSpc>
              <a:spcBef>
                <a:spcPct val="0"/>
              </a:spcBef>
            </a:pPr>
            <a:endParaRPr lang="en-US" sz="5000" dirty="0">
              <a:latin typeface="League Spart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4908C-6021-6BDB-443C-286602719C14}"/>
              </a:ext>
            </a:extLst>
          </p:cNvPr>
          <p:cNvSpPr txBox="1"/>
          <p:nvPr/>
        </p:nvSpPr>
        <p:spPr>
          <a:xfrm>
            <a:off x="228600" y="4543335"/>
            <a:ext cx="2819399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200" spc="300" dirty="0">
                <a:latin typeface="League Spartan" panose="020B0604020202020204" charset="0"/>
              </a:rPr>
              <a:t>LIFE</a:t>
            </a:r>
            <a:endParaRPr lang="en-US" sz="6000" spc="300" dirty="0">
              <a:latin typeface="League Sparta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129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C282FDE-6045-25B0-D31E-B53F256DD9C9}"/>
              </a:ext>
            </a:extLst>
          </p:cNvPr>
          <p:cNvGrpSpPr/>
          <p:nvPr/>
        </p:nvGrpSpPr>
        <p:grpSpPr>
          <a:xfrm>
            <a:off x="-11353800" y="-140793"/>
            <a:ext cx="33165082" cy="10607207"/>
            <a:chOff x="4821380" y="-208067"/>
            <a:chExt cx="33165082" cy="1060720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6E86ADC-E786-F8CF-782A-73DE5D398CE3}"/>
                </a:ext>
              </a:extLst>
            </p:cNvPr>
            <p:cNvGrpSpPr/>
            <p:nvPr/>
          </p:nvGrpSpPr>
          <p:grpSpPr>
            <a:xfrm>
              <a:off x="4821380" y="-192233"/>
              <a:ext cx="33165082" cy="10591373"/>
              <a:chOff x="4821380" y="-192233"/>
              <a:chExt cx="33165082" cy="10591373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DE6D602D-604F-1468-9AEE-790F37BF3A24}"/>
                  </a:ext>
                </a:extLst>
              </p:cNvPr>
              <p:cNvGrpSpPr/>
              <p:nvPr/>
            </p:nvGrpSpPr>
            <p:grpSpPr>
              <a:xfrm>
                <a:off x="4821380" y="-192233"/>
                <a:ext cx="33165082" cy="10591373"/>
                <a:chOff x="4849088" y="-192233"/>
                <a:chExt cx="33165082" cy="10591373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9AC450B2-EFCF-3AF0-6F34-84A7B44B3E79}"/>
                    </a:ext>
                  </a:extLst>
                </p:cNvPr>
                <p:cNvSpPr/>
                <p:nvPr/>
              </p:nvSpPr>
              <p:spPr>
                <a:xfrm>
                  <a:off x="20959076" y="-154560"/>
                  <a:ext cx="17055094" cy="10553700"/>
                </a:xfrm>
                <a:prstGeom prst="rect">
                  <a:avLst/>
                </a:prstGeom>
                <a:blipFill>
                  <a:blip r:embed="rId2"/>
                  <a:stretch>
                    <a:fillRect t="-16666" b="-16666"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149C71F-7668-E9C7-D361-A8535A9B8BC4}"/>
                    </a:ext>
                  </a:extLst>
                </p:cNvPr>
                <p:cNvGrpSpPr/>
                <p:nvPr/>
              </p:nvGrpSpPr>
              <p:grpSpPr>
                <a:xfrm>
                  <a:off x="4849088" y="-192233"/>
                  <a:ext cx="27232346" cy="10591373"/>
                  <a:chOff x="4849088" y="-192233"/>
                  <a:chExt cx="27232346" cy="10591373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76389BF6-380F-BB77-AA14-1C6F97DEA1F7}"/>
                      </a:ext>
                    </a:extLst>
                  </p:cNvPr>
                  <p:cNvGrpSpPr/>
                  <p:nvPr/>
                </p:nvGrpSpPr>
                <p:grpSpPr>
                  <a:xfrm>
                    <a:off x="4849088" y="-192233"/>
                    <a:ext cx="27232346" cy="10591373"/>
                    <a:chOff x="4849088" y="-192233"/>
                    <a:chExt cx="27232346" cy="10591373"/>
                  </a:xfrm>
                </p:grpSpPr>
                <p:sp>
                  <p:nvSpPr>
                    <p:cNvPr id="3" name="Rectangle 2">
                      <a:extLst>
                        <a:ext uri="{FF2B5EF4-FFF2-40B4-BE49-F238E27FC236}">
                          <a16:creationId xmlns:a16="http://schemas.microsoft.com/office/drawing/2014/main" id="{7C1E7768-864A-85B6-48F7-C843BF915A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088" y="-1759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746ABA43-C019-6612-6B1F-6712A37214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64870" y="-192233"/>
                      <a:ext cx="5240848" cy="1055370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42E0FF8F-84BA-E7C1-E7FF-D236E3557B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05718" y="-185937"/>
                      <a:ext cx="5653358" cy="105850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16666" b="-16666"/>
                      </a:stretch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56BD3EA9-CD13-E1FF-5118-FAE968146E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1338" y="277400"/>
                      <a:ext cx="37338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PHYSICAL </a:t>
                      </a:r>
                      <a:r>
                        <a:rPr lang="en-US" sz="5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Lao UI" panose="020F0502020204030204" pitchFamily="34" charset="0"/>
                          <a:cs typeface="Lao UI" panose="020F0502020204030204" pitchFamily="34" charset="0"/>
                        </a:rPr>
                        <a:t>LIMITATION</a:t>
                      </a:r>
                    </a:p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99F90525-8436-F57B-3F74-C82B1EDE0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19796" y="369733"/>
                      <a:ext cx="4724401" cy="1785104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BULLYING  &amp; </a:t>
                      </a:r>
                      <a:r>
                        <a:rPr lang="en-US" sz="48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DISCRIMINATION</a:t>
                      </a:r>
                      <a:endParaRPr lang="en-US" sz="4400" b="1" kern="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Lao UI" panose="020F0502020204030204" pitchFamily="34" charset="0"/>
                        <a:ea typeface="Calibri" panose="020F0502020204030204" pitchFamily="34" charset="0"/>
                        <a:cs typeface="Lao UI" panose="020F0502020204030204" pitchFamily="34" charset="0"/>
                      </a:endParaRP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118DA1C4-D92A-97D8-6409-E905E5C816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843732" y="369733"/>
                      <a:ext cx="3858881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2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EMOTIONAL</a:t>
                      </a:r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 </a:t>
                      </a:r>
                    </a:p>
                    <a:p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STRUGGLES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6CF43B45-BE5F-A733-17F9-4F9A2E4FC3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450458" y="379504"/>
                      <a:ext cx="4724400" cy="1877437"/>
                    </a:xfrm>
                    <a:prstGeom prst="rect">
                      <a:avLst/>
                    </a:prstGeom>
                    <a:noFill/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EDUCATION &amp; </a:t>
                      </a:r>
                      <a:r>
                        <a:rPr lang="en-US" sz="5400" b="1" kern="1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Lao UI" panose="020F0502020204030204" pitchFamily="34" charset="0"/>
                          <a:ea typeface="Calibri" panose="020F0502020204030204" pitchFamily="34" charset="0"/>
                          <a:cs typeface="Lao UI" panose="020F0502020204030204" pitchFamily="34" charset="0"/>
                        </a:rPr>
                        <a:t>INDEPENDENCE</a:t>
                      </a:r>
                    </a:p>
                    <a:p>
                      <a:endParaRPr lang="en-US" dirty="0"/>
                    </a:p>
                  </p:txBody>
                </p:sp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25F12D1C-E6F3-18B3-5D44-5B0211FCAD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36655" y="6799508"/>
                      <a:ext cx="4865714" cy="107721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Overcoming  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considerable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 daily challenges </a:t>
                      </a:r>
                      <a:endParaRPr lang="en-US" sz="3200" dirty="0"/>
                    </a:p>
                  </p:txBody>
                </p:sp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3143254F-ACB3-8478-8444-304879A5BB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74879" y="7963015"/>
                      <a:ext cx="2658761" cy="159530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Eating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Dressing</a:t>
                      </a:r>
                    </a:p>
                    <a:p>
                      <a:pPr marL="285750" indent="-285750">
                        <a:spcAft>
                          <a:spcPts val="50"/>
                        </a:spcAft>
                        <a:buFont typeface="Wingdings" panose="05000000000000000000" pitchFamily="2" charset="2"/>
                        <a:buChar char="v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Writing </a:t>
                      </a:r>
                      <a:endParaRPr lang="en-US" sz="3200" dirty="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04131732-105F-A5DE-49BF-1805FF04D630}"/>
                        </a:ext>
                      </a:extLst>
                    </p:cNvPr>
                    <p:cNvSpPr/>
                    <p:nvPr/>
                  </p:nvSpPr>
                  <p:spPr>
                    <a:xfrm rot="5400000" flipH="1">
                      <a:off x="12589848" y="4267872"/>
                      <a:ext cx="45719" cy="440325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AE6F578-CCED-A895-AE8A-E259F7A007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87541" y="6799508"/>
                      <a:ext cx="4930610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rom his peers due to his physical differences</a:t>
                      </a:r>
                    </a:p>
                    <a:p>
                      <a:endParaRPr lang="en-US" sz="3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O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ften felt isolated and struggled with self-esteem </a:t>
                      </a: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83CF0A0A-9F27-BF7C-B0AD-350C644B41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493285" y="6799508"/>
                      <a:ext cx="5448198" cy="286232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Faced moments of despair and questioned his self-worth.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3000" kern="1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0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W</a:t>
                      </a:r>
                      <a:r>
                        <a:rPr lang="en-US" sz="3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ent through periods of depression and loneliness</a:t>
                      </a:r>
                      <a:endParaRPr lang="en-US" sz="3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sz="3000" dirty="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2913F815-571F-745D-53AF-CF8B69D852D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18128890" y="4074684"/>
                      <a:ext cx="57484" cy="4777872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8907B832-C250-5484-2883-D7E72EB88A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642034" y="6688923"/>
                      <a:ext cx="10439400" cy="321857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L</a:t>
                      </a: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earned to adapt and become independent</a:t>
                      </a:r>
                    </a:p>
                    <a:p>
                      <a:endParaRPr lang="en-US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3200" kern="100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32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eveloping innovative ways to accomplish tasks without limbs.</a:t>
                      </a:r>
                      <a:endParaRPr lang="en-US" sz="3200" dirty="0"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Graduated from Griffith University with a degree in Commerce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.</a:t>
                      </a:r>
                      <a:endParaRPr lang="en-US" dirty="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753725A0-E904-E375-27BF-FA283CBE26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5989500" y="1868607"/>
                      <a:ext cx="45719" cy="9114776"/>
                    </a:xfrm>
                    <a:prstGeom prst="rect">
                      <a:avLst/>
                    </a:prstGeom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85676BB8-AFCD-E3E5-A417-AFD53DB9E50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61454" y="4127034"/>
                    <a:ext cx="45719" cy="4648311"/>
                  </a:xfrm>
                  <a:prstGeom prst="rect">
                    <a:avLst/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pic>
            <p:nvPicPr>
              <p:cNvPr id="28" name="Picture 27" descr="A young child sitting at a table&#10;&#10;Description automatically generated">
                <a:extLst>
                  <a:ext uri="{FF2B5EF4-FFF2-40B4-BE49-F238E27FC236}">
                    <a16:creationId xmlns:a16="http://schemas.microsoft.com/office/drawing/2014/main" id="{A4DCC928-63E4-F0B6-0FE3-D727327EB1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1357" t="10227" r="-1"/>
              <a:stretch/>
            </p:blipFill>
            <p:spPr>
              <a:xfrm>
                <a:off x="5691256" y="2284880"/>
                <a:ext cx="3258346" cy="3774139"/>
              </a:xfrm>
              <a:prstGeom prst="rect">
                <a:avLst/>
              </a:prstGeom>
              <a:ln>
                <a:noFill/>
              </a:ln>
              <a:effectLst>
                <a:glow rad="304800">
                  <a:schemeClr val="tx1">
                    <a:lumMod val="95000"/>
                    <a:lumOff val="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  <a:reflection endPos="0" dist="50800" dir="5400000" sy="-100000" algn="bl" rotWithShape="0"/>
              </a:effectLst>
            </p:spPr>
          </p:pic>
          <p:pic>
            <p:nvPicPr>
              <p:cNvPr id="30" name="Picture 29" descr="A person and a baby&#10;&#10;Description automatically generated">
                <a:extLst>
                  <a:ext uri="{FF2B5EF4-FFF2-40B4-BE49-F238E27FC236}">
                    <a16:creationId xmlns:a16="http://schemas.microsoft.com/office/drawing/2014/main" id="{B2BAB835-DC19-8D57-38DE-D6C7F91B64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665" r="8275"/>
              <a:stretch/>
            </p:blipFill>
            <p:spPr>
              <a:xfrm>
                <a:off x="15716054" y="2515650"/>
                <a:ext cx="4815076" cy="3413326"/>
              </a:xfrm>
              <a:prstGeom prst="rect">
                <a:avLst/>
              </a:prstGeom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32" name="Picture 31" descr="A young child writing on paper&#10;&#10;Description automatically generated">
                <a:extLst>
                  <a:ext uri="{FF2B5EF4-FFF2-40B4-BE49-F238E27FC236}">
                    <a16:creationId xmlns:a16="http://schemas.microsoft.com/office/drawing/2014/main" id="{E3B8F597-B15C-E382-F867-2617B06D2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59194" y="2209670"/>
                <a:ext cx="3192576" cy="3811743"/>
              </a:xfrm>
              <a:prstGeom prst="rect">
                <a:avLst/>
              </a:prstGeom>
              <a:effectLst>
                <a:glow rad="4445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</p:pic>
          <p:pic>
            <p:nvPicPr>
              <p:cNvPr id="4098" name="Picture 2" descr="10 Nick Vujicic....he is blessed ideas | nick vujicic, inspirational  people, nick">
                <a:extLst>
                  <a:ext uri="{FF2B5EF4-FFF2-40B4-BE49-F238E27FC236}">
                    <a16:creationId xmlns:a16="http://schemas.microsoft.com/office/drawing/2014/main" id="{B7CBD714-AABC-F3B0-C204-DE57A89479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01820" y="2209669"/>
                <a:ext cx="2835422" cy="3811743"/>
              </a:xfrm>
              <a:prstGeom prst="rect">
                <a:avLst/>
              </a:prstGeom>
              <a:noFill/>
              <a:effectLst>
                <a:glow rad="6858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0" name="Picture 4" descr="Childhood - The Life Story of Nick Vujicic">
                <a:extLst>
                  <a:ext uri="{FF2B5EF4-FFF2-40B4-BE49-F238E27FC236}">
                    <a16:creationId xmlns:a16="http://schemas.microsoft.com/office/drawing/2014/main" id="{ED52233D-78D1-15E3-CC68-67B764D4AD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00272" y="2424011"/>
                <a:ext cx="4347964" cy="3365373"/>
              </a:xfrm>
              <a:prstGeom prst="rect">
                <a:avLst/>
              </a:prstGeom>
              <a:noFill/>
              <a:effectLst>
                <a:glow rad="469900">
                  <a:schemeClr val="tx1">
                    <a:lumMod val="95000"/>
                    <a:lumOff val="5000"/>
                    <a:alpha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A3738A-502F-B5DA-8087-A3A2E6FDB121}"/>
                </a:ext>
              </a:extLst>
            </p:cNvPr>
            <p:cNvGrpSpPr/>
            <p:nvPr/>
          </p:nvGrpSpPr>
          <p:grpSpPr>
            <a:xfrm>
              <a:off x="32639210" y="-208067"/>
              <a:ext cx="3968777" cy="10607207"/>
              <a:chOff x="16219865" y="-233200"/>
              <a:chExt cx="3968777" cy="10607207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F2136AD-053E-40FB-A3EA-ABB7E2743376}"/>
                  </a:ext>
                </a:extLst>
              </p:cNvPr>
              <p:cNvSpPr/>
              <p:nvPr/>
            </p:nvSpPr>
            <p:spPr>
              <a:xfrm>
                <a:off x="16219865" y="-211070"/>
                <a:ext cx="2835422" cy="10585077"/>
              </a:xfrm>
              <a:prstGeom prst="rect">
                <a:avLst/>
              </a:prstGeom>
              <a:solidFill>
                <a:schemeClr val="bg1">
                  <a:lumMod val="75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64FEE23-8283-861F-E431-02D56F10B0E8}"/>
                  </a:ext>
                </a:extLst>
              </p:cNvPr>
              <p:cNvSpPr/>
              <p:nvPr/>
            </p:nvSpPr>
            <p:spPr>
              <a:xfrm>
                <a:off x="17353220" y="-233200"/>
                <a:ext cx="2835422" cy="10585077"/>
              </a:xfrm>
              <a:prstGeom prst="rect">
                <a:avLst/>
              </a:prstGeom>
              <a:solidFill>
                <a:schemeClr val="bg1">
                  <a:lumMod val="50000"/>
                  <a:alpha val="73000"/>
                </a:schemeClr>
              </a:solidFill>
              <a:ln>
                <a:noFill/>
              </a:ln>
              <a:effectLst>
                <a:glow rad="241300">
                  <a:schemeClr val="tx1">
                    <a:lumMod val="95000"/>
                    <a:lumOff val="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7C102F6-FE16-85FF-F582-ED15C0B356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5378" y="-192233"/>
            <a:ext cx="5016758" cy="10553700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6666" b="-16666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EC36ACE-36BD-ED86-C3DF-BACB14C45DE0}"/>
              </a:ext>
            </a:extLst>
          </p:cNvPr>
          <p:cNvSpPr txBox="1"/>
          <p:nvPr/>
        </p:nvSpPr>
        <p:spPr>
          <a:xfrm>
            <a:off x="247650" y="5619571"/>
            <a:ext cx="5183836" cy="1486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21"/>
              </a:lnSpc>
              <a:spcBef>
                <a:spcPct val="0"/>
              </a:spcBef>
            </a:pPr>
            <a:r>
              <a:rPr lang="en-US" sz="5000" dirty="0">
                <a:latin typeface="League Spartan"/>
              </a:rPr>
              <a:t>CHALLENGES </a:t>
            </a:r>
          </a:p>
          <a:p>
            <a:pPr>
              <a:lnSpc>
                <a:spcPts val="5721"/>
              </a:lnSpc>
              <a:spcBef>
                <a:spcPct val="0"/>
              </a:spcBef>
            </a:pPr>
            <a:endParaRPr lang="en-US" sz="5000" dirty="0">
              <a:latin typeface="League Spart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4908C-6021-6BDB-443C-286602719C14}"/>
              </a:ext>
            </a:extLst>
          </p:cNvPr>
          <p:cNvSpPr txBox="1"/>
          <p:nvPr/>
        </p:nvSpPr>
        <p:spPr>
          <a:xfrm>
            <a:off x="228600" y="4543335"/>
            <a:ext cx="2819399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7200" spc="300" dirty="0">
                <a:latin typeface="League Spartan" panose="020B0604020202020204" charset="0"/>
              </a:rPr>
              <a:t>LIFE</a:t>
            </a:r>
            <a:endParaRPr lang="en-US" sz="6000" spc="300" dirty="0">
              <a:latin typeface="League Sparta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22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5CF7FF-D124-B990-6F08-AC38ED54A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7C5F47-CEEB-86DC-4FF6-5057323AE99B}"/>
              </a:ext>
            </a:extLst>
          </p:cNvPr>
          <p:cNvSpPr/>
          <p:nvPr/>
        </p:nvSpPr>
        <p:spPr>
          <a:xfrm>
            <a:off x="11068493" y="-515679"/>
            <a:ext cx="11506200" cy="11277600"/>
          </a:xfrm>
          <a:prstGeom prst="ellipse">
            <a:avLst/>
          </a:prstGeom>
          <a:blipFill>
            <a:blip r:embed="rId3"/>
            <a:stretch>
              <a:fillRect l="-40272" t="-501" r="-17281" b="-325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91CEF-8F18-E4E4-F849-1009EAC92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7429" y="1028824"/>
            <a:ext cx="886755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League Spartan" panose="020B0604020202020204" charset="0"/>
              </a:rPr>
              <a:t>MOTIVATIONAL</a:t>
            </a:r>
            <a:r>
              <a:rPr lang="en-US" sz="6600" dirty="0">
                <a:latin typeface="League Spartan" panose="020B0604020202020204" charset="0"/>
              </a:rPr>
              <a:t> </a:t>
            </a:r>
          </a:p>
          <a:p>
            <a:r>
              <a:rPr lang="en-US" sz="6600" dirty="0">
                <a:latin typeface="League Spartan" panose="020B0604020202020204" charset="0"/>
              </a:rPr>
              <a:t>SPEAKER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D0217-5532-B4BE-031F-2BBB18B61E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0" y="3612400"/>
            <a:ext cx="11353800" cy="5645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idely recognized for his powerful and inspirational speaking engagements.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bility to share his personal story creates a profound and relatable connection with his audience.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openly discussing his own challenges and triumphs, he breaks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down barriers and fosters empathy.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ife story serves as living proof that one can triumph over 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difficulties with determination and a positive mindset</a:t>
            </a:r>
            <a:r>
              <a:rPr lang="en-US" sz="2800" kern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19706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5CF7FF-D124-B990-6F08-AC38ED54A8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57C5F47-CEEB-86DC-4FF6-5057323AE99B}"/>
              </a:ext>
            </a:extLst>
          </p:cNvPr>
          <p:cNvSpPr/>
          <p:nvPr/>
        </p:nvSpPr>
        <p:spPr>
          <a:xfrm>
            <a:off x="29317248" y="-9363075"/>
            <a:ext cx="9441712" cy="11506200"/>
          </a:xfrm>
          <a:prstGeom prst="ellipse">
            <a:avLst/>
          </a:prstGeom>
          <a:blipFill>
            <a:blip r:embed="rId3"/>
            <a:stretch>
              <a:fillRect l="-717" t="-5243" r="1760" b="638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91CEF-8F18-E4E4-F849-1009EAC92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4781" y="1214706"/>
            <a:ext cx="8867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League Spartan" panose="020B0604020202020204" charset="0"/>
              </a:rPr>
              <a:t>AUTHOR</a:t>
            </a:r>
            <a:endParaRPr lang="en-US" sz="6600" dirty="0">
              <a:latin typeface="League Spartan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D0217-5532-B4BE-031F-2BBB18B61E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8200" y="3024634"/>
            <a:ext cx="11353800" cy="6311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accomplished author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written several books,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Life Without Limits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Inspiration for a Ridiculously Good Life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Unstoppable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Incredible Power of Faith in Action.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 writings reflect his positive and empowering philosophy.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covers a range of topics, including personal development,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faith and the pursuit of a meaningful life.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  <p:pic>
        <p:nvPicPr>
          <p:cNvPr id="5122" name="Picture 2" descr="Man without limbs can text, write, inspire – Orange County Register">
            <a:extLst>
              <a:ext uri="{FF2B5EF4-FFF2-40B4-BE49-F238E27FC236}">
                <a16:creationId xmlns:a16="http://schemas.microsoft.com/office/drawing/2014/main" id="{148B798E-7923-72E8-C00A-784295D2CF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7309" y="231770"/>
            <a:ext cx="2936466" cy="4445865"/>
          </a:xfrm>
          <a:prstGeom prst="rect">
            <a:avLst/>
          </a:prstGeom>
          <a:noFill/>
          <a:effectLst>
            <a:glow rad="431800">
              <a:schemeClr val="tx1">
                <a:lumMod val="95000"/>
                <a:lumOff val="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Unstoppable: The Incredible Power of Faith in Action by Nick Vujicic |  Goodreads">
            <a:extLst>
              <a:ext uri="{FF2B5EF4-FFF2-40B4-BE49-F238E27FC236}">
                <a16:creationId xmlns:a16="http://schemas.microsoft.com/office/drawing/2014/main" id="{638BACEB-3841-BAAB-4197-D34ED59E81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5225" y="5440081"/>
            <a:ext cx="3000375" cy="4524375"/>
          </a:xfrm>
          <a:prstGeom prst="rect">
            <a:avLst/>
          </a:prstGeom>
          <a:noFill/>
          <a:effectLst>
            <a:glow rad="711200">
              <a:schemeClr val="tx1">
                <a:lumMod val="95000"/>
                <a:lumOff val="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Love Without Limits by Nick Vujicic, Kanae Vujicic: 9781601426185 |  PenguinRandomHouse.com: Books">
            <a:extLst>
              <a:ext uri="{FF2B5EF4-FFF2-40B4-BE49-F238E27FC236}">
                <a16:creationId xmlns:a16="http://schemas.microsoft.com/office/drawing/2014/main" id="{55EE3DFE-ECEF-F22A-7198-7D27CB11A9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5675" y="3859247"/>
            <a:ext cx="2838450" cy="4286250"/>
          </a:xfrm>
          <a:prstGeom prst="rect">
            <a:avLst/>
          </a:prstGeom>
          <a:noFill/>
          <a:effectLst>
            <a:glow rad="241300">
              <a:schemeClr val="tx1">
                <a:lumMod val="95000"/>
                <a:lumOff val="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Stand Strong: You Can Overcome Bullying... by Vujicic, Nick">
            <a:extLst>
              <a:ext uri="{FF2B5EF4-FFF2-40B4-BE49-F238E27FC236}">
                <a16:creationId xmlns:a16="http://schemas.microsoft.com/office/drawing/2014/main" id="{35E55E0B-AD5B-37DF-1C1C-EDC8A765FD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5675" y="8550777"/>
            <a:ext cx="2895600" cy="4524375"/>
          </a:xfrm>
          <a:prstGeom prst="rect">
            <a:avLst/>
          </a:prstGeom>
          <a:noFill/>
          <a:effectLst>
            <a:glow rad="228600">
              <a:schemeClr val="tx1">
                <a:lumMod val="95000"/>
                <a:lumOff val="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Be the Hands and Feet by Nick Vujicic: 9781601426215 |  PenguinRandomHouse.com: Books">
            <a:extLst>
              <a:ext uri="{FF2B5EF4-FFF2-40B4-BE49-F238E27FC236}">
                <a16:creationId xmlns:a16="http://schemas.microsoft.com/office/drawing/2014/main" id="{7721BBC7-87ED-9C9A-0A13-B500BB86D0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2825" y="-832283"/>
            <a:ext cx="2781300" cy="4286250"/>
          </a:xfrm>
          <a:prstGeom prst="rect">
            <a:avLst/>
          </a:prstGeom>
          <a:noFill/>
          <a:effectLst>
            <a:glow rad="444500">
              <a:schemeClr val="tx1">
                <a:lumMod val="95000"/>
                <a:lumOff val="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39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cover/>
      </p:transition>
    </mc:Choice>
    <mc:Fallback xmlns="">
      <p:transition spd="slow">
        <p:cov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C7F55-8000-9495-C10C-60A22A1E3E6E}"/>
              </a:ext>
            </a:extLst>
          </p:cNvPr>
          <p:cNvSpPr txBox="1"/>
          <p:nvPr/>
        </p:nvSpPr>
        <p:spPr>
          <a:xfrm>
            <a:off x="1066800" y="920857"/>
            <a:ext cx="7315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latin typeface="League Spartan" panose="020B0604020202020204" charset="0"/>
                <a:cs typeface="Lao UI" panose="020F0502020204030204" pitchFamily="34" charset="0"/>
              </a:rPr>
              <a:t>C</a:t>
            </a:r>
            <a:r>
              <a:rPr lang="en-US" sz="6600" b="1" dirty="0">
                <a:latin typeface="League Spartan" panose="020B0604020202020204" charset="0"/>
                <a:cs typeface="Lao UI" panose="020F0502020204030204" pitchFamily="34" charset="0"/>
              </a:rPr>
              <a:t>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5FCB3-47CE-25C0-0061-586AB35CBB08}"/>
              </a:ext>
            </a:extLst>
          </p:cNvPr>
          <p:cNvSpPr txBox="1">
            <a:spLocks/>
          </p:cNvSpPr>
          <p:nvPr/>
        </p:nvSpPr>
        <p:spPr>
          <a:xfrm>
            <a:off x="1405970" y="2444660"/>
            <a:ext cx="1087182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beacon of inspiration to lead a life that defies limitations</a:t>
            </a:r>
          </a:p>
          <a:p>
            <a:endParaRPr lang="en-US" sz="2800" b="0" i="0" dirty="0">
              <a:solidFill>
                <a:srgbClr val="0F0F0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roles as a motivational speaker, author, evangelist, educator</a:t>
            </a:r>
          </a:p>
          <a:p>
            <a:endParaRPr lang="en-US" sz="2800" b="0" i="0" dirty="0">
              <a:solidFill>
                <a:srgbClr val="0F0F0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Happily married and </a:t>
            </a:r>
            <a:r>
              <a:rPr lang="en-US" sz="2800" b="0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welcomed four children into their family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0" i="0" dirty="0">
              <a:solidFill>
                <a:srgbClr val="0F0F0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 traveled to 78 countries, presenting on 3500 stages, to crowds as large as 800,000 people. </a:t>
            </a:r>
          </a:p>
          <a:p>
            <a:endParaRPr lang="en-US" sz="28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founding of the non-profit organization "Life Without Limbs,</a:t>
            </a:r>
          </a:p>
          <a:p>
            <a:endParaRPr lang="en-US" sz="2800" b="0" i="0" dirty="0">
              <a:solidFill>
                <a:srgbClr val="0F0F0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spreads messages of hope and supports individuals facing challenges.</a:t>
            </a:r>
          </a:p>
          <a:p>
            <a:r>
              <a:rPr lang="en-US" sz="2800" b="0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Meeting 25 Presidents, Prime Ministers, and Vice Presidents</a:t>
            </a:r>
          </a:p>
          <a:p>
            <a:endParaRPr lang="en-US" sz="28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62F1A60D-AFAC-C737-0F61-20985521A861}"/>
              </a:ext>
            </a:extLst>
          </p:cNvPr>
          <p:cNvSpPr/>
          <p:nvPr/>
        </p:nvSpPr>
        <p:spPr>
          <a:xfrm>
            <a:off x="15892614" y="-2128420"/>
            <a:ext cx="3928556" cy="3710997"/>
          </a:xfrm>
          <a:prstGeom prst="hexagon">
            <a:avLst/>
          </a:prstGeom>
          <a:blipFill>
            <a:blip r:embed="rId2"/>
            <a:srcRect/>
            <a:stretch>
              <a:fillRect l="-629" t="34617" r="629" b="833"/>
            </a:stretch>
          </a:blipFill>
          <a:ln>
            <a:noFill/>
          </a:ln>
          <a:effectLst>
            <a:glow rad="254000">
              <a:schemeClr val="tx1">
                <a:lumMod val="85000"/>
                <a:lumOff val="1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D3E29625-4EF0-7D28-6F49-08B7A1C915E2}"/>
              </a:ext>
            </a:extLst>
          </p:cNvPr>
          <p:cNvSpPr/>
          <p:nvPr/>
        </p:nvSpPr>
        <p:spPr>
          <a:xfrm>
            <a:off x="12397975" y="-83952"/>
            <a:ext cx="3928556" cy="3797301"/>
          </a:xfrm>
          <a:prstGeom prst="hexagon">
            <a:avLst/>
          </a:prstGeom>
          <a:blipFill>
            <a:blip r:embed="rId3"/>
            <a:srcRect/>
            <a:stretch>
              <a:fillRect l="-63607" t="918" r="-68373" b="-918"/>
            </a:stretch>
          </a:blipFill>
          <a:ln>
            <a:noFill/>
          </a:ln>
          <a:effectLst>
            <a:glow rad="139700">
              <a:schemeClr val="tx1">
                <a:lumMod val="75000"/>
                <a:lumOff val="25000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3FB5FA7-12A1-0D37-F944-B77A1CCB1A48}"/>
              </a:ext>
            </a:extLst>
          </p:cNvPr>
          <p:cNvSpPr/>
          <p:nvPr/>
        </p:nvSpPr>
        <p:spPr>
          <a:xfrm>
            <a:off x="15816414" y="2024524"/>
            <a:ext cx="3928556" cy="3710997"/>
          </a:xfrm>
          <a:prstGeom prst="hexagon">
            <a:avLst/>
          </a:prstGeom>
          <a:blipFill>
            <a:blip r:embed="rId4"/>
            <a:srcRect/>
            <a:stretch>
              <a:fillRect l="-49990" t="1496" r="24040" b="-1496"/>
            </a:stretch>
          </a:blipFill>
          <a:ln>
            <a:noFill/>
          </a:ln>
          <a:effectLst>
            <a:glow rad="2159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4C1874E-C158-7575-EA0A-97B72EFA9F50}"/>
              </a:ext>
            </a:extLst>
          </p:cNvPr>
          <p:cNvSpPr/>
          <p:nvPr/>
        </p:nvSpPr>
        <p:spPr>
          <a:xfrm>
            <a:off x="12700814" y="4283285"/>
            <a:ext cx="3561906" cy="3309279"/>
          </a:xfrm>
          <a:prstGeom prst="hexagon">
            <a:avLst/>
          </a:prstGeom>
          <a:blipFill>
            <a:blip r:embed="rId5"/>
            <a:srcRect/>
            <a:stretch>
              <a:fillRect t="-3817" b="-3817"/>
            </a:stretch>
          </a:blipFill>
          <a:ln>
            <a:noFill/>
          </a:ln>
          <a:effectLst>
            <a:glow rad="1905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7F3A1941-C4CB-B944-27A6-32403CCABBEF}"/>
              </a:ext>
            </a:extLst>
          </p:cNvPr>
          <p:cNvSpPr/>
          <p:nvPr/>
        </p:nvSpPr>
        <p:spPr>
          <a:xfrm>
            <a:off x="15892614" y="6405515"/>
            <a:ext cx="3928556" cy="3710997"/>
          </a:xfrm>
          <a:prstGeom prst="hexagon">
            <a:avLst/>
          </a:prstGeom>
          <a:blipFill>
            <a:blip r:embed="rId6"/>
            <a:srcRect/>
            <a:stretch>
              <a:fillRect l="-1940" t="-22545" r="1940" b="-33135"/>
            </a:stretch>
          </a:blipFill>
          <a:ln>
            <a:noFill/>
          </a:ln>
          <a:effectLst>
            <a:glow rad="3683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B2AC722A-B876-3EA7-011C-A3542B4F6CA2}"/>
              </a:ext>
            </a:extLst>
          </p:cNvPr>
          <p:cNvSpPr/>
          <p:nvPr/>
        </p:nvSpPr>
        <p:spPr>
          <a:xfrm>
            <a:off x="12372575" y="8457493"/>
            <a:ext cx="3561906" cy="3318037"/>
          </a:xfrm>
          <a:prstGeom prst="hexagon">
            <a:avLst/>
          </a:prstGeom>
          <a:blipFill>
            <a:blip r:embed="rId7"/>
            <a:srcRect/>
            <a:stretch>
              <a:fillRect l="-3315" t="-4779" r="3315" b="44475"/>
            </a:stretch>
          </a:blipFill>
          <a:ln>
            <a:noFill/>
          </a:ln>
          <a:effectLst>
            <a:glow rad="2032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65A324EF-40C5-2117-E949-FFCE9EBFFC17}"/>
              </a:ext>
            </a:extLst>
          </p:cNvPr>
          <p:cNvSpPr/>
          <p:nvPr/>
        </p:nvSpPr>
        <p:spPr>
          <a:xfrm>
            <a:off x="8903336" y="-2155477"/>
            <a:ext cx="3928556" cy="3710997"/>
          </a:xfrm>
          <a:prstGeom prst="hexagon">
            <a:avLst/>
          </a:prstGeom>
          <a:blipFill>
            <a:blip r:embed="rId8"/>
            <a:srcRect/>
            <a:stretch>
              <a:fillRect l="-36856" t="23172" r="-4766" b="-23172"/>
            </a:stretch>
          </a:blipFill>
          <a:ln>
            <a:noFill/>
          </a:ln>
          <a:effectLst>
            <a:glow rad="254000">
              <a:schemeClr val="tx1">
                <a:lumMod val="75000"/>
                <a:lumOff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2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F01E18-A6C9-1331-066F-C03B5ADB87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7382C-930E-0019-21E8-F1096A23E2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34879" y="2320216"/>
            <a:ext cx="165354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(2021) </a:t>
            </a:r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Nick Vujicic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https://nickvujicic.com/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(Accessed: 13 November 2023). </a:t>
            </a:r>
          </a:p>
          <a:p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(No date). YouTube. Available at: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https://www.youtube.com/@nickvujicic/featured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(Accessed: 14 November 2023). </a:t>
            </a:r>
          </a:p>
          <a:p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IMDb (no date) </a:t>
            </a:r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Nick Vujicic - Biography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IMDb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https://www.imdb.com/name/nm3607348/bio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(Accessed: 14 November 2023).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Nick Biography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(2021) </a:t>
            </a:r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 Without Limbs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https://lifewithoutlimbs.org/about/nick-biography/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(Accessed: 12 November 2023).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Nick Vujicic - attitude is Altitude.com and life without Limbs.org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 date) </a:t>
            </a:r>
            <a:r>
              <a:rPr lang="en-US" sz="28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salvationarmy.org.au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https://www.salvationarmy.org.au/beenleigh/videos/nick-vujicic/?play=11e0y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(Accessed: 17 November 2023).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B0C3F-067C-E7DC-9F7D-26A5BBD648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43000" y="849788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League Spartan" panose="020B0604020202020204" charset="0"/>
              </a:rPr>
              <a:t>REFERENCES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DB1B31-DB48-DB44-13C2-174CADF3F99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353391" y="-589555"/>
            <a:ext cx="5752260" cy="1816873"/>
            <a:chOff x="15245546" y="-821679"/>
            <a:chExt cx="5752260" cy="1816873"/>
          </a:xfrm>
          <a:effectLst>
            <a:glow rad="127000">
              <a:schemeClr val="accent1">
                <a:alpha val="0"/>
              </a:schemeClr>
            </a:glo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9525BB-471C-DC05-1A1A-82A5D6A107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8077061">
              <a:off x="17269554" y="-2400414"/>
              <a:ext cx="1371600" cy="541961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glow rad="622300">
                <a:schemeClr val="tx1">
                  <a:lumMod val="95000"/>
                  <a:lumOff val="5000"/>
                  <a:alpha val="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534C60-2E06-5C0E-334F-7EAEAEFFB4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8077061">
              <a:off x="17602199" y="-2845687"/>
              <a:ext cx="1371600" cy="54196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glow rad="622300">
                <a:schemeClr val="tx1">
                  <a:lumMod val="85000"/>
                  <a:lumOff val="15000"/>
                  <a:alpha val="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0EFD533-4ED9-1B07-CAC7-A515FC603CC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-2651328" y="9716699"/>
            <a:ext cx="5660112" cy="1758936"/>
            <a:chOff x="15550622" y="-1005198"/>
            <a:chExt cx="5660112" cy="1758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A4796E-4F8F-A125-A0FF-CB9B4907F8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8077061">
              <a:off x="17574630" y="-2641870"/>
              <a:ext cx="1371600" cy="541961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>
              <a:glow rad="622300">
                <a:schemeClr val="tx1">
                  <a:lumMod val="95000"/>
                  <a:lumOff val="5000"/>
                  <a:alpha val="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442E11-56EE-C233-3A21-508B9F338A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8077061">
              <a:off x="17815127" y="-3029206"/>
              <a:ext cx="1371600" cy="541961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glow rad="622300">
                <a:schemeClr val="tx1">
                  <a:lumMod val="85000"/>
                  <a:lumOff val="15000"/>
                  <a:alpha val="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8430608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4971B7-AFF0-7F2C-D28A-91F21E5F8C8E}"/>
              </a:ext>
            </a:extLst>
          </p:cNvPr>
          <p:cNvSpPr>
            <a:spLocks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6641404" y="6719880"/>
                </a:moveTo>
                <a:cubicBezTo>
                  <a:pt x="16586353" y="6719880"/>
                  <a:pt x="16539518" y="6739189"/>
                  <a:pt x="16500901" y="6777807"/>
                </a:cubicBezTo>
                <a:cubicBezTo>
                  <a:pt x="16462284" y="6816425"/>
                  <a:pt x="16442974" y="6863259"/>
                  <a:pt x="16442974" y="6918310"/>
                </a:cubicBezTo>
                <a:cubicBezTo>
                  <a:pt x="16442974" y="6973361"/>
                  <a:pt x="16462284" y="7020401"/>
                  <a:pt x="16500901" y="7059429"/>
                </a:cubicBezTo>
                <a:cubicBezTo>
                  <a:pt x="16539518" y="7098458"/>
                  <a:pt x="16586353" y="7117972"/>
                  <a:pt x="16641404" y="7117972"/>
                </a:cubicBezTo>
                <a:cubicBezTo>
                  <a:pt x="16696455" y="7117972"/>
                  <a:pt x="16743290" y="7098458"/>
                  <a:pt x="16781908" y="7059429"/>
                </a:cubicBezTo>
                <a:cubicBezTo>
                  <a:pt x="16820524" y="7020401"/>
                  <a:pt x="16839834" y="6973361"/>
                  <a:pt x="16839834" y="6918310"/>
                </a:cubicBezTo>
                <a:cubicBezTo>
                  <a:pt x="16839834" y="6863259"/>
                  <a:pt x="16820524" y="6816425"/>
                  <a:pt x="16781908" y="6777807"/>
                </a:cubicBezTo>
                <a:cubicBezTo>
                  <a:pt x="16743290" y="6739189"/>
                  <a:pt x="16696455" y="6719880"/>
                  <a:pt x="16641404" y="6719880"/>
                </a:cubicBezTo>
                <a:close/>
                <a:moveTo>
                  <a:pt x="11864058" y="5468910"/>
                </a:moveTo>
                <a:cubicBezTo>
                  <a:pt x="11947045" y="5468910"/>
                  <a:pt x="12020378" y="5491506"/>
                  <a:pt x="12084057" y="5536696"/>
                </a:cubicBezTo>
                <a:cubicBezTo>
                  <a:pt x="12147735" y="5581888"/>
                  <a:pt x="12200116" y="5659329"/>
                  <a:pt x="12241198" y="5769020"/>
                </a:cubicBezTo>
                <a:cubicBezTo>
                  <a:pt x="12282281" y="5878711"/>
                  <a:pt x="12302822" y="6044069"/>
                  <a:pt x="12302822" y="6265094"/>
                </a:cubicBezTo>
                <a:cubicBezTo>
                  <a:pt x="12302822" y="6450788"/>
                  <a:pt x="12282692" y="6601357"/>
                  <a:pt x="12242431" y="6716799"/>
                </a:cubicBezTo>
                <a:cubicBezTo>
                  <a:pt x="12202169" y="6832242"/>
                  <a:pt x="12145887" y="6916256"/>
                  <a:pt x="12073580" y="6968842"/>
                </a:cubicBezTo>
                <a:cubicBezTo>
                  <a:pt x="12016886" y="7009925"/>
                  <a:pt x="11946224" y="7030466"/>
                  <a:pt x="11861593" y="7030466"/>
                </a:cubicBezTo>
                <a:cubicBezTo>
                  <a:pt x="11735880" y="7030466"/>
                  <a:pt x="11638104" y="6982810"/>
                  <a:pt x="11568262" y="6887498"/>
                </a:cubicBezTo>
                <a:cubicBezTo>
                  <a:pt x="11468021" y="6751103"/>
                  <a:pt x="11417900" y="6540349"/>
                  <a:pt x="11417900" y="6255234"/>
                </a:cubicBezTo>
                <a:cubicBezTo>
                  <a:pt x="11417900" y="6015311"/>
                  <a:pt x="11450355" y="5831260"/>
                  <a:pt x="11515266" y="5703082"/>
                </a:cubicBezTo>
                <a:cubicBezTo>
                  <a:pt x="11594967" y="5546967"/>
                  <a:pt x="11711231" y="5468910"/>
                  <a:pt x="11864058" y="5468910"/>
                </a:cubicBezTo>
                <a:close/>
                <a:moveTo>
                  <a:pt x="2327069" y="5468910"/>
                </a:moveTo>
                <a:cubicBezTo>
                  <a:pt x="2480719" y="5468910"/>
                  <a:pt x="2596983" y="5544502"/>
                  <a:pt x="2675862" y="5695687"/>
                </a:cubicBezTo>
                <a:cubicBezTo>
                  <a:pt x="2739129" y="5815649"/>
                  <a:pt x="2770763" y="6009559"/>
                  <a:pt x="2770763" y="6277419"/>
                </a:cubicBezTo>
                <a:cubicBezTo>
                  <a:pt x="2770763" y="6549387"/>
                  <a:pt x="2720231" y="6753157"/>
                  <a:pt x="2619168" y="6888730"/>
                </a:cubicBezTo>
                <a:cubicBezTo>
                  <a:pt x="2549327" y="6983221"/>
                  <a:pt x="2451961" y="7030466"/>
                  <a:pt x="2327069" y="7030466"/>
                </a:cubicBezTo>
                <a:cubicBezTo>
                  <a:pt x="2202999" y="7030466"/>
                  <a:pt x="2105633" y="6982399"/>
                  <a:pt x="2034971" y="6886265"/>
                </a:cubicBezTo>
                <a:cubicBezTo>
                  <a:pt x="1933907" y="6748227"/>
                  <a:pt x="1883375" y="6536240"/>
                  <a:pt x="1883375" y="6250304"/>
                </a:cubicBezTo>
                <a:cubicBezTo>
                  <a:pt x="1883375" y="6012024"/>
                  <a:pt x="1917063" y="5828384"/>
                  <a:pt x="1984439" y="5699384"/>
                </a:cubicBezTo>
                <a:cubicBezTo>
                  <a:pt x="2064961" y="5545735"/>
                  <a:pt x="2179171" y="5468910"/>
                  <a:pt x="2327069" y="5468910"/>
                </a:cubicBezTo>
                <a:close/>
                <a:moveTo>
                  <a:pt x="12872267" y="5413448"/>
                </a:moveTo>
                <a:lnTo>
                  <a:pt x="12872267" y="5459050"/>
                </a:lnTo>
                <a:cubicBezTo>
                  <a:pt x="12923209" y="5460694"/>
                  <a:pt x="12962238" y="5468499"/>
                  <a:pt x="12989352" y="5482467"/>
                </a:cubicBezTo>
                <a:cubicBezTo>
                  <a:pt x="13016467" y="5496436"/>
                  <a:pt x="13047690" y="5525604"/>
                  <a:pt x="13083021" y="5569974"/>
                </a:cubicBezTo>
                <a:lnTo>
                  <a:pt x="13118763" y="5614343"/>
                </a:lnTo>
                <a:lnTo>
                  <a:pt x="13118763" y="6793829"/>
                </a:lnTo>
                <a:cubicBezTo>
                  <a:pt x="13118763" y="6882568"/>
                  <a:pt x="13100686" y="6945425"/>
                  <a:pt x="13064534" y="6982399"/>
                </a:cubicBezTo>
                <a:cubicBezTo>
                  <a:pt x="13028380" y="7019374"/>
                  <a:pt x="12964292" y="7038272"/>
                  <a:pt x="12872267" y="7039093"/>
                </a:cubicBezTo>
                <a:lnTo>
                  <a:pt x="12872267" y="7084695"/>
                </a:lnTo>
                <a:lnTo>
                  <a:pt x="13465091" y="7084695"/>
                </a:lnTo>
                <a:lnTo>
                  <a:pt x="13465091" y="7039093"/>
                </a:lnTo>
                <a:lnTo>
                  <a:pt x="13425651" y="7039093"/>
                </a:lnTo>
                <a:cubicBezTo>
                  <a:pt x="13368957" y="7039093"/>
                  <a:pt x="13318631" y="7022250"/>
                  <a:pt x="13274672" y="6988561"/>
                </a:cubicBezTo>
                <a:cubicBezTo>
                  <a:pt x="13230713" y="6954874"/>
                  <a:pt x="13208734" y="6889963"/>
                  <a:pt x="13208734" y="6793829"/>
                </a:cubicBezTo>
                <a:lnTo>
                  <a:pt x="13208734" y="5731429"/>
                </a:lnTo>
                <a:lnTo>
                  <a:pt x="14338921" y="7122902"/>
                </a:lnTo>
                <a:lnTo>
                  <a:pt x="14380826" y="7122902"/>
                </a:lnTo>
                <a:lnTo>
                  <a:pt x="14380826" y="5731429"/>
                </a:lnTo>
                <a:cubicBezTo>
                  <a:pt x="14380826" y="5652550"/>
                  <a:pt x="14387604" y="5596883"/>
                  <a:pt x="14401162" y="5564427"/>
                </a:cubicBezTo>
                <a:cubicBezTo>
                  <a:pt x="14414719" y="5531972"/>
                  <a:pt x="14433617" y="5508555"/>
                  <a:pt x="14457856" y="5494176"/>
                </a:cubicBezTo>
                <a:cubicBezTo>
                  <a:pt x="14482094" y="5479797"/>
                  <a:pt x="14529546" y="5468088"/>
                  <a:pt x="14600208" y="5459050"/>
                </a:cubicBezTo>
                <a:lnTo>
                  <a:pt x="14600208" y="5413448"/>
                </a:lnTo>
                <a:lnTo>
                  <a:pt x="14048055" y="5413448"/>
                </a:lnTo>
                <a:lnTo>
                  <a:pt x="14048055" y="5459050"/>
                </a:lnTo>
                <a:cubicBezTo>
                  <a:pt x="14140902" y="5457407"/>
                  <a:pt x="14207046" y="5480413"/>
                  <a:pt x="14246485" y="5528069"/>
                </a:cubicBezTo>
                <a:cubicBezTo>
                  <a:pt x="14275243" y="5563400"/>
                  <a:pt x="14289622" y="5631187"/>
                  <a:pt x="14289622" y="5731429"/>
                </a:cubicBezTo>
                <a:lnTo>
                  <a:pt x="14289622" y="6449966"/>
                </a:lnTo>
                <a:lnTo>
                  <a:pt x="13465091" y="5413448"/>
                </a:lnTo>
                <a:close/>
                <a:moveTo>
                  <a:pt x="9943831" y="5413448"/>
                </a:moveTo>
                <a:lnTo>
                  <a:pt x="9943831" y="5459050"/>
                </a:lnTo>
                <a:lnTo>
                  <a:pt x="9999293" y="5459050"/>
                </a:lnTo>
                <a:cubicBezTo>
                  <a:pt x="10046127" y="5459050"/>
                  <a:pt x="10083307" y="5467061"/>
                  <a:pt x="10110833" y="5483083"/>
                </a:cubicBezTo>
                <a:cubicBezTo>
                  <a:pt x="10138358" y="5499106"/>
                  <a:pt x="10156640" y="5517798"/>
                  <a:pt x="10165678" y="5539161"/>
                </a:cubicBezTo>
                <a:cubicBezTo>
                  <a:pt x="10174717" y="5560525"/>
                  <a:pt x="10179236" y="5613932"/>
                  <a:pt x="10179236" y="5699384"/>
                </a:cubicBezTo>
                <a:lnTo>
                  <a:pt x="10179236" y="6798759"/>
                </a:lnTo>
                <a:cubicBezTo>
                  <a:pt x="10179236" y="6882568"/>
                  <a:pt x="10174717" y="6934332"/>
                  <a:pt x="10165678" y="6954052"/>
                </a:cubicBezTo>
                <a:cubicBezTo>
                  <a:pt x="10154175" y="6981988"/>
                  <a:pt x="10137742" y="7001708"/>
                  <a:pt x="10116379" y="7013211"/>
                </a:cubicBezTo>
                <a:cubicBezTo>
                  <a:pt x="10086799" y="7030466"/>
                  <a:pt x="10047771" y="7039093"/>
                  <a:pt x="9999293" y="7039093"/>
                </a:cubicBezTo>
                <a:lnTo>
                  <a:pt x="9943831" y="7039093"/>
                </a:lnTo>
                <a:lnTo>
                  <a:pt x="9943831" y="7084695"/>
                </a:lnTo>
                <a:lnTo>
                  <a:pt x="10817662" y="7084695"/>
                </a:lnTo>
                <a:lnTo>
                  <a:pt x="10817662" y="7039093"/>
                </a:lnTo>
                <a:lnTo>
                  <a:pt x="10762200" y="7039093"/>
                </a:lnTo>
                <a:cubicBezTo>
                  <a:pt x="10715366" y="7039093"/>
                  <a:pt x="10678185" y="7031082"/>
                  <a:pt x="10650660" y="7015060"/>
                </a:cubicBezTo>
                <a:cubicBezTo>
                  <a:pt x="10623135" y="6999038"/>
                  <a:pt x="10604647" y="6980345"/>
                  <a:pt x="10595199" y="6958982"/>
                </a:cubicBezTo>
                <a:cubicBezTo>
                  <a:pt x="10585750" y="6937619"/>
                  <a:pt x="10581025" y="6884211"/>
                  <a:pt x="10581025" y="6798759"/>
                </a:cubicBezTo>
                <a:lnTo>
                  <a:pt x="10581025" y="5699384"/>
                </a:lnTo>
                <a:cubicBezTo>
                  <a:pt x="10581025" y="5615575"/>
                  <a:pt x="10585544" y="5563811"/>
                  <a:pt x="10594582" y="5544091"/>
                </a:cubicBezTo>
                <a:cubicBezTo>
                  <a:pt x="10606907" y="5516155"/>
                  <a:pt x="10623751" y="5496436"/>
                  <a:pt x="10645114" y="5484932"/>
                </a:cubicBezTo>
                <a:cubicBezTo>
                  <a:pt x="10674694" y="5467677"/>
                  <a:pt x="10713722" y="5459050"/>
                  <a:pt x="10762200" y="5459050"/>
                </a:cubicBezTo>
                <a:lnTo>
                  <a:pt x="10817662" y="5459050"/>
                </a:lnTo>
                <a:lnTo>
                  <a:pt x="10817662" y="5413448"/>
                </a:lnTo>
                <a:close/>
                <a:moveTo>
                  <a:pt x="8298579" y="5413448"/>
                </a:moveTo>
                <a:lnTo>
                  <a:pt x="8298579" y="5865770"/>
                </a:lnTo>
                <a:lnTo>
                  <a:pt x="8345413" y="5865770"/>
                </a:lnTo>
                <a:cubicBezTo>
                  <a:pt x="8364312" y="5742521"/>
                  <a:pt x="8409502" y="5647620"/>
                  <a:pt x="8480986" y="5581066"/>
                </a:cubicBezTo>
                <a:cubicBezTo>
                  <a:pt x="8531928" y="5533410"/>
                  <a:pt x="8613684" y="5509582"/>
                  <a:pt x="8726250" y="5509582"/>
                </a:cubicBezTo>
                <a:lnTo>
                  <a:pt x="8847034" y="5509582"/>
                </a:lnTo>
                <a:lnTo>
                  <a:pt x="8847034" y="6798759"/>
                </a:lnTo>
                <a:cubicBezTo>
                  <a:pt x="8847034" y="6882568"/>
                  <a:pt x="8842514" y="6934332"/>
                  <a:pt x="8833476" y="6954052"/>
                </a:cubicBezTo>
                <a:cubicBezTo>
                  <a:pt x="8821151" y="6981988"/>
                  <a:pt x="8804308" y="7001708"/>
                  <a:pt x="8782944" y="7013211"/>
                </a:cubicBezTo>
                <a:cubicBezTo>
                  <a:pt x="8753364" y="7030466"/>
                  <a:pt x="8714336" y="7039093"/>
                  <a:pt x="8665858" y="7039093"/>
                </a:cubicBezTo>
                <a:lnTo>
                  <a:pt x="8610397" y="7039093"/>
                </a:lnTo>
                <a:lnTo>
                  <a:pt x="8610397" y="7084695"/>
                </a:lnTo>
                <a:lnTo>
                  <a:pt x="9485459" y="7084695"/>
                </a:lnTo>
                <a:lnTo>
                  <a:pt x="9485459" y="7039093"/>
                </a:lnTo>
                <a:lnTo>
                  <a:pt x="9429998" y="7039093"/>
                </a:lnTo>
                <a:cubicBezTo>
                  <a:pt x="9382342" y="7039093"/>
                  <a:pt x="9344751" y="7031082"/>
                  <a:pt x="9317225" y="7015060"/>
                </a:cubicBezTo>
                <a:cubicBezTo>
                  <a:pt x="9289700" y="6999038"/>
                  <a:pt x="9271213" y="6980345"/>
                  <a:pt x="9261764" y="6958982"/>
                </a:cubicBezTo>
                <a:cubicBezTo>
                  <a:pt x="9252315" y="6937619"/>
                  <a:pt x="9247590" y="6884211"/>
                  <a:pt x="9247590" y="6798759"/>
                </a:cubicBezTo>
                <a:lnTo>
                  <a:pt x="9247590" y="5509582"/>
                </a:lnTo>
                <a:lnTo>
                  <a:pt x="9372071" y="5509582"/>
                </a:lnTo>
                <a:cubicBezTo>
                  <a:pt x="9450128" y="5509582"/>
                  <a:pt x="9504769" y="5516977"/>
                  <a:pt x="9535991" y="5531767"/>
                </a:cubicBezTo>
                <a:cubicBezTo>
                  <a:pt x="9591864" y="5558881"/>
                  <a:pt x="9635822" y="5595239"/>
                  <a:pt x="9667867" y="5640841"/>
                </a:cubicBezTo>
                <a:cubicBezTo>
                  <a:pt x="9699911" y="5686443"/>
                  <a:pt x="9729081" y="5761420"/>
                  <a:pt x="9755373" y="5865770"/>
                </a:cubicBezTo>
                <a:lnTo>
                  <a:pt x="9799743" y="5865770"/>
                </a:lnTo>
                <a:lnTo>
                  <a:pt x="9799743" y="5413448"/>
                </a:lnTo>
                <a:close/>
                <a:moveTo>
                  <a:pt x="5171807" y="5413448"/>
                </a:moveTo>
                <a:lnTo>
                  <a:pt x="5171807" y="5459050"/>
                </a:lnTo>
                <a:lnTo>
                  <a:pt x="5227269" y="5459050"/>
                </a:lnTo>
                <a:cubicBezTo>
                  <a:pt x="5281499" y="5459050"/>
                  <a:pt x="5324225" y="5470553"/>
                  <a:pt x="5355448" y="5493560"/>
                </a:cubicBezTo>
                <a:cubicBezTo>
                  <a:pt x="5377632" y="5509171"/>
                  <a:pt x="5392833" y="5531356"/>
                  <a:pt x="5401049" y="5560114"/>
                </a:cubicBezTo>
                <a:cubicBezTo>
                  <a:pt x="5405158" y="5577368"/>
                  <a:pt x="5407212" y="5623792"/>
                  <a:pt x="5407212" y="5699384"/>
                </a:cubicBezTo>
                <a:lnTo>
                  <a:pt x="5407212" y="6798759"/>
                </a:lnTo>
                <a:cubicBezTo>
                  <a:pt x="5407212" y="6882568"/>
                  <a:pt x="5402693" y="6934332"/>
                  <a:pt x="5393654" y="6954052"/>
                </a:cubicBezTo>
                <a:cubicBezTo>
                  <a:pt x="5382152" y="6981988"/>
                  <a:pt x="5365719" y="7001708"/>
                  <a:pt x="5344355" y="7013211"/>
                </a:cubicBezTo>
                <a:cubicBezTo>
                  <a:pt x="5314775" y="7030466"/>
                  <a:pt x="5275747" y="7039093"/>
                  <a:pt x="5227269" y="7039093"/>
                </a:cubicBezTo>
                <a:lnTo>
                  <a:pt x="5171807" y="7039093"/>
                </a:lnTo>
                <a:lnTo>
                  <a:pt x="5171807" y="7084695"/>
                </a:lnTo>
                <a:lnTo>
                  <a:pt x="6616278" y="7084695"/>
                </a:lnTo>
                <a:lnTo>
                  <a:pt x="6691459" y="6553495"/>
                </a:lnTo>
                <a:lnTo>
                  <a:pt x="6645856" y="6553495"/>
                </a:lnTo>
                <a:cubicBezTo>
                  <a:pt x="6604775" y="6701393"/>
                  <a:pt x="6537193" y="6811495"/>
                  <a:pt x="6443113" y="6883800"/>
                </a:cubicBezTo>
                <a:cubicBezTo>
                  <a:pt x="6349033" y="6956106"/>
                  <a:pt x="6223937" y="6992259"/>
                  <a:pt x="6067823" y="6992259"/>
                </a:cubicBezTo>
                <a:lnTo>
                  <a:pt x="5967992" y="6992259"/>
                </a:lnTo>
                <a:cubicBezTo>
                  <a:pt x="5920335" y="6992259"/>
                  <a:pt x="5885825" y="6985686"/>
                  <a:pt x="5864463" y="6972539"/>
                </a:cubicBezTo>
                <a:cubicBezTo>
                  <a:pt x="5843100" y="6959393"/>
                  <a:pt x="5828515" y="6942549"/>
                  <a:pt x="5820709" y="6922007"/>
                </a:cubicBezTo>
                <a:cubicBezTo>
                  <a:pt x="5812904" y="6901466"/>
                  <a:pt x="5809000" y="6845183"/>
                  <a:pt x="5809000" y="6753157"/>
                </a:cubicBezTo>
                <a:lnTo>
                  <a:pt x="5809000" y="6282349"/>
                </a:lnTo>
                <a:cubicBezTo>
                  <a:pt x="5888702" y="6282349"/>
                  <a:pt x="5949504" y="6292825"/>
                  <a:pt x="5991409" y="6313777"/>
                </a:cubicBezTo>
                <a:cubicBezTo>
                  <a:pt x="6033312" y="6334729"/>
                  <a:pt x="6070082" y="6375607"/>
                  <a:pt x="6101716" y="6436409"/>
                </a:cubicBezTo>
                <a:cubicBezTo>
                  <a:pt x="6133350" y="6497212"/>
                  <a:pt x="6154097" y="6575269"/>
                  <a:pt x="6163955" y="6670581"/>
                </a:cubicBezTo>
                <a:lnTo>
                  <a:pt x="6210790" y="6670581"/>
                </a:lnTo>
                <a:lnTo>
                  <a:pt x="6210790" y="5795518"/>
                </a:lnTo>
                <a:lnTo>
                  <a:pt x="6163955" y="5795518"/>
                </a:lnTo>
                <a:cubicBezTo>
                  <a:pt x="6150809" y="5925340"/>
                  <a:pt x="6120409" y="6023527"/>
                  <a:pt x="6072752" y="6090082"/>
                </a:cubicBezTo>
                <a:cubicBezTo>
                  <a:pt x="6025097" y="6156636"/>
                  <a:pt x="5948271" y="6189913"/>
                  <a:pt x="5842277" y="6189913"/>
                </a:cubicBezTo>
                <a:lnTo>
                  <a:pt x="5809000" y="6189913"/>
                </a:lnTo>
                <a:lnTo>
                  <a:pt x="5809000" y="5509582"/>
                </a:lnTo>
                <a:lnTo>
                  <a:pt x="5981548" y="5509582"/>
                </a:lnTo>
                <a:cubicBezTo>
                  <a:pt x="6108084" y="5509582"/>
                  <a:pt x="6194358" y="5516977"/>
                  <a:pt x="6240370" y="5531767"/>
                </a:cubicBezTo>
                <a:cubicBezTo>
                  <a:pt x="6319249" y="5556416"/>
                  <a:pt x="6380257" y="5595034"/>
                  <a:pt x="6423394" y="5647620"/>
                </a:cubicBezTo>
                <a:cubicBezTo>
                  <a:pt x="6466531" y="5700206"/>
                  <a:pt x="6500013" y="5786891"/>
                  <a:pt x="6523841" y="5907674"/>
                </a:cubicBezTo>
                <a:lnTo>
                  <a:pt x="6570675" y="5907674"/>
                </a:lnTo>
                <a:lnTo>
                  <a:pt x="6570675" y="5413448"/>
                </a:lnTo>
                <a:close/>
                <a:moveTo>
                  <a:pt x="3361160" y="5413448"/>
                </a:moveTo>
                <a:lnTo>
                  <a:pt x="3361160" y="5459050"/>
                </a:lnTo>
                <a:cubicBezTo>
                  <a:pt x="3431822" y="5458229"/>
                  <a:pt x="3480300" y="5464802"/>
                  <a:pt x="3506592" y="5478770"/>
                </a:cubicBezTo>
                <a:cubicBezTo>
                  <a:pt x="3532886" y="5492738"/>
                  <a:pt x="3551373" y="5511431"/>
                  <a:pt x="3562054" y="5534848"/>
                </a:cubicBezTo>
                <a:cubicBezTo>
                  <a:pt x="3572736" y="5558265"/>
                  <a:pt x="3578076" y="5618040"/>
                  <a:pt x="3578076" y="5714174"/>
                </a:cubicBezTo>
                <a:lnTo>
                  <a:pt x="3578076" y="6532543"/>
                </a:lnTo>
                <a:cubicBezTo>
                  <a:pt x="3578076" y="6671403"/>
                  <a:pt x="3600261" y="6781915"/>
                  <a:pt x="3644630" y="6864081"/>
                </a:cubicBezTo>
                <a:cubicBezTo>
                  <a:pt x="3689000" y="6946247"/>
                  <a:pt x="3765003" y="7013622"/>
                  <a:pt x="3872640" y="7066208"/>
                </a:cubicBezTo>
                <a:cubicBezTo>
                  <a:pt x="3951519" y="7104826"/>
                  <a:pt x="4063264" y="7124135"/>
                  <a:pt x="4207875" y="7124135"/>
                </a:cubicBezTo>
                <a:cubicBezTo>
                  <a:pt x="4381245" y="7124135"/>
                  <a:pt x="4518050" y="7087571"/>
                  <a:pt x="4618292" y="7014444"/>
                </a:cubicBezTo>
                <a:cubicBezTo>
                  <a:pt x="4718534" y="6941317"/>
                  <a:pt x="4781597" y="6861205"/>
                  <a:pt x="4807479" y="6774109"/>
                </a:cubicBezTo>
                <a:cubicBezTo>
                  <a:pt x="4833361" y="6687014"/>
                  <a:pt x="4846301" y="6545279"/>
                  <a:pt x="4846301" y="6348903"/>
                </a:cubicBezTo>
                <a:lnTo>
                  <a:pt x="4846301" y="5714174"/>
                </a:lnTo>
                <a:cubicBezTo>
                  <a:pt x="4846301" y="5645977"/>
                  <a:pt x="4851642" y="5598732"/>
                  <a:pt x="4862324" y="5572438"/>
                </a:cubicBezTo>
                <a:cubicBezTo>
                  <a:pt x="4876292" y="5534643"/>
                  <a:pt x="4898888" y="5506295"/>
                  <a:pt x="4930110" y="5487397"/>
                </a:cubicBezTo>
                <a:cubicBezTo>
                  <a:pt x="4961334" y="5468499"/>
                  <a:pt x="5000361" y="5459050"/>
                  <a:pt x="5047196" y="5459050"/>
                </a:cubicBezTo>
                <a:lnTo>
                  <a:pt x="5081706" y="5459050"/>
                </a:lnTo>
                <a:lnTo>
                  <a:pt x="5081706" y="5413448"/>
                </a:lnTo>
                <a:lnTo>
                  <a:pt x="4503672" y="5413448"/>
                </a:lnTo>
                <a:lnTo>
                  <a:pt x="4503672" y="5459050"/>
                </a:lnTo>
                <a:cubicBezTo>
                  <a:pt x="4571046" y="5459050"/>
                  <a:pt x="4623223" y="5468499"/>
                  <a:pt x="4660196" y="5487397"/>
                </a:cubicBezTo>
                <a:cubicBezTo>
                  <a:pt x="4684025" y="5499722"/>
                  <a:pt x="4703744" y="5521907"/>
                  <a:pt x="4719356" y="5553951"/>
                </a:cubicBezTo>
                <a:cubicBezTo>
                  <a:pt x="4734967" y="5585996"/>
                  <a:pt x="4742773" y="5639404"/>
                  <a:pt x="4742773" y="5714174"/>
                </a:cubicBezTo>
                <a:lnTo>
                  <a:pt x="4742773" y="6395737"/>
                </a:lnTo>
                <a:cubicBezTo>
                  <a:pt x="4742773" y="6573215"/>
                  <a:pt x="4726956" y="6697695"/>
                  <a:pt x="4695322" y="6769180"/>
                </a:cubicBezTo>
                <a:cubicBezTo>
                  <a:pt x="4663689" y="6840664"/>
                  <a:pt x="4616033" y="6896741"/>
                  <a:pt x="4552355" y="6937413"/>
                </a:cubicBezTo>
                <a:cubicBezTo>
                  <a:pt x="4488677" y="6978085"/>
                  <a:pt x="4411646" y="6998421"/>
                  <a:pt x="4321264" y="6998421"/>
                </a:cubicBezTo>
                <a:cubicBezTo>
                  <a:pt x="4242384" y="6998421"/>
                  <a:pt x="4177063" y="6982399"/>
                  <a:pt x="4125299" y="6950354"/>
                </a:cubicBezTo>
                <a:cubicBezTo>
                  <a:pt x="4073535" y="6918310"/>
                  <a:pt x="4036355" y="6878049"/>
                  <a:pt x="4013759" y="6829571"/>
                </a:cubicBezTo>
                <a:cubicBezTo>
                  <a:pt x="3991164" y="6781094"/>
                  <a:pt x="3979866" y="6682084"/>
                  <a:pt x="3979866" y="6532543"/>
                </a:cubicBezTo>
                <a:lnTo>
                  <a:pt x="3979866" y="5714174"/>
                </a:lnTo>
                <a:cubicBezTo>
                  <a:pt x="3979866" y="5618862"/>
                  <a:pt x="3985001" y="5559292"/>
                  <a:pt x="3995272" y="5535464"/>
                </a:cubicBezTo>
                <a:cubicBezTo>
                  <a:pt x="4005543" y="5511636"/>
                  <a:pt x="4022798" y="5492943"/>
                  <a:pt x="4047037" y="5479386"/>
                </a:cubicBezTo>
                <a:cubicBezTo>
                  <a:pt x="4071275" y="5465829"/>
                  <a:pt x="4115850" y="5459050"/>
                  <a:pt x="4180761" y="5459050"/>
                </a:cubicBezTo>
                <a:lnTo>
                  <a:pt x="4223898" y="5459050"/>
                </a:lnTo>
                <a:lnTo>
                  <a:pt x="4223898" y="5413448"/>
                </a:lnTo>
                <a:close/>
                <a:moveTo>
                  <a:pt x="11898599" y="5389208"/>
                </a:moveTo>
                <a:cubicBezTo>
                  <a:pt x="11882350" y="5389140"/>
                  <a:pt x="11865907" y="5389415"/>
                  <a:pt x="11849269" y="5390031"/>
                </a:cubicBezTo>
                <a:cubicBezTo>
                  <a:pt x="11602772" y="5380171"/>
                  <a:pt x="11395099" y="5458023"/>
                  <a:pt x="11226248" y="5623587"/>
                </a:cubicBezTo>
                <a:cubicBezTo>
                  <a:pt x="11057398" y="5789150"/>
                  <a:pt x="10972973" y="5996002"/>
                  <a:pt x="10972973" y="6244142"/>
                </a:cubicBezTo>
                <a:cubicBezTo>
                  <a:pt x="10972973" y="6465167"/>
                  <a:pt x="11037883" y="6656202"/>
                  <a:pt x="11167706" y="6817246"/>
                </a:cubicBezTo>
                <a:cubicBezTo>
                  <a:pt x="11332036" y="7021017"/>
                  <a:pt x="11564565" y="7122902"/>
                  <a:pt x="11865291" y="7122902"/>
                </a:cubicBezTo>
                <a:cubicBezTo>
                  <a:pt x="12165195" y="7122902"/>
                  <a:pt x="12397313" y="7016087"/>
                  <a:pt x="12561644" y="6802457"/>
                </a:cubicBezTo>
                <a:cubicBezTo>
                  <a:pt x="12685714" y="6641412"/>
                  <a:pt x="12747749" y="6454896"/>
                  <a:pt x="12747749" y="6242909"/>
                </a:cubicBezTo>
                <a:cubicBezTo>
                  <a:pt x="12747749" y="5994770"/>
                  <a:pt x="12664556" y="5788123"/>
                  <a:pt x="12498171" y="5622970"/>
                </a:cubicBezTo>
                <a:cubicBezTo>
                  <a:pt x="12342185" y="5468140"/>
                  <a:pt x="12142327" y="5390219"/>
                  <a:pt x="11898599" y="5389208"/>
                </a:cubicBezTo>
                <a:close/>
                <a:moveTo>
                  <a:pt x="16687006" y="5375241"/>
                </a:moveTo>
                <a:cubicBezTo>
                  <a:pt x="16536643" y="5375241"/>
                  <a:pt x="16419557" y="5411805"/>
                  <a:pt x="16335748" y="5484932"/>
                </a:cubicBezTo>
                <a:cubicBezTo>
                  <a:pt x="16251939" y="5558060"/>
                  <a:pt x="16210035" y="5643101"/>
                  <a:pt x="16210035" y="5740056"/>
                </a:cubicBezTo>
                <a:cubicBezTo>
                  <a:pt x="16210035" y="5793464"/>
                  <a:pt x="16225647" y="5836395"/>
                  <a:pt x="16256869" y="5868851"/>
                </a:cubicBezTo>
                <a:cubicBezTo>
                  <a:pt x="16288092" y="5901306"/>
                  <a:pt x="16326710" y="5917534"/>
                  <a:pt x="16372723" y="5917534"/>
                </a:cubicBezTo>
                <a:cubicBezTo>
                  <a:pt x="16413805" y="5917534"/>
                  <a:pt x="16448110" y="5903977"/>
                  <a:pt x="16475635" y="5876862"/>
                </a:cubicBezTo>
                <a:cubicBezTo>
                  <a:pt x="16503160" y="5849747"/>
                  <a:pt x="16516923" y="5816059"/>
                  <a:pt x="16516923" y="5775798"/>
                </a:cubicBezTo>
                <a:cubicBezTo>
                  <a:pt x="16516923" y="5731429"/>
                  <a:pt x="16499258" y="5677611"/>
                  <a:pt x="16463926" y="5614343"/>
                </a:cubicBezTo>
                <a:cubicBezTo>
                  <a:pt x="16448315" y="5586407"/>
                  <a:pt x="16440509" y="5565865"/>
                  <a:pt x="16440509" y="5552719"/>
                </a:cubicBezTo>
                <a:cubicBezTo>
                  <a:pt x="16440509" y="5532999"/>
                  <a:pt x="16452012" y="5514101"/>
                  <a:pt x="16475019" y="5496025"/>
                </a:cubicBezTo>
                <a:cubicBezTo>
                  <a:pt x="16505420" y="5472197"/>
                  <a:pt x="16542805" y="5460283"/>
                  <a:pt x="16587175" y="5460283"/>
                </a:cubicBezTo>
                <a:cubicBezTo>
                  <a:pt x="16645512" y="5460283"/>
                  <a:pt x="16696044" y="5486165"/>
                  <a:pt x="16738770" y="5537929"/>
                </a:cubicBezTo>
                <a:cubicBezTo>
                  <a:pt x="16781496" y="5589693"/>
                  <a:pt x="16802860" y="5670216"/>
                  <a:pt x="16802860" y="5779496"/>
                </a:cubicBezTo>
                <a:cubicBezTo>
                  <a:pt x="16802860" y="5850158"/>
                  <a:pt x="16796080" y="5909523"/>
                  <a:pt x="16782524" y="5957590"/>
                </a:cubicBezTo>
                <a:cubicBezTo>
                  <a:pt x="16768966" y="6005656"/>
                  <a:pt x="16740619" y="6069335"/>
                  <a:pt x="16697482" y="6148625"/>
                </a:cubicBezTo>
                <a:cubicBezTo>
                  <a:pt x="16654345" y="6227914"/>
                  <a:pt x="16627641" y="6290155"/>
                  <a:pt x="16617371" y="6335346"/>
                </a:cubicBezTo>
                <a:cubicBezTo>
                  <a:pt x="16607100" y="6380537"/>
                  <a:pt x="16602787" y="6448734"/>
                  <a:pt x="16604430" y="6539938"/>
                </a:cubicBezTo>
                <a:lnTo>
                  <a:pt x="16654961" y="6539938"/>
                </a:lnTo>
                <a:cubicBezTo>
                  <a:pt x="16660713" y="6452842"/>
                  <a:pt x="16676530" y="6388137"/>
                  <a:pt x="16702412" y="6345822"/>
                </a:cubicBezTo>
                <a:cubicBezTo>
                  <a:pt x="16728294" y="6303506"/>
                  <a:pt x="16782316" y="6255234"/>
                  <a:pt x="16864484" y="6201005"/>
                </a:cubicBezTo>
                <a:cubicBezTo>
                  <a:pt x="16986910" y="6120483"/>
                  <a:pt x="17069486" y="6047150"/>
                  <a:pt x="17112212" y="5981007"/>
                </a:cubicBezTo>
                <a:cubicBezTo>
                  <a:pt x="17154940" y="5914864"/>
                  <a:pt x="17176302" y="5842763"/>
                  <a:pt x="17176302" y="5764706"/>
                </a:cubicBezTo>
                <a:cubicBezTo>
                  <a:pt x="17176302" y="5657069"/>
                  <a:pt x="17134604" y="5565249"/>
                  <a:pt x="17051204" y="5489246"/>
                </a:cubicBezTo>
                <a:cubicBezTo>
                  <a:pt x="16967806" y="5413243"/>
                  <a:pt x="16846408" y="5375241"/>
                  <a:pt x="16687006" y="5375241"/>
                </a:cubicBezTo>
                <a:close/>
                <a:moveTo>
                  <a:pt x="15304086" y="5375241"/>
                </a:moveTo>
                <a:cubicBezTo>
                  <a:pt x="15155366" y="5375241"/>
                  <a:pt x="15032117" y="5422076"/>
                  <a:pt x="14934341" y="5515744"/>
                </a:cubicBezTo>
                <a:cubicBezTo>
                  <a:pt x="14836564" y="5609413"/>
                  <a:pt x="14787675" y="5722801"/>
                  <a:pt x="14787675" y="5855910"/>
                </a:cubicBezTo>
                <a:cubicBezTo>
                  <a:pt x="14787675" y="5933967"/>
                  <a:pt x="14805546" y="6005451"/>
                  <a:pt x="14841288" y="6070362"/>
                </a:cubicBezTo>
                <a:cubicBezTo>
                  <a:pt x="14877030" y="6135273"/>
                  <a:pt x="14928178" y="6194021"/>
                  <a:pt x="14994732" y="6246607"/>
                </a:cubicBezTo>
                <a:cubicBezTo>
                  <a:pt x="15061286" y="6299193"/>
                  <a:pt x="15170567" y="6362871"/>
                  <a:pt x="15322573" y="6437642"/>
                </a:cubicBezTo>
                <a:cubicBezTo>
                  <a:pt x="15431031" y="6491049"/>
                  <a:pt x="15506623" y="6534392"/>
                  <a:pt x="15549350" y="6567669"/>
                </a:cubicBezTo>
                <a:cubicBezTo>
                  <a:pt x="15592076" y="6600946"/>
                  <a:pt x="15623915" y="6636071"/>
                  <a:pt x="15644867" y="6673046"/>
                </a:cubicBezTo>
                <a:cubicBezTo>
                  <a:pt x="15665819" y="6710020"/>
                  <a:pt x="15676295" y="6748227"/>
                  <a:pt x="15676295" y="6787667"/>
                </a:cubicBezTo>
                <a:cubicBezTo>
                  <a:pt x="15676295" y="6854221"/>
                  <a:pt x="15648975" y="6912559"/>
                  <a:pt x="15594335" y="6962679"/>
                </a:cubicBezTo>
                <a:cubicBezTo>
                  <a:pt x="15539696" y="7012801"/>
                  <a:pt x="15466363" y="7037861"/>
                  <a:pt x="15374337" y="7037861"/>
                </a:cubicBezTo>
                <a:cubicBezTo>
                  <a:pt x="15255197" y="7037861"/>
                  <a:pt x="15144069" y="6991232"/>
                  <a:pt x="15040951" y="6897974"/>
                </a:cubicBezTo>
                <a:cubicBezTo>
                  <a:pt x="14937832" y="6804716"/>
                  <a:pt x="14868197" y="6669348"/>
                  <a:pt x="14832045" y="6491871"/>
                </a:cubicBezTo>
                <a:lnTo>
                  <a:pt x="14786443" y="6491871"/>
                </a:lnTo>
                <a:lnTo>
                  <a:pt x="14786443" y="7122902"/>
                </a:lnTo>
                <a:lnTo>
                  <a:pt x="14832045" y="7122902"/>
                </a:lnTo>
                <a:cubicBezTo>
                  <a:pt x="14846834" y="7089215"/>
                  <a:pt x="14866144" y="7064154"/>
                  <a:pt x="14889971" y="7047721"/>
                </a:cubicBezTo>
                <a:cubicBezTo>
                  <a:pt x="14913799" y="7031288"/>
                  <a:pt x="14936395" y="7023071"/>
                  <a:pt x="14957758" y="7023071"/>
                </a:cubicBezTo>
                <a:cubicBezTo>
                  <a:pt x="14983230" y="7023071"/>
                  <a:pt x="15015685" y="7031288"/>
                  <a:pt x="15055124" y="7047721"/>
                </a:cubicBezTo>
                <a:cubicBezTo>
                  <a:pt x="15125786" y="7077300"/>
                  <a:pt x="15184535" y="7097431"/>
                  <a:pt x="15231369" y="7108112"/>
                </a:cubicBezTo>
                <a:cubicBezTo>
                  <a:pt x="15278203" y="7118794"/>
                  <a:pt x="15327913" y="7124135"/>
                  <a:pt x="15380500" y="7124135"/>
                </a:cubicBezTo>
                <a:cubicBezTo>
                  <a:pt x="15548117" y="7124135"/>
                  <a:pt x="15686361" y="7073809"/>
                  <a:pt x="15795230" y="6973155"/>
                </a:cubicBezTo>
                <a:cubicBezTo>
                  <a:pt x="15904099" y="6872503"/>
                  <a:pt x="15958534" y="6752336"/>
                  <a:pt x="15958534" y="6612654"/>
                </a:cubicBezTo>
                <a:cubicBezTo>
                  <a:pt x="15958534" y="6502553"/>
                  <a:pt x="15924847" y="6404776"/>
                  <a:pt x="15857470" y="6319323"/>
                </a:cubicBezTo>
                <a:cubicBezTo>
                  <a:pt x="15789273" y="6233871"/>
                  <a:pt x="15657398" y="6143078"/>
                  <a:pt x="15461843" y="6046945"/>
                </a:cubicBezTo>
                <a:cubicBezTo>
                  <a:pt x="15322162" y="5977926"/>
                  <a:pt x="15233012" y="5929859"/>
                  <a:pt x="15194395" y="5902744"/>
                </a:cubicBezTo>
                <a:cubicBezTo>
                  <a:pt x="15141808" y="5864948"/>
                  <a:pt x="15103601" y="5826741"/>
                  <a:pt x="15079774" y="5788123"/>
                </a:cubicBezTo>
                <a:cubicBezTo>
                  <a:pt x="15062519" y="5759365"/>
                  <a:pt x="15053892" y="5726499"/>
                  <a:pt x="15053892" y="5689524"/>
                </a:cubicBezTo>
                <a:cubicBezTo>
                  <a:pt x="15053892" y="5631187"/>
                  <a:pt x="15078335" y="5579628"/>
                  <a:pt x="15127224" y="5534848"/>
                </a:cubicBezTo>
                <a:cubicBezTo>
                  <a:pt x="15176113" y="5490068"/>
                  <a:pt x="15242461" y="5467677"/>
                  <a:pt x="15326270" y="5467677"/>
                </a:cubicBezTo>
                <a:cubicBezTo>
                  <a:pt x="15434729" y="5467677"/>
                  <a:pt x="15535587" y="5510198"/>
                  <a:pt x="15628845" y="5595239"/>
                </a:cubicBezTo>
                <a:cubicBezTo>
                  <a:pt x="15722103" y="5680281"/>
                  <a:pt x="15780646" y="5792642"/>
                  <a:pt x="15804474" y="5932324"/>
                </a:cubicBezTo>
                <a:lnTo>
                  <a:pt x="15855005" y="5932324"/>
                </a:lnTo>
                <a:lnTo>
                  <a:pt x="15841448" y="5375241"/>
                </a:lnTo>
                <a:lnTo>
                  <a:pt x="15804474" y="5375241"/>
                </a:lnTo>
                <a:cubicBezTo>
                  <a:pt x="15793792" y="5425362"/>
                  <a:pt x="15782289" y="5456996"/>
                  <a:pt x="15769964" y="5470142"/>
                </a:cubicBezTo>
                <a:cubicBezTo>
                  <a:pt x="15757639" y="5483289"/>
                  <a:pt x="15740795" y="5489862"/>
                  <a:pt x="15719432" y="5489862"/>
                </a:cubicBezTo>
                <a:cubicBezTo>
                  <a:pt x="15697248" y="5489862"/>
                  <a:pt x="15658424" y="5476510"/>
                  <a:pt x="15602963" y="5449806"/>
                </a:cubicBezTo>
                <a:cubicBezTo>
                  <a:pt x="15547501" y="5423103"/>
                  <a:pt x="15500461" y="5404821"/>
                  <a:pt x="15461843" y="5394961"/>
                </a:cubicBezTo>
                <a:cubicBezTo>
                  <a:pt x="15410901" y="5381815"/>
                  <a:pt x="15358315" y="5375241"/>
                  <a:pt x="15304086" y="5375241"/>
                </a:cubicBezTo>
                <a:close/>
                <a:moveTo>
                  <a:pt x="7455486" y="5375241"/>
                </a:moveTo>
                <a:cubicBezTo>
                  <a:pt x="7306766" y="5375241"/>
                  <a:pt x="7183519" y="5422076"/>
                  <a:pt x="7085742" y="5515744"/>
                </a:cubicBezTo>
                <a:cubicBezTo>
                  <a:pt x="6987965" y="5609413"/>
                  <a:pt x="6939077" y="5722801"/>
                  <a:pt x="6939077" y="5855910"/>
                </a:cubicBezTo>
                <a:cubicBezTo>
                  <a:pt x="6939077" y="5933967"/>
                  <a:pt x="6956948" y="6005451"/>
                  <a:pt x="6992690" y="6070362"/>
                </a:cubicBezTo>
                <a:cubicBezTo>
                  <a:pt x="7028432" y="6135273"/>
                  <a:pt x="7079579" y="6194021"/>
                  <a:pt x="7146134" y="6246607"/>
                </a:cubicBezTo>
                <a:cubicBezTo>
                  <a:pt x="7212687" y="6299193"/>
                  <a:pt x="7321967" y="6362871"/>
                  <a:pt x="7473973" y="6437642"/>
                </a:cubicBezTo>
                <a:cubicBezTo>
                  <a:pt x="7582433" y="6491049"/>
                  <a:pt x="7658024" y="6534392"/>
                  <a:pt x="7700750" y="6567669"/>
                </a:cubicBezTo>
                <a:cubicBezTo>
                  <a:pt x="7743476" y="6600946"/>
                  <a:pt x="7775316" y="6636071"/>
                  <a:pt x="7796268" y="6673046"/>
                </a:cubicBezTo>
                <a:cubicBezTo>
                  <a:pt x="7817220" y="6710020"/>
                  <a:pt x="7827696" y="6748227"/>
                  <a:pt x="7827696" y="6787667"/>
                </a:cubicBezTo>
                <a:cubicBezTo>
                  <a:pt x="7827696" y="6854221"/>
                  <a:pt x="7800376" y="6912559"/>
                  <a:pt x="7745736" y="6962679"/>
                </a:cubicBezTo>
                <a:cubicBezTo>
                  <a:pt x="7691096" y="7012801"/>
                  <a:pt x="7617764" y="7037861"/>
                  <a:pt x="7525737" y="7037861"/>
                </a:cubicBezTo>
                <a:cubicBezTo>
                  <a:pt x="7406597" y="7037861"/>
                  <a:pt x="7295470" y="6991232"/>
                  <a:pt x="7192351" y="6897974"/>
                </a:cubicBezTo>
                <a:cubicBezTo>
                  <a:pt x="7089234" y="6804716"/>
                  <a:pt x="7019597" y="6669348"/>
                  <a:pt x="6983446" y="6491871"/>
                </a:cubicBezTo>
                <a:lnTo>
                  <a:pt x="6937843" y="6491871"/>
                </a:lnTo>
                <a:lnTo>
                  <a:pt x="6937843" y="7122902"/>
                </a:lnTo>
                <a:lnTo>
                  <a:pt x="6983446" y="7122902"/>
                </a:lnTo>
                <a:cubicBezTo>
                  <a:pt x="6998235" y="7089215"/>
                  <a:pt x="7017543" y="7064154"/>
                  <a:pt x="7041372" y="7047721"/>
                </a:cubicBezTo>
                <a:cubicBezTo>
                  <a:pt x="7065200" y="7031288"/>
                  <a:pt x="7087796" y="7023071"/>
                  <a:pt x="7109159" y="7023071"/>
                </a:cubicBezTo>
                <a:cubicBezTo>
                  <a:pt x="7134630" y="7023071"/>
                  <a:pt x="7167085" y="7031288"/>
                  <a:pt x="7206525" y="7047721"/>
                </a:cubicBezTo>
                <a:cubicBezTo>
                  <a:pt x="7277187" y="7077300"/>
                  <a:pt x="7335937" y="7097431"/>
                  <a:pt x="7382770" y="7108112"/>
                </a:cubicBezTo>
                <a:cubicBezTo>
                  <a:pt x="7429604" y="7118794"/>
                  <a:pt x="7479314" y="7124135"/>
                  <a:pt x="7531901" y="7124135"/>
                </a:cubicBezTo>
                <a:cubicBezTo>
                  <a:pt x="7699519" y="7124135"/>
                  <a:pt x="7837761" y="7073809"/>
                  <a:pt x="7946630" y="6973155"/>
                </a:cubicBezTo>
                <a:cubicBezTo>
                  <a:pt x="8055499" y="6872503"/>
                  <a:pt x="8109935" y="6752336"/>
                  <a:pt x="8109935" y="6612654"/>
                </a:cubicBezTo>
                <a:cubicBezTo>
                  <a:pt x="8109935" y="6502553"/>
                  <a:pt x="8076247" y="6404776"/>
                  <a:pt x="8008871" y="6319323"/>
                </a:cubicBezTo>
                <a:cubicBezTo>
                  <a:pt x="7940674" y="6233871"/>
                  <a:pt x="7808798" y="6143078"/>
                  <a:pt x="7613244" y="6046945"/>
                </a:cubicBezTo>
                <a:cubicBezTo>
                  <a:pt x="7473564" y="5977926"/>
                  <a:pt x="7384413" y="5929859"/>
                  <a:pt x="7345796" y="5902744"/>
                </a:cubicBezTo>
                <a:cubicBezTo>
                  <a:pt x="7293209" y="5864948"/>
                  <a:pt x="7255003" y="5826741"/>
                  <a:pt x="7231174" y="5788123"/>
                </a:cubicBezTo>
                <a:cubicBezTo>
                  <a:pt x="7213920" y="5759365"/>
                  <a:pt x="7205293" y="5726499"/>
                  <a:pt x="7205293" y="5689524"/>
                </a:cubicBezTo>
                <a:cubicBezTo>
                  <a:pt x="7205293" y="5631187"/>
                  <a:pt x="7229737" y="5579628"/>
                  <a:pt x="7278625" y="5534848"/>
                </a:cubicBezTo>
                <a:cubicBezTo>
                  <a:pt x="7327514" y="5490068"/>
                  <a:pt x="7393862" y="5467677"/>
                  <a:pt x="7477671" y="5467677"/>
                </a:cubicBezTo>
                <a:cubicBezTo>
                  <a:pt x="7586129" y="5467677"/>
                  <a:pt x="7686987" y="5510198"/>
                  <a:pt x="7780246" y="5595239"/>
                </a:cubicBezTo>
                <a:cubicBezTo>
                  <a:pt x="7873503" y="5680281"/>
                  <a:pt x="7932046" y="5792642"/>
                  <a:pt x="7955874" y="5932324"/>
                </a:cubicBezTo>
                <a:lnTo>
                  <a:pt x="8006406" y="5932324"/>
                </a:lnTo>
                <a:lnTo>
                  <a:pt x="7992849" y="5375241"/>
                </a:lnTo>
                <a:lnTo>
                  <a:pt x="7955874" y="5375241"/>
                </a:lnTo>
                <a:cubicBezTo>
                  <a:pt x="7945192" y="5425362"/>
                  <a:pt x="7933690" y="5456996"/>
                  <a:pt x="7921365" y="5470142"/>
                </a:cubicBezTo>
                <a:cubicBezTo>
                  <a:pt x="7909040" y="5483289"/>
                  <a:pt x="7892196" y="5489862"/>
                  <a:pt x="7870834" y="5489862"/>
                </a:cubicBezTo>
                <a:cubicBezTo>
                  <a:pt x="7848648" y="5489862"/>
                  <a:pt x="7809825" y="5476510"/>
                  <a:pt x="7754363" y="5449806"/>
                </a:cubicBezTo>
                <a:cubicBezTo>
                  <a:pt x="7698901" y="5423103"/>
                  <a:pt x="7651862" y="5404821"/>
                  <a:pt x="7613244" y="5394961"/>
                </a:cubicBezTo>
                <a:cubicBezTo>
                  <a:pt x="7562302" y="5381815"/>
                  <a:pt x="7509716" y="5375241"/>
                  <a:pt x="7455486" y="5375241"/>
                </a:cubicBezTo>
                <a:close/>
                <a:moveTo>
                  <a:pt x="2328302" y="5375241"/>
                </a:moveTo>
                <a:cubicBezTo>
                  <a:pt x="2070302" y="5375241"/>
                  <a:pt x="1857493" y="5458023"/>
                  <a:pt x="1689875" y="5623587"/>
                </a:cubicBezTo>
                <a:cubicBezTo>
                  <a:pt x="1522258" y="5789150"/>
                  <a:pt x="1438449" y="5996824"/>
                  <a:pt x="1438449" y="6246607"/>
                </a:cubicBezTo>
                <a:cubicBezTo>
                  <a:pt x="1438449" y="6461880"/>
                  <a:pt x="1500279" y="6647164"/>
                  <a:pt x="1623937" y="6802457"/>
                </a:cubicBezTo>
                <a:cubicBezTo>
                  <a:pt x="1747597" y="6957749"/>
                  <a:pt x="1910490" y="7056759"/>
                  <a:pt x="2112617" y="7099485"/>
                </a:cubicBezTo>
                <a:cubicBezTo>
                  <a:pt x="2173420" y="7244096"/>
                  <a:pt x="2264007" y="7353787"/>
                  <a:pt x="2384380" y="7428558"/>
                </a:cubicBezTo>
                <a:cubicBezTo>
                  <a:pt x="2504752" y="7503329"/>
                  <a:pt x="2641352" y="7540714"/>
                  <a:pt x="2794180" y="7540714"/>
                </a:cubicBezTo>
                <a:cubicBezTo>
                  <a:pt x="2891957" y="7540714"/>
                  <a:pt x="3002881" y="7525103"/>
                  <a:pt x="3126950" y="7493879"/>
                </a:cubicBezTo>
                <a:lnTo>
                  <a:pt x="3126950" y="7418698"/>
                </a:lnTo>
                <a:cubicBezTo>
                  <a:pt x="3089976" y="7425271"/>
                  <a:pt x="3055056" y="7428558"/>
                  <a:pt x="3022189" y="7428558"/>
                </a:cubicBezTo>
                <a:cubicBezTo>
                  <a:pt x="2902228" y="7428558"/>
                  <a:pt x="2802397" y="7401033"/>
                  <a:pt x="2722696" y="7345982"/>
                </a:cubicBezTo>
                <a:cubicBezTo>
                  <a:pt x="2642996" y="7290931"/>
                  <a:pt x="2584247" y="7208765"/>
                  <a:pt x="2546451" y="7099485"/>
                </a:cubicBezTo>
                <a:cubicBezTo>
                  <a:pt x="2730502" y="7068262"/>
                  <a:pt x="2887849" y="6972539"/>
                  <a:pt x="3018492" y="6812316"/>
                </a:cubicBezTo>
                <a:cubicBezTo>
                  <a:pt x="3149135" y="6652094"/>
                  <a:pt x="3214457" y="6463524"/>
                  <a:pt x="3214457" y="6246607"/>
                </a:cubicBezTo>
                <a:cubicBezTo>
                  <a:pt x="3214457" y="5997645"/>
                  <a:pt x="3131059" y="5790177"/>
                  <a:pt x="2964263" y="5624203"/>
                </a:cubicBezTo>
                <a:cubicBezTo>
                  <a:pt x="2797467" y="5458229"/>
                  <a:pt x="2585480" y="5375241"/>
                  <a:pt x="2328302" y="5375241"/>
                </a:cubicBezTo>
                <a:close/>
                <a:moveTo>
                  <a:pt x="7414010" y="2903709"/>
                </a:moveTo>
                <a:lnTo>
                  <a:pt x="7662971" y="3479278"/>
                </a:lnTo>
                <a:lnTo>
                  <a:pt x="7157653" y="3479278"/>
                </a:lnTo>
                <a:close/>
                <a:moveTo>
                  <a:pt x="10315534" y="2374974"/>
                </a:moveTo>
                <a:lnTo>
                  <a:pt x="10315534" y="2420575"/>
                </a:lnTo>
                <a:cubicBezTo>
                  <a:pt x="10368942" y="2421397"/>
                  <a:pt x="10411668" y="2434338"/>
                  <a:pt x="10443713" y="2459399"/>
                </a:cubicBezTo>
                <a:cubicBezTo>
                  <a:pt x="10475757" y="2484459"/>
                  <a:pt x="10530808" y="2567652"/>
                  <a:pt x="10608865" y="2708976"/>
                </a:cubicBezTo>
                <a:lnTo>
                  <a:pt x="11002027" y="3425049"/>
                </a:lnTo>
                <a:lnTo>
                  <a:pt x="11002027" y="3760284"/>
                </a:lnTo>
                <a:cubicBezTo>
                  <a:pt x="11002027" y="3844093"/>
                  <a:pt x="10997508" y="3895857"/>
                  <a:pt x="10988470" y="3915577"/>
                </a:cubicBezTo>
                <a:cubicBezTo>
                  <a:pt x="10976145" y="3943513"/>
                  <a:pt x="10959301" y="3963233"/>
                  <a:pt x="10937938" y="3974736"/>
                </a:cubicBezTo>
                <a:cubicBezTo>
                  <a:pt x="10909179" y="3991991"/>
                  <a:pt x="10870152" y="4000618"/>
                  <a:pt x="10820852" y="4000618"/>
                </a:cubicBezTo>
                <a:lnTo>
                  <a:pt x="10733346" y="4000618"/>
                </a:lnTo>
                <a:lnTo>
                  <a:pt x="10733346" y="4046220"/>
                </a:lnTo>
                <a:lnTo>
                  <a:pt x="11671266" y="4046220"/>
                </a:lnTo>
                <a:lnTo>
                  <a:pt x="11671266" y="4000618"/>
                </a:lnTo>
                <a:lnTo>
                  <a:pt x="11577597" y="4000618"/>
                </a:lnTo>
                <a:cubicBezTo>
                  <a:pt x="11533227" y="4000618"/>
                  <a:pt x="11497690" y="3992607"/>
                  <a:pt x="11470987" y="3976585"/>
                </a:cubicBezTo>
                <a:cubicBezTo>
                  <a:pt x="11444283" y="3960563"/>
                  <a:pt x="11426412" y="3942076"/>
                  <a:pt x="11417374" y="3921123"/>
                </a:cubicBezTo>
                <a:cubicBezTo>
                  <a:pt x="11408335" y="3900171"/>
                  <a:pt x="11403817" y="3846558"/>
                  <a:pt x="11403817" y="3760284"/>
                </a:cubicBezTo>
                <a:lnTo>
                  <a:pt x="11403817" y="3356030"/>
                </a:lnTo>
                <a:lnTo>
                  <a:pt x="11766167" y="2750881"/>
                </a:lnTo>
                <a:cubicBezTo>
                  <a:pt x="11854905" y="2597231"/>
                  <a:pt x="11919815" y="2503152"/>
                  <a:pt x="11960899" y="2468642"/>
                </a:cubicBezTo>
                <a:cubicBezTo>
                  <a:pt x="11990479" y="2443992"/>
                  <a:pt x="12032793" y="2427970"/>
                  <a:pt x="12087845" y="2420575"/>
                </a:cubicBezTo>
                <a:lnTo>
                  <a:pt x="12087845" y="2374974"/>
                </a:lnTo>
                <a:lnTo>
                  <a:pt x="11577597" y="2374974"/>
                </a:lnTo>
                <a:lnTo>
                  <a:pt x="11577597" y="2420575"/>
                </a:lnTo>
                <a:cubicBezTo>
                  <a:pt x="11652367" y="2424684"/>
                  <a:pt x="11703721" y="2437009"/>
                  <a:pt x="11731657" y="2457550"/>
                </a:cubicBezTo>
                <a:cubicBezTo>
                  <a:pt x="11753020" y="2472340"/>
                  <a:pt x="11763702" y="2490827"/>
                  <a:pt x="11763702" y="2513012"/>
                </a:cubicBezTo>
                <a:cubicBezTo>
                  <a:pt x="11763702" y="2553273"/>
                  <a:pt x="11726316" y="2635027"/>
                  <a:pt x="11651546" y="2758276"/>
                </a:cubicBezTo>
                <a:lnTo>
                  <a:pt x="11350820" y="3262361"/>
                </a:lnTo>
                <a:lnTo>
                  <a:pt x="11048862" y="2708976"/>
                </a:lnTo>
                <a:cubicBezTo>
                  <a:pt x="10983128" y="2589836"/>
                  <a:pt x="10950263" y="2515476"/>
                  <a:pt x="10950263" y="2485897"/>
                </a:cubicBezTo>
                <a:cubicBezTo>
                  <a:pt x="10950263" y="2470286"/>
                  <a:pt x="10959917" y="2455496"/>
                  <a:pt x="10979226" y="2441527"/>
                </a:cubicBezTo>
                <a:cubicBezTo>
                  <a:pt x="10998534" y="2427559"/>
                  <a:pt x="11032428" y="2420575"/>
                  <a:pt x="11080906" y="2420575"/>
                </a:cubicBezTo>
                <a:lnTo>
                  <a:pt x="11116648" y="2420575"/>
                </a:lnTo>
                <a:lnTo>
                  <a:pt x="11116648" y="2374974"/>
                </a:lnTo>
                <a:close/>
                <a:moveTo>
                  <a:pt x="8509816" y="2374974"/>
                </a:moveTo>
                <a:lnTo>
                  <a:pt x="8509816" y="2420575"/>
                </a:lnTo>
                <a:cubicBezTo>
                  <a:pt x="8560759" y="2422219"/>
                  <a:pt x="8599788" y="2430024"/>
                  <a:pt x="8626902" y="2443992"/>
                </a:cubicBezTo>
                <a:cubicBezTo>
                  <a:pt x="8654017" y="2457961"/>
                  <a:pt x="8685240" y="2487129"/>
                  <a:pt x="8720571" y="2531499"/>
                </a:cubicBezTo>
                <a:lnTo>
                  <a:pt x="8756313" y="2575868"/>
                </a:lnTo>
                <a:lnTo>
                  <a:pt x="8756313" y="3755354"/>
                </a:lnTo>
                <a:cubicBezTo>
                  <a:pt x="8756313" y="3844093"/>
                  <a:pt x="8738237" y="3906950"/>
                  <a:pt x="8702084" y="3943924"/>
                </a:cubicBezTo>
                <a:cubicBezTo>
                  <a:pt x="8665931" y="3980899"/>
                  <a:pt x="8601842" y="3999797"/>
                  <a:pt x="8509816" y="4000618"/>
                </a:cubicBezTo>
                <a:lnTo>
                  <a:pt x="8509816" y="4046220"/>
                </a:lnTo>
                <a:lnTo>
                  <a:pt x="9102641" y="4046220"/>
                </a:lnTo>
                <a:lnTo>
                  <a:pt x="9102641" y="4000618"/>
                </a:lnTo>
                <a:lnTo>
                  <a:pt x="9063202" y="4000618"/>
                </a:lnTo>
                <a:cubicBezTo>
                  <a:pt x="9006507" y="4000618"/>
                  <a:pt x="8956180" y="3983774"/>
                  <a:pt x="8912222" y="3950087"/>
                </a:cubicBezTo>
                <a:cubicBezTo>
                  <a:pt x="8868264" y="3916399"/>
                  <a:pt x="8846284" y="3851488"/>
                  <a:pt x="8846284" y="3755354"/>
                </a:cubicBezTo>
                <a:lnTo>
                  <a:pt x="8846284" y="2692954"/>
                </a:lnTo>
                <a:lnTo>
                  <a:pt x="9976471" y="4084427"/>
                </a:lnTo>
                <a:lnTo>
                  <a:pt x="10018376" y="4084427"/>
                </a:lnTo>
                <a:lnTo>
                  <a:pt x="10018376" y="2692954"/>
                </a:lnTo>
                <a:cubicBezTo>
                  <a:pt x="10018376" y="2614075"/>
                  <a:pt x="10025154" y="2558408"/>
                  <a:pt x="10038712" y="2525953"/>
                </a:cubicBezTo>
                <a:cubicBezTo>
                  <a:pt x="10052269" y="2493497"/>
                  <a:pt x="10071167" y="2470080"/>
                  <a:pt x="10095406" y="2455701"/>
                </a:cubicBezTo>
                <a:cubicBezTo>
                  <a:pt x="10119645" y="2441322"/>
                  <a:pt x="10167095" y="2429614"/>
                  <a:pt x="10237758" y="2420575"/>
                </a:cubicBezTo>
                <a:lnTo>
                  <a:pt x="10237758" y="2374974"/>
                </a:lnTo>
                <a:lnTo>
                  <a:pt x="9685605" y="2374974"/>
                </a:lnTo>
                <a:lnTo>
                  <a:pt x="9685605" y="2420575"/>
                </a:lnTo>
                <a:cubicBezTo>
                  <a:pt x="9778452" y="2418932"/>
                  <a:pt x="9844596" y="2441938"/>
                  <a:pt x="9884035" y="2489594"/>
                </a:cubicBezTo>
                <a:cubicBezTo>
                  <a:pt x="9912793" y="2524925"/>
                  <a:pt x="9927172" y="2592712"/>
                  <a:pt x="9927172" y="2692954"/>
                </a:cubicBezTo>
                <a:lnTo>
                  <a:pt x="9927172" y="3411492"/>
                </a:lnTo>
                <a:lnTo>
                  <a:pt x="9102641" y="2374974"/>
                </a:lnTo>
                <a:close/>
                <a:moveTo>
                  <a:pt x="7563140" y="2340464"/>
                </a:moveTo>
                <a:lnTo>
                  <a:pt x="6965386" y="3674010"/>
                </a:lnTo>
                <a:cubicBezTo>
                  <a:pt x="6908692" y="3801367"/>
                  <a:pt x="6861036" y="3885381"/>
                  <a:pt x="6822418" y="3926053"/>
                </a:cubicBezTo>
                <a:cubicBezTo>
                  <a:pt x="6783801" y="3966725"/>
                  <a:pt x="6734501" y="3991580"/>
                  <a:pt x="6674520" y="4000618"/>
                </a:cubicBezTo>
                <a:lnTo>
                  <a:pt x="6674520" y="4046220"/>
                </a:lnTo>
                <a:lnTo>
                  <a:pt x="7230369" y="4046220"/>
                </a:lnTo>
                <a:lnTo>
                  <a:pt x="7230369" y="4000618"/>
                </a:lnTo>
                <a:cubicBezTo>
                  <a:pt x="7143275" y="3994045"/>
                  <a:pt x="7088634" y="3984185"/>
                  <a:pt x="7066450" y="3971039"/>
                </a:cubicBezTo>
                <a:cubicBezTo>
                  <a:pt x="7028654" y="3948854"/>
                  <a:pt x="7009755" y="3914345"/>
                  <a:pt x="7009755" y="3867510"/>
                </a:cubicBezTo>
                <a:cubicBezTo>
                  <a:pt x="7009755" y="3832179"/>
                  <a:pt x="7021259" y="3787399"/>
                  <a:pt x="7044264" y="3733169"/>
                </a:cubicBezTo>
                <a:lnTo>
                  <a:pt x="7114516" y="3570482"/>
                </a:lnTo>
                <a:lnTo>
                  <a:pt x="7704875" y="3570482"/>
                </a:lnTo>
                <a:lnTo>
                  <a:pt x="7793614" y="3778772"/>
                </a:lnTo>
                <a:cubicBezTo>
                  <a:pt x="7816621" y="3833001"/>
                  <a:pt x="7828946" y="3863813"/>
                  <a:pt x="7830590" y="3871208"/>
                </a:cubicBezTo>
                <a:cubicBezTo>
                  <a:pt x="7835519" y="3886819"/>
                  <a:pt x="7837984" y="3902020"/>
                  <a:pt x="7837984" y="3916810"/>
                </a:cubicBezTo>
                <a:cubicBezTo>
                  <a:pt x="7837984" y="3941459"/>
                  <a:pt x="7828946" y="3960357"/>
                  <a:pt x="7810869" y="3973504"/>
                </a:cubicBezTo>
                <a:cubicBezTo>
                  <a:pt x="7784577" y="3991580"/>
                  <a:pt x="7738975" y="4000618"/>
                  <a:pt x="7674064" y="4000618"/>
                </a:cubicBezTo>
                <a:lnTo>
                  <a:pt x="7640787" y="4000618"/>
                </a:lnTo>
                <a:lnTo>
                  <a:pt x="7640787" y="4046220"/>
                </a:lnTo>
                <a:lnTo>
                  <a:pt x="8449294" y="4046220"/>
                </a:lnTo>
                <a:lnTo>
                  <a:pt x="8449294" y="4000618"/>
                </a:lnTo>
                <a:cubicBezTo>
                  <a:pt x="8398352" y="3996510"/>
                  <a:pt x="8358913" y="3981720"/>
                  <a:pt x="8330978" y="3956249"/>
                </a:cubicBezTo>
                <a:cubicBezTo>
                  <a:pt x="8294003" y="3922561"/>
                  <a:pt x="8246757" y="3840806"/>
                  <a:pt x="8189241" y="3710985"/>
                </a:cubicBezTo>
                <a:lnTo>
                  <a:pt x="7586557" y="2340464"/>
                </a:lnTo>
                <a:close/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rcRect/>
            <a:stretch>
              <a:fillRect t="139" b="139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90FDB21-A98B-5618-D0A6-1A3D8CC576F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228600" y="-385143"/>
            <a:ext cx="20726400" cy="3356943"/>
            <a:chOff x="-228600" y="-385143"/>
            <a:chExt cx="20726400" cy="3356943"/>
          </a:xfrm>
        </p:grpSpPr>
        <p:pic>
          <p:nvPicPr>
            <p:cNvPr id="2054" name="Picture 6" descr="Ripped paper HD wallpapers | Pxfuel">
              <a:extLst>
                <a:ext uri="{FF2B5EF4-FFF2-40B4-BE49-F238E27FC236}">
                  <a16:creationId xmlns:a16="http://schemas.microsoft.com/office/drawing/2014/main" id="{B6445AD3-30BE-A513-2261-30B66E4B14C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28600" y="-190500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 descr="Ripped paper HD wallpapers | Pxfuel">
              <a:extLst>
                <a:ext uri="{FF2B5EF4-FFF2-40B4-BE49-F238E27FC236}">
                  <a16:creationId xmlns:a16="http://schemas.microsoft.com/office/drawing/2014/main" id="{D79C435E-FC2C-0987-38F4-BD5617B7AD8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-190500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6" descr="Ripped paper HD wallpapers | Pxfuel">
              <a:extLst>
                <a:ext uri="{FF2B5EF4-FFF2-40B4-BE49-F238E27FC236}">
                  <a16:creationId xmlns:a16="http://schemas.microsoft.com/office/drawing/2014/main" id="{CFBC1D57-75E7-8D38-6F65-563C6CA33B2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64050" y="-385143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 descr="Ripped paper HD wallpapers | Pxfuel">
              <a:extLst>
                <a:ext uri="{FF2B5EF4-FFF2-40B4-BE49-F238E27FC236}">
                  <a16:creationId xmlns:a16="http://schemas.microsoft.com/office/drawing/2014/main" id="{72EE94F1-4F24-8CFA-92E8-EA10DFC0CC2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99001" y="-291963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Ripped paper HD wallpapers | Pxfuel">
              <a:extLst>
                <a:ext uri="{FF2B5EF4-FFF2-40B4-BE49-F238E27FC236}">
                  <a16:creationId xmlns:a16="http://schemas.microsoft.com/office/drawing/2014/main" id="{941145CD-93C5-FB9B-7747-F6A16A18BBF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3000" y="-282645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Ripped paper HD wallpapers | Pxfuel">
              <a:extLst>
                <a:ext uri="{FF2B5EF4-FFF2-40B4-BE49-F238E27FC236}">
                  <a16:creationId xmlns:a16="http://schemas.microsoft.com/office/drawing/2014/main" id="{CD5B9180-4ECB-E3FF-DDC8-685715C6377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0445" y="-300246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Ripped paper HD wallpapers | Pxfuel">
              <a:extLst>
                <a:ext uri="{FF2B5EF4-FFF2-40B4-BE49-F238E27FC236}">
                  <a16:creationId xmlns:a16="http://schemas.microsoft.com/office/drawing/2014/main" id="{F8547D44-A08F-E43E-9781-75F53A36770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30400" y="-326129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220962-2DC4-7BFD-69D2-078A6037BFA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0800000">
            <a:off x="-914400" y="7509844"/>
            <a:ext cx="20726400" cy="3356943"/>
            <a:chOff x="-228600" y="-385143"/>
            <a:chExt cx="20726400" cy="3356943"/>
          </a:xfrm>
        </p:grpSpPr>
        <p:pic>
          <p:nvPicPr>
            <p:cNvPr id="12" name="Picture 6" descr="Ripped paper HD wallpapers | Pxfuel">
              <a:extLst>
                <a:ext uri="{FF2B5EF4-FFF2-40B4-BE49-F238E27FC236}">
                  <a16:creationId xmlns:a16="http://schemas.microsoft.com/office/drawing/2014/main" id="{618D8AE8-3EC3-32D1-C0D2-80D8E01869A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28600" y="-190500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Ripped paper HD wallpapers | Pxfuel">
              <a:extLst>
                <a:ext uri="{FF2B5EF4-FFF2-40B4-BE49-F238E27FC236}">
                  <a16:creationId xmlns:a16="http://schemas.microsoft.com/office/drawing/2014/main" id="{51420047-588A-8B17-CB5F-668CA76883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5600" y="-190500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 descr="Ripped paper HD wallpapers | Pxfuel">
              <a:extLst>
                <a:ext uri="{FF2B5EF4-FFF2-40B4-BE49-F238E27FC236}">
                  <a16:creationId xmlns:a16="http://schemas.microsoft.com/office/drawing/2014/main" id="{CB865FBE-5E71-A996-1E64-077BA13FCF4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64050" y="-385143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Ripped paper HD wallpapers | Pxfuel">
              <a:extLst>
                <a:ext uri="{FF2B5EF4-FFF2-40B4-BE49-F238E27FC236}">
                  <a16:creationId xmlns:a16="http://schemas.microsoft.com/office/drawing/2014/main" id="{A307D242-B2AD-163D-772B-B0224BB8E4E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99001" y="-291963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Ripped paper HD wallpapers | Pxfuel">
              <a:extLst>
                <a:ext uri="{FF2B5EF4-FFF2-40B4-BE49-F238E27FC236}">
                  <a16:creationId xmlns:a16="http://schemas.microsoft.com/office/drawing/2014/main" id="{61B7C37E-4E4F-5444-146D-51239E27A52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3000" y="-282645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 descr="Ripped paper HD wallpapers | Pxfuel">
              <a:extLst>
                <a:ext uri="{FF2B5EF4-FFF2-40B4-BE49-F238E27FC236}">
                  <a16:creationId xmlns:a16="http://schemas.microsoft.com/office/drawing/2014/main" id="{FCD547A4-C4EC-BC8E-5B3E-0789565991E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0445" y="-300246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Ripped paper HD wallpapers | Pxfuel">
              <a:extLst>
                <a:ext uri="{FF2B5EF4-FFF2-40B4-BE49-F238E27FC236}">
                  <a16:creationId xmlns:a16="http://schemas.microsoft.com/office/drawing/2014/main" id="{5A48BFA7-C0F5-D8E8-31DA-1A33ABD95E2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30400" y="-326129"/>
              <a:ext cx="3333750" cy="3162300"/>
            </a:xfrm>
            <a:prstGeom prst="rect">
              <a:avLst/>
            </a:prstGeom>
            <a:noFill/>
            <a:effectLst>
              <a:softEdge rad="63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DDBC144-D3CB-1165-2361-BD5D0480B9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28600" y="2400300"/>
            <a:ext cx="20388470" cy="5638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glow rad="228600">
              <a:schemeClr val="bg1">
                <a:lumMod val="9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67E7A-0351-23CF-1B95-E7D095A90E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05150" y="3985197"/>
            <a:ext cx="156210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05035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7083A-1F51-4378-D27F-E9F74F27CDCE}"/>
              </a:ext>
            </a:extLst>
          </p:cNvPr>
          <p:cNvSpPr txBox="1"/>
          <p:nvPr/>
        </p:nvSpPr>
        <p:spPr>
          <a:xfrm>
            <a:off x="554985" y="1048976"/>
            <a:ext cx="426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League Spartan" panose="020B0604020202020204" charset="0"/>
              </a:rPr>
              <a:t>EMPOWERED</a:t>
            </a:r>
            <a:endParaRPr lang="en-US" sz="4800" dirty="0">
              <a:latin typeface="League Spartan" panose="020B0604020202020204" charset="0"/>
            </a:endParaRPr>
          </a:p>
          <a:p>
            <a:r>
              <a:rPr lang="en-US" sz="4400" dirty="0">
                <a:latin typeface="League Spartan" panose="020B0604020202020204" charset="0"/>
              </a:rPr>
              <a:t>SOULS</a:t>
            </a:r>
            <a:endParaRPr lang="en-US" sz="4800" dirty="0">
              <a:latin typeface="League Spartan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6DB95-E873-D34C-F80D-1CCE472F4A84}"/>
              </a:ext>
            </a:extLst>
          </p:cNvPr>
          <p:cNvSpPr/>
          <p:nvPr/>
        </p:nvSpPr>
        <p:spPr>
          <a:xfrm>
            <a:off x="3124200" y="3543300"/>
            <a:ext cx="13030200" cy="5715000"/>
          </a:xfrm>
          <a:prstGeom prst="rect">
            <a:avLst/>
          </a:prstGeom>
          <a:blipFill>
            <a:blip r:embed="rId2"/>
            <a:stretch>
              <a:fillRect t="-16666" b="-16666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1B1A9-D5C1-FBC8-90B6-7BFE51BDA958}"/>
              </a:ext>
            </a:extLst>
          </p:cNvPr>
          <p:cNvSpPr/>
          <p:nvPr/>
        </p:nvSpPr>
        <p:spPr>
          <a:xfrm>
            <a:off x="3536406" y="3820523"/>
            <a:ext cx="6137018" cy="5160554"/>
          </a:xfrm>
          <a:prstGeom prst="rect">
            <a:avLst/>
          </a:prstGeom>
          <a:blipFill>
            <a:blip r:embed="rId3"/>
            <a:srcRect/>
            <a:stretch>
              <a:fillRect l="-49500" t="-65977" r="-84662" b="-247501"/>
            </a:stretch>
          </a:blipFill>
          <a:ln>
            <a:noFill/>
          </a:ln>
          <a:effectLst>
            <a:glow rad="127000">
              <a:schemeClr val="tx1">
                <a:lumMod val="50000"/>
                <a:lumOff val="5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D7B9-98F8-736C-133E-A737D59924E9}"/>
              </a:ext>
            </a:extLst>
          </p:cNvPr>
          <p:cNvSpPr txBox="1"/>
          <p:nvPr/>
        </p:nvSpPr>
        <p:spPr>
          <a:xfrm>
            <a:off x="10183746" y="4428399"/>
            <a:ext cx="5829300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eague Spartan" panose="020B0604020202020204" charset="0"/>
              </a:rPr>
              <a:t>SANDUNI PIERIS - 20222038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CB692BC-ADA5-F954-A955-598F376D36B8}"/>
              </a:ext>
            </a:extLst>
          </p:cNvPr>
          <p:cNvGrpSpPr/>
          <p:nvPr/>
        </p:nvGrpSpPr>
        <p:grpSpPr>
          <a:xfrm>
            <a:off x="5741100" y="1025829"/>
            <a:ext cx="1802732" cy="2221290"/>
            <a:chOff x="5633837" y="639701"/>
            <a:chExt cx="1802732" cy="222129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62C1D42-829A-413D-357F-4A3CD8224454}"/>
                </a:ext>
              </a:extLst>
            </p:cNvPr>
            <p:cNvGrpSpPr/>
            <p:nvPr/>
          </p:nvGrpSpPr>
          <p:grpSpPr>
            <a:xfrm>
              <a:off x="5633837" y="639701"/>
              <a:ext cx="1802732" cy="1752600"/>
              <a:chOff x="6198268" y="876300"/>
              <a:chExt cx="2031332" cy="1981200"/>
            </a:xfrm>
          </p:grpSpPr>
          <p:sp>
            <p:nvSpPr>
              <p:cNvPr id="5" name="Flowchart: Connector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AC4F2AB-A968-84C3-A778-5FE22BADC53A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3"/>
                <a:srcRect/>
                <a:stretch>
                  <a:fillRect l="-42559" t="-36839" r="-65934" b="-1756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Flowchart: Connector 5">
                <a:extLst>
                  <a:ext uri="{FF2B5EF4-FFF2-40B4-BE49-F238E27FC236}">
                    <a16:creationId xmlns:a16="http://schemas.microsoft.com/office/drawing/2014/main" id="{97F853FA-7DBE-5958-73F4-DEE5985A599E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4BE380-8B58-3B7C-4EF9-57EC05962062}"/>
                </a:ext>
              </a:extLst>
            </p:cNvPr>
            <p:cNvSpPr txBox="1"/>
            <p:nvPr/>
          </p:nvSpPr>
          <p:spPr>
            <a:xfrm>
              <a:off x="5963702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Sanduni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01652B-767A-33D9-0CD9-0549D38D0573}"/>
              </a:ext>
            </a:extLst>
          </p:cNvPr>
          <p:cNvGrpSpPr/>
          <p:nvPr/>
        </p:nvGrpSpPr>
        <p:grpSpPr>
          <a:xfrm>
            <a:off x="15062601" y="1028700"/>
            <a:ext cx="1802732" cy="2257455"/>
            <a:chOff x="7870692" y="639701"/>
            <a:chExt cx="1802732" cy="225745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ED36455-8D26-BC51-F382-BCD9A943D9CD}"/>
                </a:ext>
              </a:extLst>
            </p:cNvPr>
            <p:cNvGrpSpPr/>
            <p:nvPr/>
          </p:nvGrpSpPr>
          <p:grpSpPr>
            <a:xfrm>
              <a:off x="7870692" y="639701"/>
              <a:ext cx="1802732" cy="1752600"/>
              <a:chOff x="6198268" y="876300"/>
              <a:chExt cx="2031332" cy="1981200"/>
            </a:xfrm>
          </p:grpSpPr>
          <p:sp>
            <p:nvSpPr>
              <p:cNvPr id="12" name="Flowchart: Connector 11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224C0A1-08C1-3DC3-D3EC-A1FB3B8EEA3A}"/>
                  </a:ext>
                </a:extLst>
              </p:cNvPr>
              <p:cNvSpPr/>
              <p:nvPr/>
            </p:nvSpPr>
            <p:spPr>
              <a:xfrm>
                <a:off x="6347660" y="1038630"/>
                <a:ext cx="1732547" cy="1722060"/>
              </a:xfrm>
              <a:prstGeom prst="flowChartConnector">
                <a:avLst/>
              </a:prstGeom>
              <a:blipFill>
                <a:blip r:embed="rId6"/>
                <a:srcRect/>
                <a:stretch>
                  <a:fillRect l="-9558" t="-6763" r="-5996" b="-4874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FB30BE1E-20C9-BBFF-81AF-26F98174BCFA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9886FB-C21F-3D31-F96D-4A4D08D3924A}"/>
                </a:ext>
              </a:extLst>
            </p:cNvPr>
            <p:cNvSpPr txBox="1"/>
            <p:nvPr/>
          </p:nvSpPr>
          <p:spPr>
            <a:xfrm>
              <a:off x="8244677" y="249704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Suvin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FAA301-060F-76BB-36B2-79CD219E6AFA}"/>
              </a:ext>
            </a:extLst>
          </p:cNvPr>
          <p:cNvGrpSpPr/>
          <p:nvPr/>
        </p:nvGrpSpPr>
        <p:grpSpPr>
          <a:xfrm>
            <a:off x="7999956" y="1039940"/>
            <a:ext cx="1802732" cy="2222789"/>
            <a:chOff x="14733655" y="638202"/>
            <a:chExt cx="1802732" cy="222278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F8BED47-8AEB-751A-286C-1565FD0BE37A}"/>
                </a:ext>
              </a:extLst>
            </p:cNvPr>
            <p:cNvGrpSpPr/>
            <p:nvPr/>
          </p:nvGrpSpPr>
          <p:grpSpPr>
            <a:xfrm>
              <a:off x="14733655" y="638202"/>
              <a:ext cx="1802732" cy="1752600"/>
              <a:chOff x="6198268" y="876300"/>
              <a:chExt cx="2031332" cy="1981200"/>
            </a:xfrm>
          </p:grpSpPr>
          <p:sp>
            <p:nvSpPr>
              <p:cNvPr id="15" name="Flowchart: Connector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1CD5ACE-A150-E4A9-B89F-48DA90C147AF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8"/>
                <a:srcRect/>
                <a:stretch>
                  <a:fillRect l="-19412" t="-8909" r="-30080" b="-419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0588B802-755B-7529-E1FB-25569A518DCB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584C798-52A5-01C5-B88E-E7377FDE9D6B}"/>
                </a:ext>
              </a:extLst>
            </p:cNvPr>
            <p:cNvSpPr txBox="1"/>
            <p:nvPr/>
          </p:nvSpPr>
          <p:spPr>
            <a:xfrm>
              <a:off x="15087600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Sathmi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5CB719E-AB5E-44A3-E78E-886C39B2E752}"/>
              </a:ext>
            </a:extLst>
          </p:cNvPr>
          <p:cNvGrpSpPr/>
          <p:nvPr/>
        </p:nvGrpSpPr>
        <p:grpSpPr>
          <a:xfrm>
            <a:off x="12613008" y="987729"/>
            <a:ext cx="1802732" cy="2225455"/>
            <a:chOff x="10183746" y="670181"/>
            <a:chExt cx="1802732" cy="222545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AC7B6D9-D397-A753-2A41-6DB20A91212A}"/>
                </a:ext>
              </a:extLst>
            </p:cNvPr>
            <p:cNvGrpSpPr/>
            <p:nvPr/>
          </p:nvGrpSpPr>
          <p:grpSpPr>
            <a:xfrm>
              <a:off x="10183746" y="670181"/>
              <a:ext cx="1802732" cy="1752600"/>
              <a:chOff x="6198268" y="876300"/>
              <a:chExt cx="2031332" cy="1981200"/>
            </a:xfrm>
          </p:grpSpPr>
          <p:sp>
            <p:nvSpPr>
              <p:cNvPr id="9" name="Flowchart: Connector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C74344F0-25CD-129E-BEFF-F9EC7BD781B2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0"/>
                <a:srcRect/>
                <a:stretch>
                  <a:fillRect t="-691" b="-3388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46B003CC-7C9A-D3D7-7D9B-B616ADF1BE2C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6B1CF4-C3C7-5D10-5A43-67104C1DC2D4}"/>
                </a:ext>
              </a:extLst>
            </p:cNvPr>
            <p:cNvSpPr txBox="1"/>
            <p:nvPr/>
          </p:nvSpPr>
          <p:spPr>
            <a:xfrm>
              <a:off x="10485038" y="249552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Malmi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492885-1F9D-6C13-D4E3-B83EE4320688}"/>
              </a:ext>
            </a:extLst>
          </p:cNvPr>
          <p:cNvGrpSpPr/>
          <p:nvPr/>
        </p:nvGrpSpPr>
        <p:grpSpPr>
          <a:xfrm>
            <a:off x="10361892" y="1032556"/>
            <a:ext cx="1802732" cy="2184689"/>
            <a:chOff x="12496800" y="638202"/>
            <a:chExt cx="1802732" cy="218468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03428E7-4E22-E544-B84E-ED930CD7705D}"/>
                </a:ext>
              </a:extLst>
            </p:cNvPr>
            <p:cNvGrpSpPr/>
            <p:nvPr/>
          </p:nvGrpSpPr>
          <p:grpSpPr>
            <a:xfrm>
              <a:off x="12496800" y="638202"/>
              <a:ext cx="1802732" cy="1752600"/>
              <a:chOff x="6198268" y="876300"/>
              <a:chExt cx="2031332" cy="1981200"/>
            </a:xfrm>
          </p:grpSpPr>
          <p:sp>
            <p:nvSpPr>
              <p:cNvPr id="18" name="Flowchart: Connector 17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4228D812-A2DA-6E97-2D93-E3B8904E9084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2"/>
                <a:srcRect/>
                <a:stretch>
                  <a:fillRect l="-26239" t="-39000" r="-8623" b="-4249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lowchart: Connector 18">
                <a:extLst>
                  <a:ext uri="{FF2B5EF4-FFF2-40B4-BE49-F238E27FC236}">
                    <a16:creationId xmlns:a16="http://schemas.microsoft.com/office/drawing/2014/main" id="{08F4A2EF-1AD9-2E8C-89AF-C4606F612165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191414-5044-7BED-CD1D-125FCC31B2B3}"/>
                </a:ext>
              </a:extLst>
            </p:cNvPr>
            <p:cNvSpPr txBox="1"/>
            <p:nvPr/>
          </p:nvSpPr>
          <p:spPr>
            <a:xfrm>
              <a:off x="12800447" y="2422781"/>
              <a:ext cx="136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Kaveesha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EDA6013-A278-AB5E-A69E-587947264EAB}"/>
              </a:ext>
            </a:extLst>
          </p:cNvPr>
          <p:cNvSpPr/>
          <p:nvPr/>
        </p:nvSpPr>
        <p:spPr>
          <a:xfrm>
            <a:off x="-50524" y="4054861"/>
            <a:ext cx="1165092" cy="492621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9C65B0-B4FE-24E5-377F-F196EB2A613E}"/>
              </a:ext>
            </a:extLst>
          </p:cNvPr>
          <p:cNvSpPr txBox="1"/>
          <p:nvPr/>
        </p:nvSpPr>
        <p:spPr>
          <a:xfrm>
            <a:off x="10306482" y="5219498"/>
            <a:ext cx="5963048" cy="319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Researching and gathering information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and making slides 1 , 2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Editing the presentation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reading</a:t>
            </a:r>
          </a:p>
        </p:txBody>
      </p:sp>
    </p:spTree>
    <p:extLst>
      <p:ext uri="{BB962C8B-B14F-4D97-AF65-F5344CB8AC3E}">
        <p14:creationId xmlns:p14="http://schemas.microsoft.com/office/powerpoint/2010/main" val="8365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7083A-1F51-4378-D27F-E9F74F27CDCE}"/>
              </a:ext>
            </a:extLst>
          </p:cNvPr>
          <p:cNvSpPr txBox="1"/>
          <p:nvPr/>
        </p:nvSpPr>
        <p:spPr>
          <a:xfrm>
            <a:off x="913013" y="1169660"/>
            <a:ext cx="426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League Spartan" panose="020B0604020202020204" charset="0"/>
              </a:rPr>
              <a:t>EMPOWERED</a:t>
            </a:r>
            <a:endParaRPr lang="en-US" sz="4800" dirty="0">
              <a:latin typeface="League Spartan" panose="020B0604020202020204" charset="0"/>
            </a:endParaRPr>
          </a:p>
          <a:p>
            <a:r>
              <a:rPr lang="en-US" sz="4400" dirty="0">
                <a:latin typeface="League Spartan" panose="020B0604020202020204" charset="0"/>
              </a:rPr>
              <a:t>SOULS</a:t>
            </a:r>
            <a:endParaRPr lang="en-US" sz="4800" dirty="0">
              <a:latin typeface="League Spartan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6DB95-E873-D34C-F80D-1CCE472F4A84}"/>
              </a:ext>
            </a:extLst>
          </p:cNvPr>
          <p:cNvSpPr/>
          <p:nvPr/>
        </p:nvSpPr>
        <p:spPr>
          <a:xfrm>
            <a:off x="3124200" y="3543300"/>
            <a:ext cx="13639800" cy="5715000"/>
          </a:xfrm>
          <a:prstGeom prst="rect">
            <a:avLst/>
          </a:prstGeom>
          <a:blipFill>
            <a:blip r:embed="rId2"/>
            <a:stretch>
              <a:fillRect t="-16666" b="-16666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1B1A9-D5C1-FBC8-90B6-7BFE51BDA958}"/>
              </a:ext>
            </a:extLst>
          </p:cNvPr>
          <p:cNvSpPr/>
          <p:nvPr/>
        </p:nvSpPr>
        <p:spPr>
          <a:xfrm>
            <a:off x="3536406" y="3820523"/>
            <a:ext cx="5669328" cy="5160554"/>
          </a:xfrm>
          <a:prstGeom prst="rect">
            <a:avLst/>
          </a:prstGeom>
          <a:blipFill>
            <a:blip r:embed="rId3"/>
            <a:srcRect/>
            <a:stretch>
              <a:fillRect l="-10716" r="-10716"/>
            </a:stretch>
          </a:blipFill>
          <a:ln>
            <a:noFill/>
          </a:ln>
          <a:effectLst>
            <a:glow rad="127000">
              <a:schemeClr val="tx1">
                <a:lumMod val="50000"/>
                <a:lumOff val="5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D7B9-98F8-736C-133E-A737D59924E9}"/>
              </a:ext>
            </a:extLst>
          </p:cNvPr>
          <p:cNvSpPr txBox="1"/>
          <p:nvPr/>
        </p:nvSpPr>
        <p:spPr>
          <a:xfrm>
            <a:off x="9673424" y="4623226"/>
            <a:ext cx="768836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League Spartan" panose="020B0604020202020204" charset="0"/>
              </a:rPr>
              <a:t>SATHMI KODITHUWAKKU- </a:t>
            </a:r>
            <a:r>
              <a:rPr lang="en-US" sz="2700" b="0" i="0" dirty="0">
                <a:effectLst/>
                <a:latin typeface="League Spartan" panose="020B0604020202020204" charset="0"/>
              </a:rPr>
              <a:t>20222429</a:t>
            </a:r>
            <a:endParaRPr lang="en-US" sz="2700" dirty="0">
              <a:latin typeface="League Spartan" panose="020B060402020202020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DA6013-A278-AB5E-A69E-587947264EAB}"/>
              </a:ext>
            </a:extLst>
          </p:cNvPr>
          <p:cNvSpPr/>
          <p:nvPr/>
        </p:nvSpPr>
        <p:spPr>
          <a:xfrm>
            <a:off x="-50524" y="4054861"/>
            <a:ext cx="1165092" cy="492621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9C65B0-B4FE-24E5-377F-F196EB2A613E}"/>
              </a:ext>
            </a:extLst>
          </p:cNvPr>
          <p:cNvSpPr txBox="1"/>
          <p:nvPr/>
        </p:nvSpPr>
        <p:spPr>
          <a:xfrm>
            <a:off x="10267552" y="5445095"/>
            <a:ext cx="596304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Researching and gathering information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and making slides 9 , 10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reading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A4C522-C172-EC64-208E-66863F74C1AC}"/>
              </a:ext>
            </a:extLst>
          </p:cNvPr>
          <p:cNvGrpSpPr/>
          <p:nvPr/>
        </p:nvGrpSpPr>
        <p:grpSpPr>
          <a:xfrm>
            <a:off x="5741100" y="1025829"/>
            <a:ext cx="1802732" cy="2221290"/>
            <a:chOff x="5633837" y="639701"/>
            <a:chExt cx="1802732" cy="222129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96B24C-D7AE-1AB9-5CBC-415DD2E50165}"/>
                </a:ext>
              </a:extLst>
            </p:cNvPr>
            <p:cNvGrpSpPr/>
            <p:nvPr/>
          </p:nvGrpSpPr>
          <p:grpSpPr>
            <a:xfrm>
              <a:off x="5633837" y="639701"/>
              <a:ext cx="1802732" cy="1752600"/>
              <a:chOff x="6198268" y="876300"/>
              <a:chExt cx="2031332" cy="1981200"/>
            </a:xfrm>
          </p:grpSpPr>
          <p:sp>
            <p:nvSpPr>
              <p:cNvPr id="36" name="Flowchart: Connector 35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8F98707-E557-429C-3C3D-F1B6C9C5E896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5"/>
                <a:srcRect/>
                <a:stretch>
                  <a:fillRect l="-42559" t="-36839" r="-65934" b="-1756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F31D7157-9DDE-64D1-7A31-BB5484128054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649875-B789-80DA-CAFD-2AAF8C203022}"/>
                </a:ext>
              </a:extLst>
            </p:cNvPr>
            <p:cNvSpPr txBox="1"/>
            <p:nvPr/>
          </p:nvSpPr>
          <p:spPr>
            <a:xfrm>
              <a:off x="5963702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Sanduni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EB3518E-4355-47F4-0396-38ADBF92A82D}"/>
              </a:ext>
            </a:extLst>
          </p:cNvPr>
          <p:cNvGrpSpPr/>
          <p:nvPr/>
        </p:nvGrpSpPr>
        <p:grpSpPr>
          <a:xfrm>
            <a:off x="15062601" y="1028700"/>
            <a:ext cx="1802732" cy="2257455"/>
            <a:chOff x="7870692" y="639701"/>
            <a:chExt cx="1802732" cy="225745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35A2A6B-7BE5-4EE4-069F-81E12E5A8643}"/>
                </a:ext>
              </a:extLst>
            </p:cNvPr>
            <p:cNvGrpSpPr/>
            <p:nvPr/>
          </p:nvGrpSpPr>
          <p:grpSpPr>
            <a:xfrm>
              <a:off x="7870692" y="639701"/>
              <a:ext cx="1802732" cy="1752600"/>
              <a:chOff x="6198268" y="876300"/>
              <a:chExt cx="2031332" cy="1981200"/>
            </a:xfrm>
          </p:grpSpPr>
          <p:sp>
            <p:nvSpPr>
              <p:cNvPr id="41" name="Flowchart: Connector 40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35285BF-DE2E-8B79-4905-E24EF4F34A58}"/>
                  </a:ext>
                </a:extLst>
              </p:cNvPr>
              <p:cNvSpPr/>
              <p:nvPr/>
            </p:nvSpPr>
            <p:spPr>
              <a:xfrm>
                <a:off x="6347660" y="1038630"/>
                <a:ext cx="1732547" cy="1722060"/>
              </a:xfrm>
              <a:prstGeom prst="flowChartConnector">
                <a:avLst/>
              </a:prstGeom>
              <a:blipFill>
                <a:blip r:embed="rId7"/>
                <a:srcRect/>
                <a:stretch>
                  <a:fillRect l="-9558" t="-6763" r="-5996" b="-4874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F3FFBA21-9775-E0C2-19FF-A93596C98759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7396DC-BC53-5CD1-7B99-D2DFB3578573}"/>
                </a:ext>
              </a:extLst>
            </p:cNvPr>
            <p:cNvSpPr txBox="1"/>
            <p:nvPr/>
          </p:nvSpPr>
          <p:spPr>
            <a:xfrm>
              <a:off x="8244677" y="249704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Suvin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A3BFEB-DE9A-0D97-78DD-D0B1C0C3CC48}"/>
              </a:ext>
            </a:extLst>
          </p:cNvPr>
          <p:cNvGrpSpPr/>
          <p:nvPr/>
        </p:nvGrpSpPr>
        <p:grpSpPr>
          <a:xfrm>
            <a:off x="7999956" y="1039940"/>
            <a:ext cx="1802732" cy="2222789"/>
            <a:chOff x="14733655" y="638202"/>
            <a:chExt cx="1802732" cy="2222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7EB9223-26DF-724B-251A-D042748BAC77}"/>
                </a:ext>
              </a:extLst>
            </p:cNvPr>
            <p:cNvGrpSpPr/>
            <p:nvPr/>
          </p:nvGrpSpPr>
          <p:grpSpPr>
            <a:xfrm>
              <a:off x="14733655" y="638202"/>
              <a:ext cx="1802732" cy="1752600"/>
              <a:chOff x="6198268" y="876300"/>
              <a:chExt cx="2031332" cy="1981200"/>
            </a:xfrm>
          </p:grpSpPr>
          <p:sp>
            <p:nvSpPr>
              <p:cNvPr id="46" name="Flowchart: Connector 4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B53AB3C2-30D4-4955-D8F9-E274ECE506FF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3"/>
                <a:srcRect/>
                <a:stretch>
                  <a:fillRect l="-19412" t="-8909" r="-30080" b="-419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Flowchart: Connector 46">
                <a:extLst>
                  <a:ext uri="{FF2B5EF4-FFF2-40B4-BE49-F238E27FC236}">
                    <a16:creationId xmlns:a16="http://schemas.microsoft.com/office/drawing/2014/main" id="{3B59FA41-DFC6-AD83-7137-442B8E4160CE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4D54141-63F7-A3CD-21D0-87FC6AF6C2B1}"/>
                </a:ext>
              </a:extLst>
            </p:cNvPr>
            <p:cNvSpPr txBox="1"/>
            <p:nvPr/>
          </p:nvSpPr>
          <p:spPr>
            <a:xfrm>
              <a:off x="15087600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Sathmi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768EC80-B370-420B-1231-610778C9D31A}"/>
              </a:ext>
            </a:extLst>
          </p:cNvPr>
          <p:cNvGrpSpPr/>
          <p:nvPr/>
        </p:nvGrpSpPr>
        <p:grpSpPr>
          <a:xfrm>
            <a:off x="12613008" y="987729"/>
            <a:ext cx="1802732" cy="2225455"/>
            <a:chOff x="10183746" y="670181"/>
            <a:chExt cx="1802732" cy="2225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0B4DE7E-3AA1-1634-8CC6-6E8EF0CFD1A1}"/>
                </a:ext>
              </a:extLst>
            </p:cNvPr>
            <p:cNvGrpSpPr/>
            <p:nvPr/>
          </p:nvGrpSpPr>
          <p:grpSpPr>
            <a:xfrm>
              <a:off x="10183746" y="670181"/>
              <a:ext cx="1802732" cy="1752600"/>
              <a:chOff x="6198268" y="876300"/>
              <a:chExt cx="2031332" cy="1981200"/>
            </a:xfrm>
          </p:grpSpPr>
          <p:sp>
            <p:nvSpPr>
              <p:cNvPr id="51" name="Flowchart: Connector 5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AF7DF69B-EFF1-7472-33DD-EC5C042645C6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0"/>
                <a:srcRect/>
                <a:stretch>
                  <a:fillRect t="-691" b="-3388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DCFC6C5E-AD3D-F663-4034-FDF58E3D83EE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1859B4A-4282-3E5A-5159-2908E41BB4A7}"/>
                </a:ext>
              </a:extLst>
            </p:cNvPr>
            <p:cNvSpPr txBox="1"/>
            <p:nvPr/>
          </p:nvSpPr>
          <p:spPr>
            <a:xfrm>
              <a:off x="10485038" y="249552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Malmi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C59511-0F4E-EF34-8150-6B3B5C1A2DBF}"/>
              </a:ext>
            </a:extLst>
          </p:cNvPr>
          <p:cNvGrpSpPr/>
          <p:nvPr/>
        </p:nvGrpSpPr>
        <p:grpSpPr>
          <a:xfrm>
            <a:off x="10361892" y="1032556"/>
            <a:ext cx="1802732" cy="2184689"/>
            <a:chOff x="12496800" y="638202"/>
            <a:chExt cx="1802732" cy="218468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CD183BC-1779-F155-03BF-22DBC4105A19}"/>
                </a:ext>
              </a:extLst>
            </p:cNvPr>
            <p:cNvGrpSpPr/>
            <p:nvPr/>
          </p:nvGrpSpPr>
          <p:grpSpPr>
            <a:xfrm>
              <a:off x="12496800" y="638202"/>
              <a:ext cx="1802732" cy="1752600"/>
              <a:chOff x="6198268" y="876300"/>
              <a:chExt cx="2031332" cy="1981200"/>
            </a:xfrm>
          </p:grpSpPr>
          <p:sp>
            <p:nvSpPr>
              <p:cNvPr id="56" name="Flowchart: Connector 55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C7E741C-BEA5-47C5-FAF8-36DB430ED7D0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2"/>
                <a:srcRect/>
                <a:stretch>
                  <a:fillRect l="-26239" t="-39000" r="-8623" b="-4249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Flowchart: Connector 56">
                <a:extLst>
                  <a:ext uri="{FF2B5EF4-FFF2-40B4-BE49-F238E27FC236}">
                    <a16:creationId xmlns:a16="http://schemas.microsoft.com/office/drawing/2014/main" id="{88F982CA-2879-08DB-6A1B-7EB01EEF99FF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528300E-96CD-A14E-9CA2-5DFD7E7F10D3}"/>
                </a:ext>
              </a:extLst>
            </p:cNvPr>
            <p:cNvSpPr txBox="1"/>
            <p:nvPr/>
          </p:nvSpPr>
          <p:spPr>
            <a:xfrm>
              <a:off x="12800447" y="2422781"/>
              <a:ext cx="136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Kaveesha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845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7083A-1F51-4378-D27F-E9F74F27CDCE}"/>
              </a:ext>
            </a:extLst>
          </p:cNvPr>
          <p:cNvSpPr txBox="1"/>
          <p:nvPr/>
        </p:nvSpPr>
        <p:spPr>
          <a:xfrm>
            <a:off x="554985" y="1048976"/>
            <a:ext cx="426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League Spartan" panose="020B0604020202020204" charset="0"/>
              </a:rPr>
              <a:t>EMPOWERED</a:t>
            </a:r>
            <a:endParaRPr lang="en-US" sz="4800" dirty="0">
              <a:latin typeface="League Spartan" panose="020B0604020202020204" charset="0"/>
            </a:endParaRPr>
          </a:p>
          <a:p>
            <a:r>
              <a:rPr lang="en-US" sz="4400" dirty="0">
                <a:latin typeface="League Spartan" panose="020B0604020202020204" charset="0"/>
              </a:rPr>
              <a:t>SOULS</a:t>
            </a:r>
            <a:endParaRPr lang="en-US" sz="4800" dirty="0">
              <a:latin typeface="League Spartan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6DB95-E873-D34C-F80D-1CCE472F4A84}"/>
              </a:ext>
            </a:extLst>
          </p:cNvPr>
          <p:cNvSpPr/>
          <p:nvPr/>
        </p:nvSpPr>
        <p:spPr>
          <a:xfrm>
            <a:off x="3124200" y="3543300"/>
            <a:ext cx="13716000" cy="5715000"/>
          </a:xfrm>
          <a:prstGeom prst="rect">
            <a:avLst/>
          </a:prstGeom>
          <a:blipFill>
            <a:blip r:embed="rId2"/>
            <a:stretch>
              <a:fillRect t="-16666" b="-16666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1B1A9-D5C1-FBC8-90B6-7BFE51BDA958}"/>
              </a:ext>
            </a:extLst>
          </p:cNvPr>
          <p:cNvSpPr/>
          <p:nvPr/>
        </p:nvSpPr>
        <p:spPr>
          <a:xfrm>
            <a:off x="3536406" y="3820523"/>
            <a:ext cx="5669328" cy="5160554"/>
          </a:xfrm>
          <a:prstGeom prst="rect">
            <a:avLst/>
          </a:prstGeom>
          <a:blipFill>
            <a:blip r:embed="rId3"/>
            <a:srcRect/>
            <a:stretch>
              <a:fillRect l="-5910" t="-39690" r="-13679" b="-35485"/>
            </a:stretch>
          </a:blipFill>
          <a:ln>
            <a:noFill/>
          </a:ln>
          <a:effectLst>
            <a:glow rad="127000">
              <a:schemeClr val="tx1">
                <a:lumMod val="50000"/>
                <a:lumOff val="5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D7B9-98F8-736C-133E-A737D59924E9}"/>
              </a:ext>
            </a:extLst>
          </p:cNvPr>
          <p:cNvSpPr txBox="1"/>
          <p:nvPr/>
        </p:nvSpPr>
        <p:spPr>
          <a:xfrm>
            <a:off x="9438139" y="4613432"/>
            <a:ext cx="7688369" cy="5078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700" dirty="0">
                <a:latin typeface="League Spartan" panose="020B0604020202020204" charset="0"/>
              </a:rPr>
              <a:t>KAVEESHA RATHNAYAKE-  </a:t>
            </a:r>
            <a:r>
              <a:rPr lang="en-US" sz="2700" b="0" i="0" dirty="0">
                <a:effectLst/>
                <a:latin typeface="League Spartan" panose="020B0604020202020204" charset="0"/>
              </a:rPr>
              <a:t>20222148</a:t>
            </a:r>
            <a:endParaRPr lang="en-US" sz="2700" dirty="0">
              <a:latin typeface="League Spartan" panose="020B060402020202020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DA6013-A278-AB5E-A69E-587947264EAB}"/>
              </a:ext>
            </a:extLst>
          </p:cNvPr>
          <p:cNvSpPr/>
          <p:nvPr/>
        </p:nvSpPr>
        <p:spPr>
          <a:xfrm>
            <a:off x="-50524" y="4054861"/>
            <a:ext cx="1165092" cy="492621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9C65B0-B4FE-24E5-377F-F196EB2A613E}"/>
              </a:ext>
            </a:extLst>
          </p:cNvPr>
          <p:cNvSpPr txBox="1"/>
          <p:nvPr/>
        </p:nvSpPr>
        <p:spPr>
          <a:xfrm>
            <a:off x="10267552" y="5445095"/>
            <a:ext cx="566932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Researching and gathering information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and making slides 7 , 8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reading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049B603-0E98-F791-37F3-BCA182F187B3}"/>
              </a:ext>
            </a:extLst>
          </p:cNvPr>
          <p:cNvGrpSpPr/>
          <p:nvPr/>
        </p:nvGrpSpPr>
        <p:grpSpPr>
          <a:xfrm>
            <a:off x="5741100" y="1025829"/>
            <a:ext cx="1802732" cy="2221290"/>
            <a:chOff x="5633837" y="639701"/>
            <a:chExt cx="1802732" cy="22212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459681D-38D1-8BA0-82C3-E2959C41F676}"/>
                </a:ext>
              </a:extLst>
            </p:cNvPr>
            <p:cNvGrpSpPr/>
            <p:nvPr/>
          </p:nvGrpSpPr>
          <p:grpSpPr>
            <a:xfrm>
              <a:off x="5633837" y="639701"/>
              <a:ext cx="1802732" cy="1752600"/>
              <a:chOff x="6198268" y="876300"/>
              <a:chExt cx="2031332" cy="1981200"/>
            </a:xfrm>
          </p:grpSpPr>
          <p:sp>
            <p:nvSpPr>
              <p:cNvPr id="41" name="Flowchart: Connector 4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9DF293A-0416-4680-7914-AC935C5144AB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5"/>
                <a:srcRect/>
                <a:stretch>
                  <a:fillRect l="-42559" t="-36839" r="-65934" b="-1756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82360287-24AF-5606-E67B-CDA18114019F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B71D6F8-D8F7-B49F-E293-E3F26A6062A3}"/>
                </a:ext>
              </a:extLst>
            </p:cNvPr>
            <p:cNvSpPr txBox="1"/>
            <p:nvPr/>
          </p:nvSpPr>
          <p:spPr>
            <a:xfrm>
              <a:off x="5963702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Sanduni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F21D52-6062-CD15-6DBC-1AF1692E9680}"/>
              </a:ext>
            </a:extLst>
          </p:cNvPr>
          <p:cNvGrpSpPr/>
          <p:nvPr/>
        </p:nvGrpSpPr>
        <p:grpSpPr>
          <a:xfrm>
            <a:off x="15062601" y="1028700"/>
            <a:ext cx="1802732" cy="2257455"/>
            <a:chOff x="7870692" y="639701"/>
            <a:chExt cx="1802732" cy="225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E60FB1B-F550-35E9-8FFF-7ECA43691C27}"/>
                </a:ext>
              </a:extLst>
            </p:cNvPr>
            <p:cNvGrpSpPr/>
            <p:nvPr/>
          </p:nvGrpSpPr>
          <p:grpSpPr>
            <a:xfrm>
              <a:off x="7870692" y="639701"/>
              <a:ext cx="1802732" cy="1752600"/>
              <a:chOff x="6198268" y="876300"/>
              <a:chExt cx="2031332" cy="1981200"/>
            </a:xfrm>
          </p:grpSpPr>
          <p:sp>
            <p:nvSpPr>
              <p:cNvPr id="51" name="Flowchart: Connector 50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4E9DFC60-EFF7-8D70-61D6-CD99566403FC}"/>
                  </a:ext>
                </a:extLst>
              </p:cNvPr>
              <p:cNvSpPr/>
              <p:nvPr/>
            </p:nvSpPr>
            <p:spPr>
              <a:xfrm>
                <a:off x="6347660" y="1038630"/>
                <a:ext cx="1732547" cy="1722060"/>
              </a:xfrm>
              <a:prstGeom prst="flowChartConnector">
                <a:avLst/>
              </a:prstGeom>
              <a:blipFill>
                <a:blip r:embed="rId7"/>
                <a:srcRect/>
                <a:stretch>
                  <a:fillRect l="-9558" t="-6763" r="-5996" b="-4874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31EABC39-4499-4FA0-CD52-4451FD25EED5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76C0898-9B3A-6277-911B-D7E3F2B0052B}"/>
                </a:ext>
              </a:extLst>
            </p:cNvPr>
            <p:cNvSpPr txBox="1"/>
            <p:nvPr/>
          </p:nvSpPr>
          <p:spPr>
            <a:xfrm>
              <a:off x="8244677" y="249704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Suvin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1706D4-2217-7634-8B59-27589EA5D342}"/>
              </a:ext>
            </a:extLst>
          </p:cNvPr>
          <p:cNvGrpSpPr/>
          <p:nvPr/>
        </p:nvGrpSpPr>
        <p:grpSpPr>
          <a:xfrm>
            <a:off x="7999956" y="1039940"/>
            <a:ext cx="1802732" cy="2222789"/>
            <a:chOff x="14733655" y="638202"/>
            <a:chExt cx="1802732" cy="222278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305E487-9816-A2AF-50CA-B074A66D00F4}"/>
                </a:ext>
              </a:extLst>
            </p:cNvPr>
            <p:cNvGrpSpPr/>
            <p:nvPr/>
          </p:nvGrpSpPr>
          <p:grpSpPr>
            <a:xfrm>
              <a:off x="14733655" y="638202"/>
              <a:ext cx="1802732" cy="1752600"/>
              <a:chOff x="6198268" y="876300"/>
              <a:chExt cx="2031332" cy="1981200"/>
            </a:xfrm>
          </p:grpSpPr>
          <p:sp>
            <p:nvSpPr>
              <p:cNvPr id="56" name="Flowchart: Connector 5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A353AE97-A170-D528-BDDB-0986EF0160D7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9"/>
                <a:srcRect/>
                <a:stretch>
                  <a:fillRect l="-19412" t="-8909" r="-30080" b="-419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Flowchart: Connector 56">
                <a:extLst>
                  <a:ext uri="{FF2B5EF4-FFF2-40B4-BE49-F238E27FC236}">
                    <a16:creationId xmlns:a16="http://schemas.microsoft.com/office/drawing/2014/main" id="{D20D08AC-9715-3948-3BE8-570774F90844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3548D75-CA5D-228C-11E4-93D673CC5312}"/>
                </a:ext>
              </a:extLst>
            </p:cNvPr>
            <p:cNvSpPr txBox="1"/>
            <p:nvPr/>
          </p:nvSpPr>
          <p:spPr>
            <a:xfrm>
              <a:off x="15087600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Sathmi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0B05FB6-CECF-6941-8506-6B8108EB1521}"/>
              </a:ext>
            </a:extLst>
          </p:cNvPr>
          <p:cNvGrpSpPr/>
          <p:nvPr/>
        </p:nvGrpSpPr>
        <p:grpSpPr>
          <a:xfrm>
            <a:off x="12613008" y="987729"/>
            <a:ext cx="1802732" cy="2225455"/>
            <a:chOff x="10183746" y="670181"/>
            <a:chExt cx="1802732" cy="2225455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6243DAC-880A-CD33-4B89-C888F36A4C1F}"/>
                </a:ext>
              </a:extLst>
            </p:cNvPr>
            <p:cNvGrpSpPr/>
            <p:nvPr/>
          </p:nvGrpSpPr>
          <p:grpSpPr>
            <a:xfrm>
              <a:off x="10183746" y="670181"/>
              <a:ext cx="1802732" cy="1752600"/>
              <a:chOff x="6198268" y="876300"/>
              <a:chExt cx="2031332" cy="1981200"/>
            </a:xfrm>
          </p:grpSpPr>
          <p:sp>
            <p:nvSpPr>
              <p:cNvPr id="61" name="Flowchart: Connector 60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DE584AB-F619-7617-C1C5-69C67D8A6236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1"/>
                <a:srcRect/>
                <a:stretch>
                  <a:fillRect t="-691" b="-3388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lowchart: Connector 61">
                <a:extLst>
                  <a:ext uri="{FF2B5EF4-FFF2-40B4-BE49-F238E27FC236}">
                    <a16:creationId xmlns:a16="http://schemas.microsoft.com/office/drawing/2014/main" id="{A04D99A4-6C6F-DA5E-5EBA-DB702415ED40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F261C76-F4CE-F95B-63F9-D18D4092555D}"/>
                </a:ext>
              </a:extLst>
            </p:cNvPr>
            <p:cNvSpPr txBox="1"/>
            <p:nvPr/>
          </p:nvSpPr>
          <p:spPr>
            <a:xfrm>
              <a:off x="10485038" y="249552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Malmi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D5EED58-A205-021F-EF4D-E54E20C4FD30}"/>
              </a:ext>
            </a:extLst>
          </p:cNvPr>
          <p:cNvGrpSpPr/>
          <p:nvPr/>
        </p:nvGrpSpPr>
        <p:grpSpPr>
          <a:xfrm>
            <a:off x="10361892" y="1032556"/>
            <a:ext cx="1802732" cy="2184689"/>
            <a:chOff x="12496800" y="638202"/>
            <a:chExt cx="1802732" cy="218468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23DAACE-C1EC-7884-919D-4E8D0565DACE}"/>
                </a:ext>
              </a:extLst>
            </p:cNvPr>
            <p:cNvGrpSpPr/>
            <p:nvPr/>
          </p:nvGrpSpPr>
          <p:grpSpPr>
            <a:xfrm>
              <a:off x="12496800" y="638202"/>
              <a:ext cx="1802732" cy="1752600"/>
              <a:chOff x="6198268" y="876300"/>
              <a:chExt cx="2031332" cy="1981200"/>
            </a:xfrm>
          </p:grpSpPr>
          <p:sp>
            <p:nvSpPr>
              <p:cNvPr id="66" name="Flowchart: Connector 65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40635BFB-EC1B-36BD-DA40-1037DA38D76C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3"/>
                <a:srcRect/>
                <a:stretch>
                  <a:fillRect l="-26239" t="-39000" r="-8623" b="-4249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A65D6D0A-68FA-D366-C8A8-CEFE46A19E6C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D4F18E4-3CF1-0AD6-F552-D29D3D9AE5B5}"/>
                </a:ext>
              </a:extLst>
            </p:cNvPr>
            <p:cNvSpPr txBox="1"/>
            <p:nvPr/>
          </p:nvSpPr>
          <p:spPr>
            <a:xfrm>
              <a:off x="12800447" y="2422781"/>
              <a:ext cx="136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Kaveesha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70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7083A-1F51-4378-D27F-E9F74F27CDCE}"/>
              </a:ext>
            </a:extLst>
          </p:cNvPr>
          <p:cNvSpPr txBox="1"/>
          <p:nvPr/>
        </p:nvSpPr>
        <p:spPr>
          <a:xfrm>
            <a:off x="554985" y="1048976"/>
            <a:ext cx="426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League Spartan" panose="020B0604020202020204" charset="0"/>
              </a:rPr>
              <a:t>EMPOWERED</a:t>
            </a:r>
            <a:endParaRPr lang="en-US" sz="4800" dirty="0">
              <a:latin typeface="League Spartan" panose="020B0604020202020204" charset="0"/>
            </a:endParaRPr>
          </a:p>
          <a:p>
            <a:r>
              <a:rPr lang="en-US" sz="4400" dirty="0">
                <a:latin typeface="League Spartan" panose="020B0604020202020204" charset="0"/>
              </a:rPr>
              <a:t>SOULS</a:t>
            </a:r>
            <a:endParaRPr lang="en-US" sz="4800" dirty="0">
              <a:latin typeface="League Spartan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6DB95-E873-D34C-F80D-1CCE472F4A84}"/>
              </a:ext>
            </a:extLst>
          </p:cNvPr>
          <p:cNvSpPr/>
          <p:nvPr/>
        </p:nvSpPr>
        <p:spPr>
          <a:xfrm>
            <a:off x="3124200" y="3543300"/>
            <a:ext cx="13030200" cy="5715000"/>
          </a:xfrm>
          <a:prstGeom prst="rect">
            <a:avLst/>
          </a:prstGeom>
          <a:blipFill>
            <a:blip r:embed="rId2"/>
            <a:stretch>
              <a:fillRect t="-16666" b="-16666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1B1A9-D5C1-FBC8-90B6-7BFE51BDA958}"/>
              </a:ext>
            </a:extLst>
          </p:cNvPr>
          <p:cNvSpPr/>
          <p:nvPr/>
        </p:nvSpPr>
        <p:spPr>
          <a:xfrm>
            <a:off x="3536406" y="3820523"/>
            <a:ext cx="5669328" cy="5160554"/>
          </a:xfrm>
          <a:prstGeom prst="rect">
            <a:avLst/>
          </a:prstGeom>
          <a:blipFill>
            <a:blip r:embed="rId3"/>
            <a:srcRect/>
            <a:stretch>
              <a:fillRect l="493" t="-11278" r="-493" b="-35202"/>
            </a:stretch>
          </a:blipFill>
          <a:ln>
            <a:noFill/>
          </a:ln>
          <a:effectLst>
            <a:glow rad="127000">
              <a:schemeClr val="tx1">
                <a:lumMod val="50000"/>
                <a:lumOff val="5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D7B9-98F8-736C-133E-A737D59924E9}"/>
              </a:ext>
            </a:extLst>
          </p:cNvPr>
          <p:cNvSpPr txBox="1"/>
          <p:nvPr/>
        </p:nvSpPr>
        <p:spPr>
          <a:xfrm>
            <a:off x="10142431" y="4595091"/>
            <a:ext cx="650405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eague Spartan" panose="020B0604020202020204" charset="0"/>
              </a:rPr>
              <a:t>MALMI PERERA  -  </a:t>
            </a:r>
            <a:r>
              <a:rPr lang="en-US" sz="2800" b="0" i="0" dirty="0">
                <a:effectLst/>
                <a:latin typeface="League Spartan" panose="020B0604020202020204" charset="0"/>
              </a:rPr>
              <a:t>20222148</a:t>
            </a:r>
            <a:endParaRPr lang="en-US" sz="2800" dirty="0">
              <a:latin typeface="League Spartan" panose="020B060402020202020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DA6013-A278-AB5E-A69E-587947264EAB}"/>
              </a:ext>
            </a:extLst>
          </p:cNvPr>
          <p:cNvSpPr/>
          <p:nvPr/>
        </p:nvSpPr>
        <p:spPr>
          <a:xfrm>
            <a:off x="-50524" y="4054861"/>
            <a:ext cx="1165092" cy="492621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9C65B0-B4FE-24E5-377F-F196EB2A613E}"/>
              </a:ext>
            </a:extLst>
          </p:cNvPr>
          <p:cNvSpPr txBox="1"/>
          <p:nvPr/>
        </p:nvSpPr>
        <p:spPr>
          <a:xfrm>
            <a:off x="10267552" y="5445095"/>
            <a:ext cx="596304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Researching and gathering information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and making slides 5 , 6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reading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6678B15-8652-283B-AE60-60B47C14AE28}"/>
              </a:ext>
            </a:extLst>
          </p:cNvPr>
          <p:cNvGrpSpPr/>
          <p:nvPr/>
        </p:nvGrpSpPr>
        <p:grpSpPr>
          <a:xfrm>
            <a:off x="5741100" y="1025829"/>
            <a:ext cx="1802732" cy="2221290"/>
            <a:chOff x="5633837" y="639701"/>
            <a:chExt cx="1802732" cy="22212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8E5FD77-C30C-9C6C-736A-DE253FB40148}"/>
                </a:ext>
              </a:extLst>
            </p:cNvPr>
            <p:cNvGrpSpPr/>
            <p:nvPr/>
          </p:nvGrpSpPr>
          <p:grpSpPr>
            <a:xfrm>
              <a:off x="5633837" y="639701"/>
              <a:ext cx="1802732" cy="1752600"/>
              <a:chOff x="6198268" y="876300"/>
              <a:chExt cx="2031332" cy="1981200"/>
            </a:xfrm>
          </p:grpSpPr>
          <p:sp>
            <p:nvSpPr>
              <p:cNvPr id="41" name="Flowchart: Connector 4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1036C69-0654-671C-BD4C-3154CE4E559E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5"/>
                <a:srcRect/>
                <a:stretch>
                  <a:fillRect l="-42559" t="-36839" r="-65934" b="-1756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5FE0014F-0A41-2A53-5807-55AC47C475E3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BD8B4D-0E30-AA01-B671-227DB89F2F74}"/>
                </a:ext>
              </a:extLst>
            </p:cNvPr>
            <p:cNvSpPr txBox="1"/>
            <p:nvPr/>
          </p:nvSpPr>
          <p:spPr>
            <a:xfrm>
              <a:off x="5963702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Sanduni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E991A98-03B9-8BDA-A64F-417EF268F5CE}"/>
              </a:ext>
            </a:extLst>
          </p:cNvPr>
          <p:cNvGrpSpPr/>
          <p:nvPr/>
        </p:nvGrpSpPr>
        <p:grpSpPr>
          <a:xfrm>
            <a:off x="15062601" y="1028700"/>
            <a:ext cx="1802732" cy="2257455"/>
            <a:chOff x="7870692" y="639701"/>
            <a:chExt cx="1802732" cy="225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C13D1DB-D6CE-C636-E708-404EC64CA764}"/>
                </a:ext>
              </a:extLst>
            </p:cNvPr>
            <p:cNvGrpSpPr/>
            <p:nvPr/>
          </p:nvGrpSpPr>
          <p:grpSpPr>
            <a:xfrm>
              <a:off x="7870692" y="639701"/>
              <a:ext cx="1802732" cy="1752600"/>
              <a:chOff x="6198268" y="876300"/>
              <a:chExt cx="2031332" cy="1981200"/>
            </a:xfrm>
          </p:grpSpPr>
          <p:sp>
            <p:nvSpPr>
              <p:cNvPr id="51" name="Flowchart: Connector 50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83D2EDB9-2FFE-2541-4A77-C16DD8E8CC0C}"/>
                  </a:ext>
                </a:extLst>
              </p:cNvPr>
              <p:cNvSpPr/>
              <p:nvPr/>
            </p:nvSpPr>
            <p:spPr>
              <a:xfrm>
                <a:off x="6347660" y="1038630"/>
                <a:ext cx="1732547" cy="1722060"/>
              </a:xfrm>
              <a:prstGeom prst="flowChartConnector">
                <a:avLst/>
              </a:prstGeom>
              <a:blipFill>
                <a:blip r:embed="rId7"/>
                <a:srcRect/>
                <a:stretch>
                  <a:fillRect l="-9558" t="-6763" r="-5996" b="-4874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35C01EAE-3E54-C496-195E-44AB79F8F599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4172B9-8CE0-5E3A-A30B-6C59A9BFED96}"/>
                </a:ext>
              </a:extLst>
            </p:cNvPr>
            <p:cNvSpPr txBox="1"/>
            <p:nvPr/>
          </p:nvSpPr>
          <p:spPr>
            <a:xfrm>
              <a:off x="8244677" y="249704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Suvin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5707265-83FC-7D18-B656-2FD800FC7B18}"/>
              </a:ext>
            </a:extLst>
          </p:cNvPr>
          <p:cNvGrpSpPr/>
          <p:nvPr/>
        </p:nvGrpSpPr>
        <p:grpSpPr>
          <a:xfrm>
            <a:off x="7999956" y="1039940"/>
            <a:ext cx="1802732" cy="2222789"/>
            <a:chOff x="14733655" y="638202"/>
            <a:chExt cx="1802732" cy="222278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865724B-D2EA-F5DA-48F0-D27AEEDA2152}"/>
                </a:ext>
              </a:extLst>
            </p:cNvPr>
            <p:cNvGrpSpPr/>
            <p:nvPr/>
          </p:nvGrpSpPr>
          <p:grpSpPr>
            <a:xfrm>
              <a:off x="14733655" y="638202"/>
              <a:ext cx="1802732" cy="1752600"/>
              <a:chOff x="6198268" y="876300"/>
              <a:chExt cx="2031332" cy="1981200"/>
            </a:xfrm>
          </p:grpSpPr>
          <p:sp>
            <p:nvSpPr>
              <p:cNvPr id="56" name="Flowchart: Connector 5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E688D1D-D2C5-1AC1-68B5-472A5AB17C87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9"/>
                <a:srcRect/>
                <a:stretch>
                  <a:fillRect l="-19412" t="-8909" r="-30080" b="-419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Flowchart: Connector 56">
                <a:extLst>
                  <a:ext uri="{FF2B5EF4-FFF2-40B4-BE49-F238E27FC236}">
                    <a16:creationId xmlns:a16="http://schemas.microsoft.com/office/drawing/2014/main" id="{BCDE820E-FBCE-909B-C266-26F6B0F07B5D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A9F0D9A-9E10-6D29-F240-D2B8FEA95401}"/>
                </a:ext>
              </a:extLst>
            </p:cNvPr>
            <p:cNvSpPr txBox="1"/>
            <p:nvPr/>
          </p:nvSpPr>
          <p:spPr>
            <a:xfrm>
              <a:off x="15087600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Sathmi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6FF8737-F7F9-6D1A-0F08-A3A7D4F153EA}"/>
              </a:ext>
            </a:extLst>
          </p:cNvPr>
          <p:cNvGrpSpPr/>
          <p:nvPr/>
        </p:nvGrpSpPr>
        <p:grpSpPr>
          <a:xfrm>
            <a:off x="12613008" y="987729"/>
            <a:ext cx="1802732" cy="2225455"/>
            <a:chOff x="10183746" y="670181"/>
            <a:chExt cx="1802732" cy="2225455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1882796-9B5E-FAC4-6EFA-E4C0931D2668}"/>
                </a:ext>
              </a:extLst>
            </p:cNvPr>
            <p:cNvGrpSpPr/>
            <p:nvPr/>
          </p:nvGrpSpPr>
          <p:grpSpPr>
            <a:xfrm>
              <a:off x="10183746" y="670181"/>
              <a:ext cx="1802732" cy="1752600"/>
              <a:chOff x="6198268" y="876300"/>
              <a:chExt cx="2031332" cy="1981200"/>
            </a:xfrm>
          </p:grpSpPr>
          <p:sp>
            <p:nvSpPr>
              <p:cNvPr id="61" name="Flowchart: Connector 60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B18A81EA-799E-505A-AEE7-CBFA378C2D44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3"/>
                <a:srcRect/>
                <a:stretch>
                  <a:fillRect t="-691" b="-3388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lowchart: Connector 61">
                <a:extLst>
                  <a:ext uri="{FF2B5EF4-FFF2-40B4-BE49-F238E27FC236}">
                    <a16:creationId xmlns:a16="http://schemas.microsoft.com/office/drawing/2014/main" id="{2F8AF5BC-8ED1-946E-CE71-450770485AE3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31381B7-C6DA-143C-5593-BE53FD7AAA39}"/>
                </a:ext>
              </a:extLst>
            </p:cNvPr>
            <p:cNvSpPr txBox="1"/>
            <p:nvPr/>
          </p:nvSpPr>
          <p:spPr>
            <a:xfrm>
              <a:off x="10485038" y="249552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Malmi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8F21153-702B-21D3-98F1-32367CFEFA7D}"/>
              </a:ext>
            </a:extLst>
          </p:cNvPr>
          <p:cNvGrpSpPr/>
          <p:nvPr/>
        </p:nvGrpSpPr>
        <p:grpSpPr>
          <a:xfrm>
            <a:off x="10361892" y="1032556"/>
            <a:ext cx="1802732" cy="2184689"/>
            <a:chOff x="12496800" y="638202"/>
            <a:chExt cx="1802732" cy="218468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D0B0F9D-114C-197C-C0D7-61EE6B7C6E0D}"/>
                </a:ext>
              </a:extLst>
            </p:cNvPr>
            <p:cNvGrpSpPr/>
            <p:nvPr/>
          </p:nvGrpSpPr>
          <p:grpSpPr>
            <a:xfrm>
              <a:off x="12496800" y="638202"/>
              <a:ext cx="1802732" cy="1752600"/>
              <a:chOff x="6198268" y="876300"/>
              <a:chExt cx="2031332" cy="1981200"/>
            </a:xfrm>
          </p:grpSpPr>
          <p:sp>
            <p:nvSpPr>
              <p:cNvPr id="66" name="Flowchart: Connector 65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ADDF4B69-2A14-8F49-9207-304D71229589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2"/>
                <a:srcRect/>
                <a:stretch>
                  <a:fillRect l="-26239" t="-39000" r="-8623" b="-4249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2903D587-FBE8-DD8C-824E-854926295FE2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65FFFA-C666-118B-8FAB-D433A78C3B45}"/>
                </a:ext>
              </a:extLst>
            </p:cNvPr>
            <p:cNvSpPr txBox="1"/>
            <p:nvPr/>
          </p:nvSpPr>
          <p:spPr>
            <a:xfrm>
              <a:off x="12800447" y="2422781"/>
              <a:ext cx="136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Kaveesha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40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7083A-1F51-4378-D27F-E9F74F27CDCE}"/>
              </a:ext>
            </a:extLst>
          </p:cNvPr>
          <p:cNvSpPr txBox="1"/>
          <p:nvPr/>
        </p:nvSpPr>
        <p:spPr>
          <a:xfrm>
            <a:off x="554985" y="1048976"/>
            <a:ext cx="4267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League Spartan" panose="020B0604020202020204" charset="0"/>
              </a:rPr>
              <a:t>EMPOWERED</a:t>
            </a:r>
            <a:endParaRPr lang="en-US" sz="4800" dirty="0">
              <a:latin typeface="League Spartan" panose="020B0604020202020204" charset="0"/>
            </a:endParaRPr>
          </a:p>
          <a:p>
            <a:r>
              <a:rPr lang="en-US" sz="4400" dirty="0">
                <a:latin typeface="League Spartan" panose="020B0604020202020204" charset="0"/>
              </a:rPr>
              <a:t>SOULS</a:t>
            </a:r>
            <a:endParaRPr lang="en-US" sz="4800" dirty="0">
              <a:latin typeface="League Spartan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46DB95-E873-D34C-F80D-1CCE472F4A84}"/>
              </a:ext>
            </a:extLst>
          </p:cNvPr>
          <p:cNvSpPr/>
          <p:nvPr/>
        </p:nvSpPr>
        <p:spPr>
          <a:xfrm>
            <a:off x="3124200" y="3543300"/>
            <a:ext cx="13030200" cy="5715000"/>
          </a:xfrm>
          <a:prstGeom prst="rect">
            <a:avLst/>
          </a:prstGeom>
          <a:blipFill>
            <a:blip r:embed="rId2"/>
            <a:stretch>
              <a:fillRect t="-16666" b="-16666"/>
            </a:stretch>
          </a:blip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1B1A9-D5C1-FBC8-90B6-7BFE51BDA958}"/>
              </a:ext>
            </a:extLst>
          </p:cNvPr>
          <p:cNvSpPr/>
          <p:nvPr/>
        </p:nvSpPr>
        <p:spPr>
          <a:xfrm>
            <a:off x="3536406" y="3820523"/>
            <a:ext cx="5669328" cy="5160554"/>
          </a:xfrm>
          <a:prstGeom prst="rect">
            <a:avLst/>
          </a:prstGeom>
          <a:blipFill>
            <a:blip r:embed="rId3"/>
            <a:srcRect/>
            <a:stretch>
              <a:fillRect l="493" t="-11278" r="-493" b="-35202"/>
            </a:stretch>
          </a:blipFill>
          <a:ln>
            <a:noFill/>
          </a:ln>
          <a:effectLst>
            <a:glow rad="127000">
              <a:schemeClr val="tx1">
                <a:lumMod val="50000"/>
                <a:lumOff val="5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A0D7B9-98F8-736C-133E-A737D59924E9}"/>
              </a:ext>
            </a:extLst>
          </p:cNvPr>
          <p:cNvSpPr txBox="1"/>
          <p:nvPr/>
        </p:nvSpPr>
        <p:spPr>
          <a:xfrm>
            <a:off x="9707911" y="4371581"/>
            <a:ext cx="650405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eague Spartan" panose="020B0604020202020204" charset="0"/>
              </a:rPr>
              <a:t>SUVIN KULASINGHE  -  20221910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DA6013-A278-AB5E-A69E-587947264EAB}"/>
              </a:ext>
            </a:extLst>
          </p:cNvPr>
          <p:cNvSpPr/>
          <p:nvPr/>
        </p:nvSpPr>
        <p:spPr>
          <a:xfrm>
            <a:off x="-50524" y="4054861"/>
            <a:ext cx="1165092" cy="492621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9C65B0-B4FE-24E5-377F-F196EB2A613E}"/>
              </a:ext>
            </a:extLst>
          </p:cNvPr>
          <p:cNvSpPr txBox="1"/>
          <p:nvPr/>
        </p:nvSpPr>
        <p:spPr>
          <a:xfrm>
            <a:off x="10099023" y="5577110"/>
            <a:ext cx="5963048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Researching and gathering information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Contributing and making slides 3 , 4</a:t>
            </a:r>
          </a:p>
          <a:p>
            <a:pPr>
              <a:lnSpc>
                <a:spcPct val="9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reading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B9A587-EC23-B4FC-ED1F-3D7ACDA03384}"/>
              </a:ext>
            </a:extLst>
          </p:cNvPr>
          <p:cNvGrpSpPr/>
          <p:nvPr/>
        </p:nvGrpSpPr>
        <p:grpSpPr>
          <a:xfrm>
            <a:off x="5741100" y="1025829"/>
            <a:ext cx="1802732" cy="2221290"/>
            <a:chOff x="5633837" y="639701"/>
            <a:chExt cx="1802732" cy="222129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A63A95D-DA66-378C-1AC5-439D09A04895}"/>
                </a:ext>
              </a:extLst>
            </p:cNvPr>
            <p:cNvGrpSpPr/>
            <p:nvPr/>
          </p:nvGrpSpPr>
          <p:grpSpPr>
            <a:xfrm>
              <a:off x="5633837" y="639701"/>
              <a:ext cx="1802732" cy="1752600"/>
              <a:chOff x="6198268" y="876300"/>
              <a:chExt cx="2031332" cy="1981200"/>
            </a:xfrm>
          </p:grpSpPr>
          <p:sp>
            <p:nvSpPr>
              <p:cNvPr id="41" name="Flowchart: Connector 4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61483F3-5C70-8641-7A4F-A3951CC0DDD9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5"/>
                <a:srcRect/>
                <a:stretch>
                  <a:fillRect l="-42559" t="-36839" r="-65934" b="-17562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4687BE07-10AD-FB54-DD61-E87D5F302304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580EEE-F158-7A67-22E2-EFA3757B3535}"/>
                </a:ext>
              </a:extLst>
            </p:cNvPr>
            <p:cNvSpPr txBox="1"/>
            <p:nvPr/>
          </p:nvSpPr>
          <p:spPr>
            <a:xfrm>
              <a:off x="5963702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Sanduni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70E058D-870D-1620-E257-F52EBC75F238}"/>
              </a:ext>
            </a:extLst>
          </p:cNvPr>
          <p:cNvGrpSpPr/>
          <p:nvPr/>
        </p:nvGrpSpPr>
        <p:grpSpPr>
          <a:xfrm>
            <a:off x="15062601" y="1028700"/>
            <a:ext cx="1802732" cy="2257455"/>
            <a:chOff x="7870692" y="639701"/>
            <a:chExt cx="1802732" cy="225745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1B06AC4-F68B-9C9D-EBD2-38BB4745E666}"/>
                </a:ext>
              </a:extLst>
            </p:cNvPr>
            <p:cNvGrpSpPr/>
            <p:nvPr/>
          </p:nvGrpSpPr>
          <p:grpSpPr>
            <a:xfrm>
              <a:off x="7870692" y="639701"/>
              <a:ext cx="1802732" cy="1752600"/>
              <a:chOff x="6198268" y="876300"/>
              <a:chExt cx="2031332" cy="1981200"/>
            </a:xfrm>
          </p:grpSpPr>
          <p:sp>
            <p:nvSpPr>
              <p:cNvPr id="51" name="Flowchart: Connector 50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5FEAEB6A-6B38-4985-3CA8-8F34CB1912EE}"/>
                  </a:ext>
                </a:extLst>
              </p:cNvPr>
              <p:cNvSpPr/>
              <p:nvPr/>
            </p:nvSpPr>
            <p:spPr>
              <a:xfrm>
                <a:off x="6347660" y="1038630"/>
                <a:ext cx="1732547" cy="1722060"/>
              </a:xfrm>
              <a:prstGeom prst="flowChartConnector">
                <a:avLst/>
              </a:prstGeom>
              <a:blipFill>
                <a:blip r:embed="rId3"/>
                <a:srcRect/>
                <a:stretch>
                  <a:fillRect l="-9558" t="-6763" r="-5996" b="-4874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lowchart: Connector 51">
                <a:extLst>
                  <a:ext uri="{FF2B5EF4-FFF2-40B4-BE49-F238E27FC236}">
                    <a16:creationId xmlns:a16="http://schemas.microsoft.com/office/drawing/2014/main" id="{AA9C71BF-0A23-7722-F713-385F3ADA7B37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CB3B54E-3764-AD3B-68AA-225130BA0183}"/>
                </a:ext>
              </a:extLst>
            </p:cNvPr>
            <p:cNvSpPr txBox="1"/>
            <p:nvPr/>
          </p:nvSpPr>
          <p:spPr>
            <a:xfrm>
              <a:off x="8244677" y="249704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Suvin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9E17BF0-E6A2-B6B0-A912-DFC0D97E67F4}"/>
              </a:ext>
            </a:extLst>
          </p:cNvPr>
          <p:cNvGrpSpPr/>
          <p:nvPr/>
        </p:nvGrpSpPr>
        <p:grpSpPr>
          <a:xfrm>
            <a:off x="7999956" y="1039940"/>
            <a:ext cx="1802732" cy="2222789"/>
            <a:chOff x="14733655" y="638202"/>
            <a:chExt cx="1802732" cy="222278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B9078B2-9966-AD82-D0F2-E0E906DB580F}"/>
                </a:ext>
              </a:extLst>
            </p:cNvPr>
            <p:cNvGrpSpPr/>
            <p:nvPr/>
          </p:nvGrpSpPr>
          <p:grpSpPr>
            <a:xfrm>
              <a:off x="14733655" y="638202"/>
              <a:ext cx="1802732" cy="1752600"/>
              <a:chOff x="6198268" y="876300"/>
              <a:chExt cx="2031332" cy="1981200"/>
            </a:xfrm>
          </p:grpSpPr>
          <p:sp>
            <p:nvSpPr>
              <p:cNvPr id="56" name="Flowchart: Connector 5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DE8E90C9-586A-CA9D-3621-67F1E518C65D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8"/>
                <a:srcRect/>
                <a:stretch>
                  <a:fillRect l="-19412" t="-8909" r="-30080" b="-419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7" name="Flowchart: Connector 56">
                <a:extLst>
                  <a:ext uri="{FF2B5EF4-FFF2-40B4-BE49-F238E27FC236}">
                    <a16:creationId xmlns:a16="http://schemas.microsoft.com/office/drawing/2014/main" id="{661933FC-3C5F-210A-8CDC-A09DF15B56E3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BE87D61-5799-32A1-14AF-3A1E63D97C67}"/>
                </a:ext>
              </a:extLst>
            </p:cNvPr>
            <p:cNvSpPr txBox="1"/>
            <p:nvPr/>
          </p:nvSpPr>
          <p:spPr>
            <a:xfrm>
              <a:off x="15087600" y="2460881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Sathmi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F139A74-B5E3-3EC9-E32F-4345C8207A38}"/>
              </a:ext>
            </a:extLst>
          </p:cNvPr>
          <p:cNvGrpSpPr/>
          <p:nvPr/>
        </p:nvGrpSpPr>
        <p:grpSpPr>
          <a:xfrm>
            <a:off x="12613008" y="987729"/>
            <a:ext cx="1802732" cy="2225455"/>
            <a:chOff x="10183746" y="670181"/>
            <a:chExt cx="1802732" cy="2225455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0D8E151-D15F-882A-7E30-9659345915A8}"/>
                </a:ext>
              </a:extLst>
            </p:cNvPr>
            <p:cNvGrpSpPr/>
            <p:nvPr/>
          </p:nvGrpSpPr>
          <p:grpSpPr>
            <a:xfrm>
              <a:off x="10183746" y="670181"/>
              <a:ext cx="1802732" cy="1752600"/>
              <a:chOff x="6198268" y="876300"/>
              <a:chExt cx="2031332" cy="1981200"/>
            </a:xfrm>
          </p:grpSpPr>
          <p:sp>
            <p:nvSpPr>
              <p:cNvPr id="61" name="Flowchart: Connector 6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995FFD5B-DEBF-9438-3073-80044F98D81C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0"/>
                <a:srcRect/>
                <a:stretch>
                  <a:fillRect t="-691" b="-33887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lowchart: Connector 61">
                <a:extLst>
                  <a:ext uri="{FF2B5EF4-FFF2-40B4-BE49-F238E27FC236}">
                    <a16:creationId xmlns:a16="http://schemas.microsoft.com/office/drawing/2014/main" id="{4E1F65D5-933B-0030-F525-2E7ADA555203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50775E1-833B-0027-6B6D-8BE243A2B6C4}"/>
                </a:ext>
              </a:extLst>
            </p:cNvPr>
            <p:cNvSpPr txBox="1"/>
            <p:nvPr/>
          </p:nvSpPr>
          <p:spPr>
            <a:xfrm>
              <a:off x="10485038" y="2495526"/>
              <a:ext cx="1143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Malmi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4C464C7-B7F3-56EE-75D4-1A695D1519E3}"/>
              </a:ext>
            </a:extLst>
          </p:cNvPr>
          <p:cNvGrpSpPr/>
          <p:nvPr/>
        </p:nvGrpSpPr>
        <p:grpSpPr>
          <a:xfrm>
            <a:off x="10361892" y="1032556"/>
            <a:ext cx="1802732" cy="2184689"/>
            <a:chOff x="12496800" y="638202"/>
            <a:chExt cx="1802732" cy="218468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E87DAA4-94DD-094D-7381-41ECC4B65616}"/>
                </a:ext>
              </a:extLst>
            </p:cNvPr>
            <p:cNvGrpSpPr/>
            <p:nvPr/>
          </p:nvGrpSpPr>
          <p:grpSpPr>
            <a:xfrm>
              <a:off x="12496800" y="638202"/>
              <a:ext cx="1802732" cy="1752600"/>
              <a:chOff x="6198268" y="876300"/>
              <a:chExt cx="2031332" cy="1981200"/>
            </a:xfrm>
          </p:grpSpPr>
          <p:sp>
            <p:nvSpPr>
              <p:cNvPr id="66" name="Flowchart: Connector 65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317D220-4A8F-5181-92E5-562AF601CF31}"/>
                  </a:ext>
                </a:extLst>
              </p:cNvPr>
              <p:cNvSpPr/>
              <p:nvPr/>
            </p:nvSpPr>
            <p:spPr>
              <a:xfrm>
                <a:off x="6347660" y="1004176"/>
                <a:ext cx="1732547" cy="1722060"/>
              </a:xfrm>
              <a:prstGeom prst="flowChartConnector">
                <a:avLst/>
              </a:prstGeom>
              <a:blipFill>
                <a:blip r:embed="rId12"/>
                <a:srcRect/>
                <a:stretch>
                  <a:fillRect l="-26239" t="-39000" r="-8623" b="-42496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Flowchart: Connector 66">
                <a:extLst>
                  <a:ext uri="{FF2B5EF4-FFF2-40B4-BE49-F238E27FC236}">
                    <a16:creationId xmlns:a16="http://schemas.microsoft.com/office/drawing/2014/main" id="{F9A049A9-CE9A-C544-1B93-995272ACF078}"/>
                  </a:ext>
                </a:extLst>
              </p:cNvPr>
              <p:cNvSpPr/>
              <p:nvPr/>
            </p:nvSpPr>
            <p:spPr>
              <a:xfrm>
                <a:off x="6198268" y="876300"/>
                <a:ext cx="2031332" cy="1981200"/>
              </a:xfrm>
              <a:prstGeom prst="flowChartConnector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7B686F9-1CA9-65FA-0E7A-9F5852ED8D51}"/>
                </a:ext>
              </a:extLst>
            </p:cNvPr>
            <p:cNvSpPr txBox="1"/>
            <p:nvPr/>
          </p:nvSpPr>
          <p:spPr>
            <a:xfrm>
              <a:off x="12800447" y="2422781"/>
              <a:ext cx="13603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Kaveesha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165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5588</TotalTime>
  <Words>882</Words>
  <Application>Microsoft Office PowerPoint</Application>
  <PresentationFormat>Custom</PresentationFormat>
  <Paragraphs>217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Calibri</vt:lpstr>
      <vt:lpstr>Arial</vt:lpstr>
      <vt:lpstr>Agency FB</vt:lpstr>
      <vt:lpstr>Lato Bold</vt:lpstr>
      <vt:lpstr>Lao UI</vt:lpstr>
      <vt:lpstr>Wingdings</vt:lpstr>
      <vt:lpstr>Bahnschrift SemiBold Condensed</vt:lpstr>
      <vt:lpstr>Symbol</vt:lpstr>
      <vt:lpstr>Times New Roman</vt:lpstr>
      <vt:lpstr>Cambria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Sanduni Pieris</cp:lastModifiedBy>
  <cp:revision>8</cp:revision>
  <dcterms:created xsi:type="dcterms:W3CDTF">2006-08-16T00:00:00Z</dcterms:created>
  <dcterms:modified xsi:type="dcterms:W3CDTF">2023-11-18T07:07:42Z</dcterms:modified>
  <dc:identifier>DAF0IAyiuwg</dc:identifier>
</cp:coreProperties>
</file>