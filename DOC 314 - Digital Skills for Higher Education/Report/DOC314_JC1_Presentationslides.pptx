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72" r:id="rId3"/>
    <p:sldId id="273" r:id="rId4"/>
    <p:sldId id="274" r:id="rId5"/>
    <p:sldId id="276" r:id="rId6"/>
    <p:sldId id="281" r:id="rId7"/>
    <p:sldId id="259" r:id="rId8"/>
    <p:sldId id="280" r:id="rId9"/>
    <p:sldId id="282" r:id="rId10"/>
    <p:sldId id="279" r:id="rId11"/>
    <p:sldId id="283" r:id="rId12"/>
    <p:sldId id="284" r:id="rId13"/>
    <p:sldId id="275" r:id="rId14"/>
    <p:sldId id="285" r:id="rId15"/>
    <p:sldId id="286" r:id="rId16"/>
    <p:sldId id="287" r:id="rId17"/>
    <p:sldId id="290" r:id="rId18"/>
    <p:sldId id="289" r:id="rId19"/>
    <p:sldId id="271" r:id="rId20"/>
    <p:sldId id="28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44" d="100"/>
          <a:sy n="44" d="100"/>
        </p:scale>
        <p:origin x="700" y="4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8F6862-2F4F-41AB-A03E-793FD3DFA9D1}" type="doc">
      <dgm:prSet loTypeId="urn:microsoft.com/office/officeart/2005/8/layout/pyramid1" loCatId="pyramid" qsTypeId="urn:microsoft.com/office/officeart/2005/8/quickstyle/simple1" qsCatId="simple" csTypeId="urn:microsoft.com/office/officeart/2005/8/colors/accent1_2" csCatId="accent1" phldr="1"/>
      <dgm:spPr/>
    </dgm:pt>
    <dgm:pt modelId="{BE67B20E-5328-4D93-AEA3-F2F2E6E21F69}">
      <dgm:prSet phldrT="[Text]" custT="1"/>
      <dgm:spPr>
        <a:solidFill>
          <a:srgbClr val="C00000"/>
        </a:solidFill>
      </dgm:spPr>
      <dgm:t>
        <a:bodyPr/>
        <a:lstStyle/>
        <a:p>
          <a:endParaRPr lang="en-US" sz="2800" dirty="0"/>
        </a:p>
        <a:p>
          <a:endParaRPr lang="en-US" sz="2800" dirty="0"/>
        </a:p>
        <a:p>
          <a:br>
            <a:rPr lang="en-US" sz="2800" dirty="0"/>
          </a:br>
          <a:r>
            <a:rPr lang="en-US" sz="2800" dirty="0"/>
            <a:t>Management </a:t>
          </a:r>
          <a:br>
            <a:rPr lang="en-US" sz="2800" dirty="0"/>
          </a:br>
          <a:r>
            <a:rPr lang="en-US" sz="2800" dirty="0"/>
            <a:t>Support</a:t>
          </a:r>
        </a:p>
      </dgm:t>
    </dgm:pt>
    <dgm:pt modelId="{A50DD025-9A5D-4725-9E50-D6E62DAA71F9}" type="parTrans" cxnId="{C25CDE33-7368-4F1A-BE24-51CB6C230B00}">
      <dgm:prSet/>
      <dgm:spPr/>
      <dgm:t>
        <a:bodyPr/>
        <a:lstStyle/>
        <a:p>
          <a:endParaRPr lang="en-US"/>
        </a:p>
      </dgm:t>
    </dgm:pt>
    <dgm:pt modelId="{CE7F0161-7C8A-4E10-8E5B-ADDE9A2B1337}" type="sibTrans" cxnId="{C25CDE33-7368-4F1A-BE24-51CB6C230B00}">
      <dgm:prSet/>
      <dgm:spPr/>
      <dgm:t>
        <a:bodyPr/>
        <a:lstStyle/>
        <a:p>
          <a:endParaRPr lang="en-US"/>
        </a:p>
      </dgm:t>
    </dgm:pt>
    <dgm:pt modelId="{65803782-4FD5-484A-9EF5-46163F2283EE}">
      <dgm:prSet phldrT="[Text]" custT="1"/>
      <dgm:spPr>
        <a:solidFill>
          <a:schemeClr val="tx1"/>
        </a:solidFill>
      </dgm:spPr>
      <dgm:t>
        <a:bodyPr/>
        <a:lstStyle/>
        <a:p>
          <a:r>
            <a:rPr lang="en-US" sz="2800" dirty="0">
              <a:solidFill>
                <a:schemeClr val="bg1"/>
              </a:solidFill>
            </a:rPr>
            <a:t>Knowledge Support</a:t>
          </a:r>
        </a:p>
      </dgm:t>
    </dgm:pt>
    <dgm:pt modelId="{966F6503-8943-4FD3-A3A7-07DA90D8C8FD}" type="parTrans" cxnId="{8E0B46F2-9108-4825-A9E2-C9C2DE6C5536}">
      <dgm:prSet/>
      <dgm:spPr/>
      <dgm:t>
        <a:bodyPr/>
        <a:lstStyle/>
        <a:p>
          <a:endParaRPr lang="en-US"/>
        </a:p>
      </dgm:t>
    </dgm:pt>
    <dgm:pt modelId="{0DF2D62A-BB72-445F-B6FF-8E2709F6E8E8}" type="sibTrans" cxnId="{8E0B46F2-9108-4825-A9E2-C9C2DE6C5536}">
      <dgm:prSet/>
      <dgm:spPr/>
      <dgm:t>
        <a:bodyPr/>
        <a:lstStyle/>
        <a:p>
          <a:endParaRPr lang="en-US"/>
        </a:p>
      </dgm:t>
    </dgm:pt>
    <dgm:pt modelId="{EFB43483-733F-406D-9B37-BCE4E66BCBDF}">
      <dgm:prSet phldrT="[Text]"/>
      <dgm:spPr>
        <a:solidFill>
          <a:srgbClr val="C00000"/>
        </a:solidFill>
      </dgm:spPr>
      <dgm:t>
        <a:bodyPr/>
        <a:lstStyle/>
        <a:p>
          <a:r>
            <a:rPr lang="en-US" dirty="0"/>
            <a:t>Operational Support</a:t>
          </a:r>
        </a:p>
      </dgm:t>
    </dgm:pt>
    <dgm:pt modelId="{35548BFC-0C7C-41AE-99B7-CBEE00DE46E8}" type="parTrans" cxnId="{47FEE8E9-027E-44C5-801F-71D735E010AF}">
      <dgm:prSet/>
      <dgm:spPr/>
      <dgm:t>
        <a:bodyPr/>
        <a:lstStyle/>
        <a:p>
          <a:endParaRPr lang="en-US"/>
        </a:p>
      </dgm:t>
    </dgm:pt>
    <dgm:pt modelId="{061B72EC-C4FF-4F8C-B7CF-4732FE75919D}" type="sibTrans" cxnId="{47FEE8E9-027E-44C5-801F-71D735E010AF}">
      <dgm:prSet/>
      <dgm:spPr/>
      <dgm:t>
        <a:bodyPr/>
        <a:lstStyle/>
        <a:p>
          <a:endParaRPr lang="en-US"/>
        </a:p>
      </dgm:t>
    </dgm:pt>
    <dgm:pt modelId="{A99E8321-1F2C-4BC1-94B4-FE9C17945042}" type="pres">
      <dgm:prSet presAssocID="{358F6862-2F4F-41AB-A03E-793FD3DFA9D1}" presName="Name0" presStyleCnt="0">
        <dgm:presLayoutVars>
          <dgm:dir/>
          <dgm:animLvl val="lvl"/>
          <dgm:resizeHandles val="exact"/>
        </dgm:presLayoutVars>
      </dgm:prSet>
      <dgm:spPr/>
    </dgm:pt>
    <dgm:pt modelId="{7E1D3C5D-5DDF-4B22-9ACD-138482C86499}" type="pres">
      <dgm:prSet presAssocID="{BE67B20E-5328-4D93-AEA3-F2F2E6E21F69}" presName="Name8" presStyleCnt="0"/>
      <dgm:spPr/>
    </dgm:pt>
    <dgm:pt modelId="{5C5D4B87-64C5-4721-8EAB-6022B840D8A8}" type="pres">
      <dgm:prSet presAssocID="{BE67B20E-5328-4D93-AEA3-F2F2E6E21F69}" presName="level" presStyleLbl="node1" presStyleIdx="0" presStyleCnt="3" custScaleY="221269">
        <dgm:presLayoutVars>
          <dgm:chMax val="1"/>
          <dgm:bulletEnabled val="1"/>
        </dgm:presLayoutVars>
      </dgm:prSet>
      <dgm:spPr/>
    </dgm:pt>
    <dgm:pt modelId="{AFE5DB33-BA19-4C3F-B0B6-247B728D837D}" type="pres">
      <dgm:prSet presAssocID="{BE67B20E-5328-4D93-AEA3-F2F2E6E21F69}" presName="levelTx" presStyleLbl="revTx" presStyleIdx="0" presStyleCnt="0">
        <dgm:presLayoutVars>
          <dgm:chMax val="1"/>
          <dgm:bulletEnabled val="1"/>
        </dgm:presLayoutVars>
      </dgm:prSet>
      <dgm:spPr/>
    </dgm:pt>
    <dgm:pt modelId="{A08AAC51-4876-4EB5-A764-25155B8C68F9}" type="pres">
      <dgm:prSet presAssocID="{65803782-4FD5-484A-9EF5-46163F2283EE}" presName="Name8" presStyleCnt="0"/>
      <dgm:spPr/>
    </dgm:pt>
    <dgm:pt modelId="{C5E93ED9-446A-4956-9836-7AEF32B5C7AC}" type="pres">
      <dgm:prSet presAssocID="{65803782-4FD5-484A-9EF5-46163F2283EE}" presName="level" presStyleLbl="node1" presStyleIdx="1" presStyleCnt="3">
        <dgm:presLayoutVars>
          <dgm:chMax val="1"/>
          <dgm:bulletEnabled val="1"/>
        </dgm:presLayoutVars>
      </dgm:prSet>
      <dgm:spPr/>
    </dgm:pt>
    <dgm:pt modelId="{1B5FF9C1-B925-48EF-937E-725D96DBC035}" type="pres">
      <dgm:prSet presAssocID="{65803782-4FD5-484A-9EF5-46163F2283EE}" presName="levelTx" presStyleLbl="revTx" presStyleIdx="0" presStyleCnt="0">
        <dgm:presLayoutVars>
          <dgm:chMax val="1"/>
          <dgm:bulletEnabled val="1"/>
        </dgm:presLayoutVars>
      </dgm:prSet>
      <dgm:spPr/>
    </dgm:pt>
    <dgm:pt modelId="{57F982AC-D24C-4EB4-9598-D9F14EEF00B4}" type="pres">
      <dgm:prSet presAssocID="{EFB43483-733F-406D-9B37-BCE4E66BCBDF}" presName="Name8" presStyleCnt="0"/>
      <dgm:spPr/>
    </dgm:pt>
    <dgm:pt modelId="{B350BE7D-F4CA-4A72-867E-AF39B3C23AA5}" type="pres">
      <dgm:prSet presAssocID="{EFB43483-733F-406D-9B37-BCE4E66BCBDF}" presName="level" presStyleLbl="node1" presStyleIdx="2" presStyleCnt="3">
        <dgm:presLayoutVars>
          <dgm:chMax val="1"/>
          <dgm:bulletEnabled val="1"/>
        </dgm:presLayoutVars>
      </dgm:prSet>
      <dgm:spPr/>
    </dgm:pt>
    <dgm:pt modelId="{1B5E07FF-B8C3-43D9-8D55-612BE8E0D70A}" type="pres">
      <dgm:prSet presAssocID="{EFB43483-733F-406D-9B37-BCE4E66BCBDF}" presName="levelTx" presStyleLbl="revTx" presStyleIdx="0" presStyleCnt="0">
        <dgm:presLayoutVars>
          <dgm:chMax val="1"/>
          <dgm:bulletEnabled val="1"/>
        </dgm:presLayoutVars>
      </dgm:prSet>
      <dgm:spPr/>
    </dgm:pt>
  </dgm:ptLst>
  <dgm:cxnLst>
    <dgm:cxn modelId="{6B9DCC12-F693-47FB-A1B1-022121276653}" type="presOf" srcId="{EFB43483-733F-406D-9B37-BCE4E66BCBDF}" destId="{1B5E07FF-B8C3-43D9-8D55-612BE8E0D70A}" srcOrd="1" destOrd="0" presId="urn:microsoft.com/office/officeart/2005/8/layout/pyramid1"/>
    <dgm:cxn modelId="{C25CDE33-7368-4F1A-BE24-51CB6C230B00}" srcId="{358F6862-2F4F-41AB-A03E-793FD3DFA9D1}" destId="{BE67B20E-5328-4D93-AEA3-F2F2E6E21F69}" srcOrd="0" destOrd="0" parTransId="{A50DD025-9A5D-4725-9E50-D6E62DAA71F9}" sibTransId="{CE7F0161-7C8A-4E10-8E5B-ADDE9A2B1337}"/>
    <dgm:cxn modelId="{C2AE3EA0-1A93-42AF-B40C-14D3170B4B59}" type="presOf" srcId="{BE67B20E-5328-4D93-AEA3-F2F2E6E21F69}" destId="{5C5D4B87-64C5-4721-8EAB-6022B840D8A8}" srcOrd="0" destOrd="0" presId="urn:microsoft.com/office/officeart/2005/8/layout/pyramid1"/>
    <dgm:cxn modelId="{943013A1-1246-4EF1-A9A1-4424DC7DF8C6}" type="presOf" srcId="{358F6862-2F4F-41AB-A03E-793FD3DFA9D1}" destId="{A99E8321-1F2C-4BC1-94B4-FE9C17945042}" srcOrd="0" destOrd="0" presId="urn:microsoft.com/office/officeart/2005/8/layout/pyramid1"/>
    <dgm:cxn modelId="{7046CAA9-0312-4E7A-8A85-3333104A1D1B}" type="presOf" srcId="{65803782-4FD5-484A-9EF5-46163F2283EE}" destId="{C5E93ED9-446A-4956-9836-7AEF32B5C7AC}" srcOrd="0" destOrd="0" presId="urn:microsoft.com/office/officeart/2005/8/layout/pyramid1"/>
    <dgm:cxn modelId="{FE34A2E5-E4C6-4315-846A-22ED2E13A6B8}" type="presOf" srcId="{BE67B20E-5328-4D93-AEA3-F2F2E6E21F69}" destId="{AFE5DB33-BA19-4C3F-B0B6-247B728D837D}" srcOrd="1" destOrd="0" presId="urn:microsoft.com/office/officeart/2005/8/layout/pyramid1"/>
    <dgm:cxn modelId="{780D14E6-4633-400F-BC5D-466790957BAB}" type="presOf" srcId="{EFB43483-733F-406D-9B37-BCE4E66BCBDF}" destId="{B350BE7D-F4CA-4A72-867E-AF39B3C23AA5}" srcOrd="0" destOrd="0" presId="urn:microsoft.com/office/officeart/2005/8/layout/pyramid1"/>
    <dgm:cxn modelId="{5C9CE0E7-B24D-4D23-AC3C-5F9B94195DA8}" type="presOf" srcId="{65803782-4FD5-484A-9EF5-46163F2283EE}" destId="{1B5FF9C1-B925-48EF-937E-725D96DBC035}" srcOrd="1" destOrd="0" presId="urn:microsoft.com/office/officeart/2005/8/layout/pyramid1"/>
    <dgm:cxn modelId="{47FEE8E9-027E-44C5-801F-71D735E010AF}" srcId="{358F6862-2F4F-41AB-A03E-793FD3DFA9D1}" destId="{EFB43483-733F-406D-9B37-BCE4E66BCBDF}" srcOrd="2" destOrd="0" parTransId="{35548BFC-0C7C-41AE-99B7-CBEE00DE46E8}" sibTransId="{061B72EC-C4FF-4F8C-B7CF-4732FE75919D}"/>
    <dgm:cxn modelId="{8E0B46F2-9108-4825-A9E2-C9C2DE6C5536}" srcId="{358F6862-2F4F-41AB-A03E-793FD3DFA9D1}" destId="{65803782-4FD5-484A-9EF5-46163F2283EE}" srcOrd="1" destOrd="0" parTransId="{966F6503-8943-4FD3-A3A7-07DA90D8C8FD}" sibTransId="{0DF2D62A-BB72-445F-B6FF-8E2709F6E8E8}"/>
    <dgm:cxn modelId="{DCBA7079-129B-4B66-982B-4B7C14E57265}" type="presParOf" srcId="{A99E8321-1F2C-4BC1-94B4-FE9C17945042}" destId="{7E1D3C5D-5DDF-4B22-9ACD-138482C86499}" srcOrd="0" destOrd="0" presId="urn:microsoft.com/office/officeart/2005/8/layout/pyramid1"/>
    <dgm:cxn modelId="{576F22DB-608B-4181-9F63-E42787A9530F}" type="presParOf" srcId="{7E1D3C5D-5DDF-4B22-9ACD-138482C86499}" destId="{5C5D4B87-64C5-4721-8EAB-6022B840D8A8}" srcOrd="0" destOrd="0" presId="urn:microsoft.com/office/officeart/2005/8/layout/pyramid1"/>
    <dgm:cxn modelId="{1C207389-7492-4034-A04C-73683A44F228}" type="presParOf" srcId="{7E1D3C5D-5DDF-4B22-9ACD-138482C86499}" destId="{AFE5DB33-BA19-4C3F-B0B6-247B728D837D}" srcOrd="1" destOrd="0" presId="urn:microsoft.com/office/officeart/2005/8/layout/pyramid1"/>
    <dgm:cxn modelId="{87CC2852-9909-4D09-A0E6-B2C57A2DB06D}" type="presParOf" srcId="{A99E8321-1F2C-4BC1-94B4-FE9C17945042}" destId="{A08AAC51-4876-4EB5-A764-25155B8C68F9}" srcOrd="1" destOrd="0" presId="urn:microsoft.com/office/officeart/2005/8/layout/pyramid1"/>
    <dgm:cxn modelId="{E7191E70-4837-499A-9CA0-E7C062B470BE}" type="presParOf" srcId="{A08AAC51-4876-4EB5-A764-25155B8C68F9}" destId="{C5E93ED9-446A-4956-9836-7AEF32B5C7AC}" srcOrd="0" destOrd="0" presId="urn:microsoft.com/office/officeart/2005/8/layout/pyramid1"/>
    <dgm:cxn modelId="{9FF3FD75-22F3-485D-8596-E073CE3255AC}" type="presParOf" srcId="{A08AAC51-4876-4EB5-A764-25155B8C68F9}" destId="{1B5FF9C1-B925-48EF-937E-725D96DBC035}" srcOrd="1" destOrd="0" presId="urn:microsoft.com/office/officeart/2005/8/layout/pyramid1"/>
    <dgm:cxn modelId="{F9F17995-3E65-46AD-92F4-C1464E387A5A}" type="presParOf" srcId="{A99E8321-1F2C-4BC1-94B4-FE9C17945042}" destId="{57F982AC-D24C-4EB4-9598-D9F14EEF00B4}" srcOrd="2" destOrd="0" presId="urn:microsoft.com/office/officeart/2005/8/layout/pyramid1"/>
    <dgm:cxn modelId="{B09CDE4D-24D9-4F44-AD0E-6DE1E53EFCDA}" type="presParOf" srcId="{57F982AC-D24C-4EB4-9598-D9F14EEF00B4}" destId="{B350BE7D-F4CA-4A72-867E-AF39B3C23AA5}" srcOrd="0" destOrd="0" presId="urn:microsoft.com/office/officeart/2005/8/layout/pyramid1"/>
    <dgm:cxn modelId="{2CA47E39-A441-4CCE-9133-23333BCC0A35}" type="presParOf" srcId="{57F982AC-D24C-4EB4-9598-D9F14EEF00B4}" destId="{1B5E07FF-B8C3-43D9-8D55-612BE8E0D70A}"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5D4B87-64C5-4721-8EAB-6022B840D8A8}">
      <dsp:nvSpPr>
        <dsp:cNvPr id="0" name=""/>
        <dsp:cNvSpPr/>
      </dsp:nvSpPr>
      <dsp:spPr>
        <a:xfrm>
          <a:off x="1519409" y="0"/>
          <a:ext cx="3361981" cy="2517380"/>
        </a:xfrm>
        <a:prstGeom prst="trapezoid">
          <a:avLst>
            <a:gd name="adj" fmla="val 66775"/>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dirty="0"/>
        </a:p>
        <a:p>
          <a:pPr marL="0" lvl="0" indent="0" algn="ctr" defTabSz="1244600">
            <a:lnSpc>
              <a:spcPct val="90000"/>
            </a:lnSpc>
            <a:spcBef>
              <a:spcPct val="0"/>
            </a:spcBef>
            <a:spcAft>
              <a:spcPct val="35000"/>
            </a:spcAft>
            <a:buNone/>
          </a:pPr>
          <a:endParaRPr lang="en-US" sz="2800" kern="1200" dirty="0"/>
        </a:p>
        <a:p>
          <a:pPr marL="0" lvl="0" indent="0" algn="ctr" defTabSz="1244600">
            <a:lnSpc>
              <a:spcPct val="90000"/>
            </a:lnSpc>
            <a:spcBef>
              <a:spcPct val="0"/>
            </a:spcBef>
            <a:spcAft>
              <a:spcPct val="35000"/>
            </a:spcAft>
            <a:buNone/>
          </a:pPr>
          <a:br>
            <a:rPr lang="en-US" sz="2800" kern="1200" dirty="0"/>
          </a:br>
          <a:r>
            <a:rPr lang="en-US" sz="2800" kern="1200" dirty="0"/>
            <a:t>Management </a:t>
          </a:r>
          <a:br>
            <a:rPr lang="en-US" sz="2800" kern="1200" dirty="0"/>
          </a:br>
          <a:r>
            <a:rPr lang="en-US" sz="2800" kern="1200" dirty="0"/>
            <a:t>Support</a:t>
          </a:r>
        </a:p>
      </dsp:txBody>
      <dsp:txXfrm>
        <a:off x="1519409" y="0"/>
        <a:ext cx="3361981" cy="2517380"/>
      </dsp:txXfrm>
    </dsp:sp>
    <dsp:sp modelId="{C5E93ED9-446A-4956-9836-7AEF32B5C7AC}">
      <dsp:nvSpPr>
        <dsp:cNvPr id="0" name=""/>
        <dsp:cNvSpPr/>
      </dsp:nvSpPr>
      <dsp:spPr>
        <a:xfrm>
          <a:off x="759704" y="2517380"/>
          <a:ext cx="4881390" cy="1137701"/>
        </a:xfrm>
        <a:prstGeom prst="trapezoid">
          <a:avLst>
            <a:gd name="adj" fmla="val 66775"/>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bg1"/>
              </a:solidFill>
            </a:rPr>
            <a:t>Knowledge Support</a:t>
          </a:r>
        </a:p>
      </dsp:txBody>
      <dsp:txXfrm>
        <a:off x="1613947" y="2517380"/>
        <a:ext cx="3172904" cy="1137701"/>
      </dsp:txXfrm>
    </dsp:sp>
    <dsp:sp modelId="{B350BE7D-F4CA-4A72-867E-AF39B3C23AA5}">
      <dsp:nvSpPr>
        <dsp:cNvPr id="0" name=""/>
        <dsp:cNvSpPr/>
      </dsp:nvSpPr>
      <dsp:spPr>
        <a:xfrm>
          <a:off x="0" y="3655082"/>
          <a:ext cx="6400800" cy="1137701"/>
        </a:xfrm>
        <a:prstGeom prst="trapezoid">
          <a:avLst>
            <a:gd name="adj" fmla="val 66775"/>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Operational Support</a:t>
          </a:r>
        </a:p>
      </dsp:txBody>
      <dsp:txXfrm>
        <a:off x="1120139" y="3655082"/>
        <a:ext cx="4160520" cy="1137701"/>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E07641-BB8C-4073-BC07-F7F23C5630A1}" type="datetimeFigureOut">
              <a:rPr lang="en-US" smtClean="0"/>
              <a:t>3/14/2023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09AB12-4D00-474F-97CE-598CB589E4F1}" type="slidenum">
              <a:rPr lang="en-US" smtClean="0"/>
              <a:t>‹#›</a:t>
            </a:fld>
            <a:endParaRPr lang="en-US" dirty="0"/>
          </a:p>
        </p:txBody>
      </p:sp>
    </p:spTree>
    <p:extLst>
      <p:ext uri="{BB962C8B-B14F-4D97-AF65-F5344CB8AC3E}">
        <p14:creationId xmlns:p14="http://schemas.microsoft.com/office/powerpoint/2010/main" val="468721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4" name="Google Shape;45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55" name="Google Shape;45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4" name="Google Shape;10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1" name="Google Shape;201;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1" name="Google Shape;201;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dirty="0"/>
          </a:p>
        </p:txBody>
      </p:sp>
    </p:spTree>
    <p:extLst>
      <p:ext uri="{BB962C8B-B14F-4D97-AF65-F5344CB8AC3E}">
        <p14:creationId xmlns:p14="http://schemas.microsoft.com/office/powerpoint/2010/main" val="9679493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5" name="Google Shape;18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dirty="0"/>
          </a:p>
        </p:txBody>
      </p:sp>
    </p:spTree>
    <p:extLst>
      <p:ext uri="{BB962C8B-B14F-4D97-AF65-F5344CB8AC3E}">
        <p14:creationId xmlns:p14="http://schemas.microsoft.com/office/powerpoint/2010/main" val="2558098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0" name="Google Shape;14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5" name="Google Shape;18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dirty="0"/>
          </a:p>
        </p:txBody>
      </p:sp>
    </p:spTree>
    <p:extLst>
      <p:ext uri="{BB962C8B-B14F-4D97-AF65-F5344CB8AC3E}">
        <p14:creationId xmlns:p14="http://schemas.microsoft.com/office/powerpoint/2010/main" val="367850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0" name="Google Shape;14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dirty="0"/>
          </a:p>
        </p:txBody>
      </p:sp>
    </p:spTree>
    <p:extLst>
      <p:ext uri="{BB962C8B-B14F-4D97-AF65-F5344CB8AC3E}">
        <p14:creationId xmlns:p14="http://schemas.microsoft.com/office/powerpoint/2010/main" val="3682961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5" name="Google Shape;18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0" name="Google Shape;14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dirty="0"/>
          </a:p>
        </p:txBody>
      </p:sp>
    </p:spTree>
    <p:extLst>
      <p:ext uri="{BB962C8B-B14F-4D97-AF65-F5344CB8AC3E}">
        <p14:creationId xmlns:p14="http://schemas.microsoft.com/office/powerpoint/2010/main" val="2225734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62" name="Google Shape;36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99" name="Google Shape;29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99" name="Google Shape;29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dirty="0"/>
          </a:p>
        </p:txBody>
      </p:sp>
    </p:spTree>
    <p:extLst>
      <p:ext uri="{BB962C8B-B14F-4D97-AF65-F5344CB8AC3E}">
        <p14:creationId xmlns:p14="http://schemas.microsoft.com/office/powerpoint/2010/main" val="3875744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99" name="Google Shape;29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dirty="0"/>
          </a:p>
        </p:txBody>
      </p:sp>
    </p:spTree>
    <p:extLst>
      <p:ext uri="{BB962C8B-B14F-4D97-AF65-F5344CB8AC3E}">
        <p14:creationId xmlns:p14="http://schemas.microsoft.com/office/powerpoint/2010/main" val="12944474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99" name="Google Shape;29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dirty="0"/>
          </a:p>
        </p:txBody>
      </p:sp>
    </p:spTree>
    <p:extLst>
      <p:ext uri="{BB962C8B-B14F-4D97-AF65-F5344CB8AC3E}">
        <p14:creationId xmlns:p14="http://schemas.microsoft.com/office/powerpoint/2010/main" val="22263603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4" name="Google Shape;814;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80994-07E2-C04F-0411-21219F7B94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514EAD-7032-38DE-EF7A-E43EC1510C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D3EBBD-CB64-8714-FF8C-BFFE9F320E2B}"/>
              </a:ext>
            </a:extLst>
          </p:cNvPr>
          <p:cNvSpPr>
            <a:spLocks noGrp="1"/>
          </p:cNvSpPr>
          <p:nvPr>
            <p:ph type="dt" sz="half" idx="10"/>
          </p:nvPr>
        </p:nvSpPr>
        <p:spPr/>
        <p:txBody>
          <a:bodyPr/>
          <a:lstStyle/>
          <a:p>
            <a:fld id="{8D7C7C91-F335-4B12-BFAC-915CD919CE9A}" type="datetimeFigureOut">
              <a:rPr lang="en-US" smtClean="0"/>
              <a:t>3/14/2023</a:t>
            </a:fld>
            <a:endParaRPr lang="en-US" dirty="0"/>
          </a:p>
        </p:txBody>
      </p:sp>
      <p:sp>
        <p:nvSpPr>
          <p:cNvPr id="5" name="Footer Placeholder 4">
            <a:extLst>
              <a:ext uri="{FF2B5EF4-FFF2-40B4-BE49-F238E27FC236}">
                <a16:creationId xmlns:a16="http://schemas.microsoft.com/office/drawing/2014/main" id="{C543C76C-922F-EBF6-5AFC-B9BF789327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6867283-7475-9A4A-4FE4-0F13826177F1}"/>
              </a:ext>
            </a:extLst>
          </p:cNvPr>
          <p:cNvSpPr>
            <a:spLocks noGrp="1"/>
          </p:cNvSpPr>
          <p:nvPr>
            <p:ph type="sldNum" sz="quarter" idx="12"/>
          </p:nvPr>
        </p:nvSpPr>
        <p:spPr/>
        <p:txBody>
          <a:bodyPr/>
          <a:lstStyle/>
          <a:p>
            <a:fld id="{79F7668A-3AB7-4D20-B445-B67916431ACF}" type="slidenum">
              <a:rPr lang="en-US" smtClean="0"/>
              <a:t>‹#›</a:t>
            </a:fld>
            <a:endParaRPr lang="en-US" dirty="0"/>
          </a:p>
        </p:txBody>
      </p:sp>
    </p:spTree>
    <p:extLst>
      <p:ext uri="{BB962C8B-B14F-4D97-AF65-F5344CB8AC3E}">
        <p14:creationId xmlns:p14="http://schemas.microsoft.com/office/powerpoint/2010/main" val="1171044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7B96D-36D5-1960-2807-17B8DC6751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887D4D-FA8C-2F6A-8CB6-99304AE232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B5F4EF-2C5C-4B0D-8415-9B38892BAFA3}"/>
              </a:ext>
            </a:extLst>
          </p:cNvPr>
          <p:cNvSpPr>
            <a:spLocks noGrp="1"/>
          </p:cNvSpPr>
          <p:nvPr>
            <p:ph type="dt" sz="half" idx="10"/>
          </p:nvPr>
        </p:nvSpPr>
        <p:spPr/>
        <p:txBody>
          <a:bodyPr/>
          <a:lstStyle/>
          <a:p>
            <a:fld id="{8D7C7C91-F335-4B12-BFAC-915CD919CE9A}" type="datetimeFigureOut">
              <a:rPr lang="en-US" smtClean="0"/>
              <a:t>3/14/2023</a:t>
            </a:fld>
            <a:endParaRPr lang="en-US" dirty="0"/>
          </a:p>
        </p:txBody>
      </p:sp>
      <p:sp>
        <p:nvSpPr>
          <p:cNvPr id="5" name="Footer Placeholder 4">
            <a:extLst>
              <a:ext uri="{FF2B5EF4-FFF2-40B4-BE49-F238E27FC236}">
                <a16:creationId xmlns:a16="http://schemas.microsoft.com/office/drawing/2014/main" id="{6A029797-B6A7-1BB1-0972-0F1CC1D783B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169D76F-7362-5C6F-8FC3-5C464BC7097C}"/>
              </a:ext>
            </a:extLst>
          </p:cNvPr>
          <p:cNvSpPr>
            <a:spLocks noGrp="1"/>
          </p:cNvSpPr>
          <p:nvPr>
            <p:ph type="sldNum" sz="quarter" idx="12"/>
          </p:nvPr>
        </p:nvSpPr>
        <p:spPr/>
        <p:txBody>
          <a:bodyPr/>
          <a:lstStyle/>
          <a:p>
            <a:fld id="{79F7668A-3AB7-4D20-B445-B67916431ACF}" type="slidenum">
              <a:rPr lang="en-US" smtClean="0"/>
              <a:t>‹#›</a:t>
            </a:fld>
            <a:endParaRPr lang="en-US" dirty="0"/>
          </a:p>
        </p:txBody>
      </p:sp>
    </p:spTree>
    <p:extLst>
      <p:ext uri="{BB962C8B-B14F-4D97-AF65-F5344CB8AC3E}">
        <p14:creationId xmlns:p14="http://schemas.microsoft.com/office/powerpoint/2010/main" val="1249145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81DFD-27C5-B462-C855-CFBCBB67B3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589CFB-2A42-FE47-D925-87F9DFE9A5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CD9F8C-D40A-3DCE-54D1-21565D9C2680}"/>
              </a:ext>
            </a:extLst>
          </p:cNvPr>
          <p:cNvSpPr>
            <a:spLocks noGrp="1"/>
          </p:cNvSpPr>
          <p:nvPr>
            <p:ph type="dt" sz="half" idx="10"/>
          </p:nvPr>
        </p:nvSpPr>
        <p:spPr/>
        <p:txBody>
          <a:bodyPr/>
          <a:lstStyle/>
          <a:p>
            <a:fld id="{8D7C7C91-F335-4B12-BFAC-915CD919CE9A}" type="datetimeFigureOut">
              <a:rPr lang="en-US" smtClean="0"/>
              <a:t>3/14/2023</a:t>
            </a:fld>
            <a:endParaRPr lang="en-US" dirty="0"/>
          </a:p>
        </p:txBody>
      </p:sp>
      <p:sp>
        <p:nvSpPr>
          <p:cNvPr id="5" name="Footer Placeholder 4">
            <a:extLst>
              <a:ext uri="{FF2B5EF4-FFF2-40B4-BE49-F238E27FC236}">
                <a16:creationId xmlns:a16="http://schemas.microsoft.com/office/drawing/2014/main" id="{9DC33E5E-928D-8A4B-748C-F05B8981A50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F64F5F-1F3B-DA06-3376-3ED2D8121350}"/>
              </a:ext>
            </a:extLst>
          </p:cNvPr>
          <p:cNvSpPr>
            <a:spLocks noGrp="1"/>
          </p:cNvSpPr>
          <p:nvPr>
            <p:ph type="sldNum" sz="quarter" idx="12"/>
          </p:nvPr>
        </p:nvSpPr>
        <p:spPr/>
        <p:txBody>
          <a:bodyPr/>
          <a:lstStyle/>
          <a:p>
            <a:fld id="{79F7668A-3AB7-4D20-B445-B67916431ACF}" type="slidenum">
              <a:rPr lang="en-US" smtClean="0"/>
              <a:t>‹#›</a:t>
            </a:fld>
            <a:endParaRPr lang="en-US" dirty="0"/>
          </a:p>
        </p:txBody>
      </p:sp>
    </p:spTree>
    <p:extLst>
      <p:ext uri="{BB962C8B-B14F-4D97-AF65-F5344CB8AC3E}">
        <p14:creationId xmlns:p14="http://schemas.microsoft.com/office/powerpoint/2010/main" val="3614709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64F71-8E9D-80BE-FFA9-0EE43CC10C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B2C50E-7786-B261-EF3B-434454FD88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34F0E6-DF4A-1FC6-B013-492D1CBE26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E202B4-3308-A57D-00DD-F9498730C5F4}"/>
              </a:ext>
            </a:extLst>
          </p:cNvPr>
          <p:cNvSpPr>
            <a:spLocks noGrp="1"/>
          </p:cNvSpPr>
          <p:nvPr>
            <p:ph type="dt" sz="half" idx="10"/>
          </p:nvPr>
        </p:nvSpPr>
        <p:spPr/>
        <p:txBody>
          <a:bodyPr/>
          <a:lstStyle/>
          <a:p>
            <a:fld id="{8D7C7C91-F335-4B12-BFAC-915CD919CE9A}" type="datetimeFigureOut">
              <a:rPr lang="en-US" smtClean="0"/>
              <a:t>3/14/2023</a:t>
            </a:fld>
            <a:endParaRPr lang="en-US" dirty="0"/>
          </a:p>
        </p:txBody>
      </p:sp>
      <p:sp>
        <p:nvSpPr>
          <p:cNvPr id="6" name="Footer Placeholder 5">
            <a:extLst>
              <a:ext uri="{FF2B5EF4-FFF2-40B4-BE49-F238E27FC236}">
                <a16:creationId xmlns:a16="http://schemas.microsoft.com/office/drawing/2014/main" id="{DEDE12B5-A650-C9DB-152D-A3DE1FB1314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F27FC8C-1234-5EAA-E909-3B357EE82CCB}"/>
              </a:ext>
            </a:extLst>
          </p:cNvPr>
          <p:cNvSpPr>
            <a:spLocks noGrp="1"/>
          </p:cNvSpPr>
          <p:nvPr>
            <p:ph type="sldNum" sz="quarter" idx="12"/>
          </p:nvPr>
        </p:nvSpPr>
        <p:spPr/>
        <p:txBody>
          <a:bodyPr/>
          <a:lstStyle/>
          <a:p>
            <a:fld id="{79F7668A-3AB7-4D20-B445-B67916431ACF}" type="slidenum">
              <a:rPr lang="en-US" smtClean="0"/>
              <a:t>‹#›</a:t>
            </a:fld>
            <a:endParaRPr lang="en-US" dirty="0"/>
          </a:p>
        </p:txBody>
      </p:sp>
    </p:spTree>
    <p:extLst>
      <p:ext uri="{BB962C8B-B14F-4D97-AF65-F5344CB8AC3E}">
        <p14:creationId xmlns:p14="http://schemas.microsoft.com/office/powerpoint/2010/main" val="3105457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88FC3-F3B5-40EA-41DC-AD824335171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4F1CFB-359D-7F1E-2B2D-EE47BB9890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171E2F-9CF4-2F45-A9A8-95E0492B52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BDA768-10CF-2374-0608-65BAD3A2B3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4A22A2-6C70-2604-0CDB-AD62ED88FA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DF8895-1536-B330-807C-91DDA7AAE671}"/>
              </a:ext>
            </a:extLst>
          </p:cNvPr>
          <p:cNvSpPr>
            <a:spLocks noGrp="1"/>
          </p:cNvSpPr>
          <p:nvPr>
            <p:ph type="dt" sz="half" idx="10"/>
          </p:nvPr>
        </p:nvSpPr>
        <p:spPr/>
        <p:txBody>
          <a:bodyPr/>
          <a:lstStyle/>
          <a:p>
            <a:fld id="{8D7C7C91-F335-4B12-BFAC-915CD919CE9A}" type="datetimeFigureOut">
              <a:rPr lang="en-US" smtClean="0"/>
              <a:t>3/14/2023</a:t>
            </a:fld>
            <a:endParaRPr lang="en-US" dirty="0"/>
          </a:p>
        </p:txBody>
      </p:sp>
      <p:sp>
        <p:nvSpPr>
          <p:cNvPr id="8" name="Footer Placeholder 7">
            <a:extLst>
              <a:ext uri="{FF2B5EF4-FFF2-40B4-BE49-F238E27FC236}">
                <a16:creationId xmlns:a16="http://schemas.microsoft.com/office/drawing/2014/main" id="{F313354F-E36C-0460-315C-8CB4153F232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300649FB-03B2-21CA-A360-1C52A1FB12A7}"/>
              </a:ext>
            </a:extLst>
          </p:cNvPr>
          <p:cNvSpPr>
            <a:spLocks noGrp="1"/>
          </p:cNvSpPr>
          <p:nvPr>
            <p:ph type="sldNum" sz="quarter" idx="12"/>
          </p:nvPr>
        </p:nvSpPr>
        <p:spPr/>
        <p:txBody>
          <a:bodyPr/>
          <a:lstStyle/>
          <a:p>
            <a:fld id="{79F7668A-3AB7-4D20-B445-B67916431ACF}" type="slidenum">
              <a:rPr lang="en-US" smtClean="0"/>
              <a:t>‹#›</a:t>
            </a:fld>
            <a:endParaRPr lang="en-US" dirty="0"/>
          </a:p>
        </p:txBody>
      </p:sp>
    </p:spTree>
    <p:extLst>
      <p:ext uri="{BB962C8B-B14F-4D97-AF65-F5344CB8AC3E}">
        <p14:creationId xmlns:p14="http://schemas.microsoft.com/office/powerpoint/2010/main" val="4009931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C82F4-DBB2-9C39-0158-29BEAEAE63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63F9EA-1EC3-9821-6D6C-896265AC8973}"/>
              </a:ext>
            </a:extLst>
          </p:cNvPr>
          <p:cNvSpPr>
            <a:spLocks noGrp="1"/>
          </p:cNvSpPr>
          <p:nvPr>
            <p:ph type="dt" sz="half" idx="10"/>
          </p:nvPr>
        </p:nvSpPr>
        <p:spPr/>
        <p:txBody>
          <a:bodyPr/>
          <a:lstStyle/>
          <a:p>
            <a:fld id="{8D7C7C91-F335-4B12-BFAC-915CD919CE9A}" type="datetimeFigureOut">
              <a:rPr lang="en-US" smtClean="0"/>
              <a:t>3/14/2023</a:t>
            </a:fld>
            <a:endParaRPr lang="en-US" dirty="0"/>
          </a:p>
        </p:txBody>
      </p:sp>
      <p:sp>
        <p:nvSpPr>
          <p:cNvPr id="4" name="Footer Placeholder 3">
            <a:extLst>
              <a:ext uri="{FF2B5EF4-FFF2-40B4-BE49-F238E27FC236}">
                <a16:creationId xmlns:a16="http://schemas.microsoft.com/office/drawing/2014/main" id="{099BD03A-288F-E561-D9C6-C64E41056CD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CAFD592-7E43-B63F-344C-F1F7F7F08858}"/>
              </a:ext>
            </a:extLst>
          </p:cNvPr>
          <p:cNvSpPr>
            <a:spLocks noGrp="1"/>
          </p:cNvSpPr>
          <p:nvPr>
            <p:ph type="sldNum" sz="quarter" idx="12"/>
          </p:nvPr>
        </p:nvSpPr>
        <p:spPr/>
        <p:txBody>
          <a:bodyPr/>
          <a:lstStyle/>
          <a:p>
            <a:fld id="{79F7668A-3AB7-4D20-B445-B67916431ACF}" type="slidenum">
              <a:rPr lang="en-US" smtClean="0"/>
              <a:t>‹#›</a:t>
            </a:fld>
            <a:endParaRPr lang="en-US" dirty="0"/>
          </a:p>
        </p:txBody>
      </p:sp>
    </p:spTree>
    <p:extLst>
      <p:ext uri="{BB962C8B-B14F-4D97-AF65-F5344CB8AC3E}">
        <p14:creationId xmlns:p14="http://schemas.microsoft.com/office/powerpoint/2010/main" val="1218265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634769-8D56-73CD-8E75-2F01ACF2C549}"/>
              </a:ext>
            </a:extLst>
          </p:cNvPr>
          <p:cNvSpPr>
            <a:spLocks noGrp="1"/>
          </p:cNvSpPr>
          <p:nvPr>
            <p:ph type="dt" sz="half" idx="10"/>
          </p:nvPr>
        </p:nvSpPr>
        <p:spPr/>
        <p:txBody>
          <a:bodyPr/>
          <a:lstStyle/>
          <a:p>
            <a:fld id="{8D7C7C91-F335-4B12-BFAC-915CD919CE9A}" type="datetimeFigureOut">
              <a:rPr lang="en-US" smtClean="0"/>
              <a:t>3/14/2023</a:t>
            </a:fld>
            <a:endParaRPr lang="en-US" dirty="0"/>
          </a:p>
        </p:txBody>
      </p:sp>
      <p:sp>
        <p:nvSpPr>
          <p:cNvPr id="3" name="Footer Placeholder 2">
            <a:extLst>
              <a:ext uri="{FF2B5EF4-FFF2-40B4-BE49-F238E27FC236}">
                <a16:creationId xmlns:a16="http://schemas.microsoft.com/office/drawing/2014/main" id="{391FAC7C-E0D7-A777-2BCB-BDF9FE8875D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AD4E393-834C-389C-44C5-2FC3B83B0DB2}"/>
              </a:ext>
            </a:extLst>
          </p:cNvPr>
          <p:cNvSpPr>
            <a:spLocks noGrp="1"/>
          </p:cNvSpPr>
          <p:nvPr>
            <p:ph type="sldNum" sz="quarter" idx="12"/>
          </p:nvPr>
        </p:nvSpPr>
        <p:spPr/>
        <p:txBody>
          <a:bodyPr/>
          <a:lstStyle/>
          <a:p>
            <a:fld id="{79F7668A-3AB7-4D20-B445-B67916431ACF}" type="slidenum">
              <a:rPr lang="en-US" smtClean="0"/>
              <a:t>‹#›</a:t>
            </a:fld>
            <a:endParaRPr lang="en-US" dirty="0"/>
          </a:p>
        </p:txBody>
      </p:sp>
    </p:spTree>
    <p:extLst>
      <p:ext uri="{BB962C8B-B14F-4D97-AF65-F5344CB8AC3E}">
        <p14:creationId xmlns:p14="http://schemas.microsoft.com/office/powerpoint/2010/main" val="2269931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97941-554E-A1A8-00CF-243E94E822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9B06D9-82DC-9090-781F-33999A15AF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0DCBC0-97DA-D254-84E1-BAF29D2BEC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9BD255-4479-867B-7012-46140D40A8DC}"/>
              </a:ext>
            </a:extLst>
          </p:cNvPr>
          <p:cNvSpPr>
            <a:spLocks noGrp="1"/>
          </p:cNvSpPr>
          <p:nvPr>
            <p:ph type="dt" sz="half" idx="10"/>
          </p:nvPr>
        </p:nvSpPr>
        <p:spPr/>
        <p:txBody>
          <a:bodyPr/>
          <a:lstStyle/>
          <a:p>
            <a:fld id="{8D7C7C91-F335-4B12-BFAC-915CD919CE9A}" type="datetimeFigureOut">
              <a:rPr lang="en-US" smtClean="0"/>
              <a:t>3/14/2023</a:t>
            </a:fld>
            <a:endParaRPr lang="en-US" dirty="0"/>
          </a:p>
        </p:txBody>
      </p:sp>
      <p:sp>
        <p:nvSpPr>
          <p:cNvPr id="6" name="Footer Placeholder 5">
            <a:extLst>
              <a:ext uri="{FF2B5EF4-FFF2-40B4-BE49-F238E27FC236}">
                <a16:creationId xmlns:a16="http://schemas.microsoft.com/office/drawing/2014/main" id="{05222D4D-18ED-39B8-5845-5CDAB15A49F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D3FCFEF-E1C6-58D8-22CF-5C20207D9979}"/>
              </a:ext>
            </a:extLst>
          </p:cNvPr>
          <p:cNvSpPr>
            <a:spLocks noGrp="1"/>
          </p:cNvSpPr>
          <p:nvPr>
            <p:ph type="sldNum" sz="quarter" idx="12"/>
          </p:nvPr>
        </p:nvSpPr>
        <p:spPr/>
        <p:txBody>
          <a:bodyPr/>
          <a:lstStyle/>
          <a:p>
            <a:fld id="{79F7668A-3AB7-4D20-B445-B67916431ACF}" type="slidenum">
              <a:rPr lang="en-US" smtClean="0"/>
              <a:t>‹#›</a:t>
            </a:fld>
            <a:endParaRPr lang="en-US" dirty="0"/>
          </a:p>
        </p:txBody>
      </p:sp>
    </p:spTree>
    <p:extLst>
      <p:ext uri="{BB962C8B-B14F-4D97-AF65-F5344CB8AC3E}">
        <p14:creationId xmlns:p14="http://schemas.microsoft.com/office/powerpoint/2010/main" val="3219490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04312-521D-9A89-E237-BD4B12F18E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253FB7-47D2-BBE9-DC87-CDA3A6B1B4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7313782-42A2-E5C3-2BA4-92B28E679E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29DAD5-2A8B-8263-92A4-0C013CE16E97}"/>
              </a:ext>
            </a:extLst>
          </p:cNvPr>
          <p:cNvSpPr>
            <a:spLocks noGrp="1"/>
          </p:cNvSpPr>
          <p:nvPr>
            <p:ph type="dt" sz="half" idx="10"/>
          </p:nvPr>
        </p:nvSpPr>
        <p:spPr/>
        <p:txBody>
          <a:bodyPr/>
          <a:lstStyle/>
          <a:p>
            <a:fld id="{8D7C7C91-F335-4B12-BFAC-915CD919CE9A}" type="datetimeFigureOut">
              <a:rPr lang="en-US" smtClean="0"/>
              <a:t>3/14/2023</a:t>
            </a:fld>
            <a:endParaRPr lang="en-US" dirty="0"/>
          </a:p>
        </p:txBody>
      </p:sp>
      <p:sp>
        <p:nvSpPr>
          <p:cNvPr id="6" name="Footer Placeholder 5">
            <a:extLst>
              <a:ext uri="{FF2B5EF4-FFF2-40B4-BE49-F238E27FC236}">
                <a16:creationId xmlns:a16="http://schemas.microsoft.com/office/drawing/2014/main" id="{FFF74A80-156A-B0E6-AE45-C45038C8662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3FB11A4-4615-4C1E-1875-A046A5F850C7}"/>
              </a:ext>
            </a:extLst>
          </p:cNvPr>
          <p:cNvSpPr>
            <a:spLocks noGrp="1"/>
          </p:cNvSpPr>
          <p:nvPr>
            <p:ph type="sldNum" sz="quarter" idx="12"/>
          </p:nvPr>
        </p:nvSpPr>
        <p:spPr/>
        <p:txBody>
          <a:bodyPr/>
          <a:lstStyle/>
          <a:p>
            <a:fld id="{79F7668A-3AB7-4D20-B445-B67916431ACF}" type="slidenum">
              <a:rPr lang="en-US" smtClean="0"/>
              <a:t>‹#›</a:t>
            </a:fld>
            <a:endParaRPr lang="en-US" dirty="0"/>
          </a:p>
        </p:txBody>
      </p:sp>
    </p:spTree>
    <p:extLst>
      <p:ext uri="{BB962C8B-B14F-4D97-AF65-F5344CB8AC3E}">
        <p14:creationId xmlns:p14="http://schemas.microsoft.com/office/powerpoint/2010/main" val="3364959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376E2-9DF2-75CD-A7F2-B396C7271A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5BFBFA-3D92-3739-42B8-3828F8B251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7206C0-8379-E670-2308-97D3766473DF}"/>
              </a:ext>
            </a:extLst>
          </p:cNvPr>
          <p:cNvSpPr>
            <a:spLocks noGrp="1"/>
          </p:cNvSpPr>
          <p:nvPr>
            <p:ph type="dt" sz="half" idx="10"/>
          </p:nvPr>
        </p:nvSpPr>
        <p:spPr/>
        <p:txBody>
          <a:bodyPr/>
          <a:lstStyle/>
          <a:p>
            <a:fld id="{8D7C7C91-F335-4B12-BFAC-915CD919CE9A}" type="datetimeFigureOut">
              <a:rPr lang="en-US" smtClean="0"/>
              <a:t>3/14/2023</a:t>
            </a:fld>
            <a:endParaRPr lang="en-US" dirty="0"/>
          </a:p>
        </p:txBody>
      </p:sp>
      <p:sp>
        <p:nvSpPr>
          <p:cNvPr id="5" name="Footer Placeholder 4">
            <a:extLst>
              <a:ext uri="{FF2B5EF4-FFF2-40B4-BE49-F238E27FC236}">
                <a16:creationId xmlns:a16="http://schemas.microsoft.com/office/drawing/2014/main" id="{C6E71C21-6EDB-6A61-2F4A-5B0E49BC4E9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0F427FB-97AA-C210-7717-0567CB26FC46}"/>
              </a:ext>
            </a:extLst>
          </p:cNvPr>
          <p:cNvSpPr>
            <a:spLocks noGrp="1"/>
          </p:cNvSpPr>
          <p:nvPr>
            <p:ph type="sldNum" sz="quarter" idx="12"/>
          </p:nvPr>
        </p:nvSpPr>
        <p:spPr/>
        <p:txBody>
          <a:bodyPr/>
          <a:lstStyle/>
          <a:p>
            <a:fld id="{79F7668A-3AB7-4D20-B445-B67916431ACF}" type="slidenum">
              <a:rPr lang="en-US" smtClean="0"/>
              <a:t>‹#›</a:t>
            </a:fld>
            <a:endParaRPr lang="en-US" dirty="0"/>
          </a:p>
        </p:txBody>
      </p:sp>
    </p:spTree>
    <p:extLst>
      <p:ext uri="{BB962C8B-B14F-4D97-AF65-F5344CB8AC3E}">
        <p14:creationId xmlns:p14="http://schemas.microsoft.com/office/powerpoint/2010/main" val="3374568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857E77-A7E7-C670-E22B-2B47C8EE48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FB639B-5F7C-5824-B2B8-3191A3A07D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7C7D6F-4FC0-9E19-A53C-1358AA0EB573}"/>
              </a:ext>
            </a:extLst>
          </p:cNvPr>
          <p:cNvSpPr>
            <a:spLocks noGrp="1"/>
          </p:cNvSpPr>
          <p:nvPr>
            <p:ph type="dt" sz="half" idx="10"/>
          </p:nvPr>
        </p:nvSpPr>
        <p:spPr/>
        <p:txBody>
          <a:bodyPr/>
          <a:lstStyle/>
          <a:p>
            <a:fld id="{8D7C7C91-F335-4B12-BFAC-915CD919CE9A}" type="datetimeFigureOut">
              <a:rPr lang="en-US" smtClean="0"/>
              <a:t>3/14/2023</a:t>
            </a:fld>
            <a:endParaRPr lang="en-US" dirty="0"/>
          </a:p>
        </p:txBody>
      </p:sp>
      <p:sp>
        <p:nvSpPr>
          <p:cNvPr id="5" name="Footer Placeholder 4">
            <a:extLst>
              <a:ext uri="{FF2B5EF4-FFF2-40B4-BE49-F238E27FC236}">
                <a16:creationId xmlns:a16="http://schemas.microsoft.com/office/drawing/2014/main" id="{5E0189B2-EE86-8B52-2AFA-B4E0FC7E5CA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32FCBA4-9610-0A42-9FE6-3357F3D5BB15}"/>
              </a:ext>
            </a:extLst>
          </p:cNvPr>
          <p:cNvSpPr>
            <a:spLocks noGrp="1"/>
          </p:cNvSpPr>
          <p:nvPr>
            <p:ph type="sldNum" sz="quarter" idx="12"/>
          </p:nvPr>
        </p:nvSpPr>
        <p:spPr/>
        <p:txBody>
          <a:bodyPr/>
          <a:lstStyle/>
          <a:p>
            <a:fld id="{79F7668A-3AB7-4D20-B445-B67916431ACF}" type="slidenum">
              <a:rPr lang="en-US" smtClean="0"/>
              <a:t>‹#›</a:t>
            </a:fld>
            <a:endParaRPr lang="en-US" dirty="0"/>
          </a:p>
        </p:txBody>
      </p:sp>
    </p:spTree>
    <p:extLst>
      <p:ext uri="{BB962C8B-B14F-4D97-AF65-F5344CB8AC3E}">
        <p14:creationId xmlns:p14="http://schemas.microsoft.com/office/powerpoint/2010/main" val="2111600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8">
  <p:cSld name="Slide 8">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1011632" y="15767"/>
            <a:ext cx="7848599" cy="64638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262626"/>
              </a:buClr>
              <a:buSzPts val="3200"/>
              <a:buFont typeface="Arial"/>
              <a:buNone/>
              <a:defRPr sz="32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4165632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355EC2-AB29-9AF8-09AE-600F08EDE6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E554F7-6F70-2878-4602-CFFE46B737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FBF92D-9C37-B681-6530-9349752EF4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7C7C91-F335-4B12-BFAC-915CD919CE9A}" type="datetimeFigureOut">
              <a:rPr lang="en-US" smtClean="0"/>
              <a:t>3/14/2023</a:t>
            </a:fld>
            <a:endParaRPr lang="en-US" dirty="0"/>
          </a:p>
        </p:txBody>
      </p:sp>
      <p:sp>
        <p:nvSpPr>
          <p:cNvPr id="5" name="Footer Placeholder 4">
            <a:extLst>
              <a:ext uri="{FF2B5EF4-FFF2-40B4-BE49-F238E27FC236}">
                <a16:creationId xmlns:a16="http://schemas.microsoft.com/office/drawing/2014/main" id="{F335FBD0-5562-91E1-0D2E-AD8244F374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ACBFC13-B78A-AEB0-397E-8E0C88BE37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F7668A-3AB7-4D20-B445-B67916431ACF}" type="slidenum">
              <a:rPr lang="en-US" smtClean="0"/>
              <a:t>‹#›</a:t>
            </a:fld>
            <a:endParaRPr lang="en-US" dirty="0"/>
          </a:p>
        </p:txBody>
      </p:sp>
    </p:spTree>
    <p:extLst>
      <p:ext uri="{BB962C8B-B14F-4D97-AF65-F5344CB8AC3E}">
        <p14:creationId xmlns:p14="http://schemas.microsoft.com/office/powerpoint/2010/main" val="1719045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8.png"/><Relationship Id="rId7"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1.jpg"/><Relationship Id="rId5" Type="http://schemas.openxmlformats.org/officeDocument/2006/relationships/image" Target="../media/image10.jpeg"/><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www.camcode.com/asset-tags/10-benefits-of-supply-chain-managementsystems/" TargetMode="External"/><Relationship Id="rId2" Type="http://schemas.openxmlformats.org/officeDocument/2006/relationships/hyperlink" Target="https://www.businessnewsdaily.com/6478-pos-systems-guide.html" TargetMode="External"/><Relationship Id="rId1" Type="http://schemas.openxmlformats.org/officeDocument/2006/relationships/slideLayout" Target="../slideLayouts/slideLayout7.xml"/><Relationship Id="rId5" Type="http://schemas.openxmlformats.org/officeDocument/2006/relationships/hyperlink" Target="https://www.fecpos.com/es/msg/msg159.html" TargetMode="External"/><Relationship Id="rId4" Type="http://schemas.openxmlformats.org/officeDocument/2006/relationships/hyperlink" Target="https://smallbusiness.chron.com/advantages-supply-chain-managementsystems-15548.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12" name="Picture 11" descr="A picture containing text, sign&#10;&#10;Description automatically generated">
            <a:extLst>
              <a:ext uri="{FF2B5EF4-FFF2-40B4-BE49-F238E27FC236}">
                <a16:creationId xmlns:a16="http://schemas.microsoft.com/office/drawing/2014/main" id="{5AB97BDD-7380-B1C6-C964-515939BE0821}"/>
              </a:ext>
            </a:extLst>
          </p:cNvPr>
          <p:cNvPicPr>
            <a:picLocks noChangeAspect="1"/>
          </p:cNvPicPr>
          <p:nvPr/>
        </p:nvPicPr>
        <p:blipFill rotWithShape="1">
          <a:blip r:embed="rId2">
            <a:extLst>
              <a:ext uri="{28A0092B-C50C-407E-A947-70E740481C1C}">
                <a14:useLocalDpi xmlns:a14="http://schemas.microsoft.com/office/drawing/2010/main" val="0"/>
              </a:ext>
            </a:extLst>
          </a:blip>
          <a:srcRect t="19"/>
          <a:stretch/>
        </p:blipFill>
        <p:spPr>
          <a:xfrm>
            <a:off x="20" y="1282"/>
            <a:ext cx="12191980" cy="6856718"/>
          </a:xfrm>
          <a:prstGeom prst="rect">
            <a:avLst/>
          </a:prstGeom>
        </p:spPr>
      </p:pic>
      <p:sp>
        <p:nvSpPr>
          <p:cNvPr id="13" name="Google Shape;93;p14">
            <a:extLst>
              <a:ext uri="{FF2B5EF4-FFF2-40B4-BE49-F238E27FC236}">
                <a16:creationId xmlns:a16="http://schemas.microsoft.com/office/drawing/2014/main" id="{0A024681-4EB5-B266-6AD0-310085DCD9BD}"/>
              </a:ext>
            </a:extLst>
          </p:cNvPr>
          <p:cNvSpPr/>
          <p:nvPr/>
        </p:nvSpPr>
        <p:spPr>
          <a:xfrm rot="10800000">
            <a:off x="7799293" y="-161365"/>
            <a:ext cx="4564393" cy="7153835"/>
          </a:xfrm>
          <a:custGeom>
            <a:avLst/>
            <a:gdLst/>
            <a:ahLst/>
            <a:cxnLst/>
            <a:rect l="l" t="t" r="r" b="b"/>
            <a:pathLst>
              <a:path w="800" h="1202" extrusionOk="0">
                <a:moveTo>
                  <a:pt x="800" y="0"/>
                </a:moveTo>
                <a:lnTo>
                  <a:pt x="0" y="0"/>
                </a:lnTo>
                <a:lnTo>
                  <a:pt x="0" y="1202"/>
                </a:lnTo>
                <a:lnTo>
                  <a:pt x="24" y="1202"/>
                </a:lnTo>
                <a:lnTo>
                  <a:pt x="800" y="0"/>
                </a:lnTo>
                <a:close/>
                <a:moveTo>
                  <a:pt x="800" y="0"/>
                </a:moveTo>
                <a:lnTo>
                  <a:pt x="80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4" name="Google Shape;94;p14">
            <a:extLst>
              <a:ext uri="{FF2B5EF4-FFF2-40B4-BE49-F238E27FC236}">
                <a16:creationId xmlns:a16="http://schemas.microsoft.com/office/drawing/2014/main" id="{EE99B9D7-0CF4-F7AD-82DF-B1D4B33A465C}"/>
              </a:ext>
            </a:extLst>
          </p:cNvPr>
          <p:cNvSpPr/>
          <p:nvPr/>
        </p:nvSpPr>
        <p:spPr>
          <a:xfrm>
            <a:off x="6887815" y="0"/>
            <a:ext cx="5302661" cy="4148919"/>
          </a:xfrm>
          <a:custGeom>
            <a:avLst/>
            <a:gdLst/>
            <a:ahLst/>
            <a:cxnLst/>
            <a:rect l="l" t="t" r="r" b="b"/>
            <a:pathLst>
              <a:path w="933" h="730" extrusionOk="0">
                <a:moveTo>
                  <a:pt x="0" y="0"/>
                </a:moveTo>
                <a:lnTo>
                  <a:pt x="465" y="730"/>
                </a:lnTo>
                <a:lnTo>
                  <a:pt x="933" y="0"/>
                </a:lnTo>
                <a:lnTo>
                  <a:pt x="0" y="0"/>
                </a:lnTo>
                <a:close/>
              </a:path>
            </a:pathLst>
          </a:custGeom>
          <a:solidFill>
            <a:schemeClr val="bg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nvGrpSpPr>
          <p:cNvPr id="16" name="Google Shape;457;p27">
            <a:extLst>
              <a:ext uri="{FF2B5EF4-FFF2-40B4-BE49-F238E27FC236}">
                <a16:creationId xmlns:a16="http://schemas.microsoft.com/office/drawing/2014/main" id="{5B879A2C-4032-2514-8632-BB1B977B89B6}"/>
              </a:ext>
            </a:extLst>
          </p:cNvPr>
          <p:cNvGrpSpPr/>
          <p:nvPr/>
        </p:nvGrpSpPr>
        <p:grpSpPr>
          <a:xfrm>
            <a:off x="-84473" y="-10622"/>
            <a:ext cx="1223889" cy="1345548"/>
            <a:chOff x="0" y="0"/>
            <a:chExt cx="6237928" cy="6858000"/>
          </a:xfrm>
          <a:solidFill>
            <a:schemeClr val="tx1"/>
          </a:solidFill>
        </p:grpSpPr>
        <p:sp>
          <p:nvSpPr>
            <p:cNvPr id="18" name="Google Shape;458;p27">
              <a:extLst>
                <a:ext uri="{FF2B5EF4-FFF2-40B4-BE49-F238E27FC236}">
                  <a16:creationId xmlns:a16="http://schemas.microsoft.com/office/drawing/2014/main" id="{EC473BE7-0550-04CA-A8B3-062624195F52}"/>
                </a:ext>
              </a:extLst>
            </p:cNvPr>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 name="Google Shape;459;p27">
              <a:extLst>
                <a:ext uri="{FF2B5EF4-FFF2-40B4-BE49-F238E27FC236}">
                  <a16:creationId xmlns:a16="http://schemas.microsoft.com/office/drawing/2014/main" id="{95D1123C-F839-BFB1-786A-A9350C4AAD50}"/>
                </a:ext>
              </a:extLst>
            </p:cNvPr>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grpSp>
        <p:nvGrpSpPr>
          <p:cNvPr id="20" name="Google Shape;457;p27">
            <a:extLst>
              <a:ext uri="{FF2B5EF4-FFF2-40B4-BE49-F238E27FC236}">
                <a16:creationId xmlns:a16="http://schemas.microsoft.com/office/drawing/2014/main" id="{C14A97C6-1A2C-636B-BD51-7B7B1E3A53E6}"/>
              </a:ext>
            </a:extLst>
          </p:cNvPr>
          <p:cNvGrpSpPr/>
          <p:nvPr/>
        </p:nvGrpSpPr>
        <p:grpSpPr>
          <a:xfrm>
            <a:off x="-135274" y="-476526"/>
            <a:ext cx="1223889" cy="1345548"/>
            <a:chOff x="0" y="0"/>
            <a:chExt cx="6237928" cy="6858000"/>
          </a:xfrm>
          <a:solidFill>
            <a:srgbClr val="C00000"/>
          </a:solidFill>
        </p:grpSpPr>
        <p:sp>
          <p:nvSpPr>
            <p:cNvPr id="21" name="Google Shape;458;p27">
              <a:extLst>
                <a:ext uri="{FF2B5EF4-FFF2-40B4-BE49-F238E27FC236}">
                  <a16:creationId xmlns:a16="http://schemas.microsoft.com/office/drawing/2014/main" id="{7561CA70-D259-D370-ADED-E31B53F92B78}"/>
                </a:ext>
              </a:extLst>
            </p:cNvPr>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22" name="Google Shape;459;p27">
              <a:extLst>
                <a:ext uri="{FF2B5EF4-FFF2-40B4-BE49-F238E27FC236}">
                  <a16:creationId xmlns:a16="http://schemas.microsoft.com/office/drawing/2014/main" id="{A525F531-5548-EB4D-D93C-E5E16AA4674B}"/>
                </a:ext>
              </a:extLst>
            </p:cNvPr>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23" name="Rectangle: Rounded Corners 22">
            <a:extLst>
              <a:ext uri="{FF2B5EF4-FFF2-40B4-BE49-F238E27FC236}">
                <a16:creationId xmlns:a16="http://schemas.microsoft.com/office/drawing/2014/main" id="{0A0ED996-A8DB-FE48-47E8-9F0B0E9C15BA}"/>
              </a:ext>
            </a:extLst>
          </p:cNvPr>
          <p:cNvSpPr/>
          <p:nvPr/>
        </p:nvSpPr>
        <p:spPr>
          <a:xfrm>
            <a:off x="9284866" y="-11277"/>
            <a:ext cx="3402418" cy="1584241"/>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Text&#10;&#10;Description automatically generated with medium confidence">
            <a:extLst>
              <a:ext uri="{FF2B5EF4-FFF2-40B4-BE49-F238E27FC236}">
                <a16:creationId xmlns:a16="http://schemas.microsoft.com/office/drawing/2014/main" id="{EF94C50B-08BB-34C5-8DE7-CAE97388FC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37763" y="45930"/>
            <a:ext cx="2615941" cy="1469826"/>
          </a:xfrm>
          <a:prstGeom prst="rect">
            <a:avLst/>
          </a:prstGeom>
        </p:spPr>
      </p:pic>
      <p:sp>
        <p:nvSpPr>
          <p:cNvPr id="26" name="Google Shape;97;p14">
            <a:extLst>
              <a:ext uri="{FF2B5EF4-FFF2-40B4-BE49-F238E27FC236}">
                <a16:creationId xmlns:a16="http://schemas.microsoft.com/office/drawing/2014/main" id="{51C0F621-C172-44EA-68FB-7AAE8D13D261}"/>
              </a:ext>
            </a:extLst>
          </p:cNvPr>
          <p:cNvSpPr txBox="1"/>
          <p:nvPr/>
        </p:nvSpPr>
        <p:spPr>
          <a:xfrm>
            <a:off x="3735823" y="1255449"/>
            <a:ext cx="5800416" cy="193899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6000" b="1" dirty="0">
                <a:latin typeface="Arial"/>
                <a:ea typeface="Arial"/>
                <a:cs typeface="Arial"/>
                <a:sym typeface="Arial"/>
              </a:rPr>
              <a:t>INFORMATION SYSTEMS BASED ON IS TYPES</a:t>
            </a:r>
            <a:endParaRPr sz="6000" b="1" dirty="0">
              <a:latin typeface="Arial"/>
              <a:ea typeface="Arial"/>
              <a:cs typeface="Arial"/>
              <a:sym typeface="Arial"/>
            </a:endParaRPr>
          </a:p>
        </p:txBody>
      </p:sp>
    </p:spTree>
    <p:extLst>
      <p:ext uri="{BB962C8B-B14F-4D97-AF65-F5344CB8AC3E}">
        <p14:creationId xmlns:p14="http://schemas.microsoft.com/office/powerpoint/2010/main" val="3177886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2" presetClass="entr" presetSubtype="1"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p:tgtEl>
                                          <p:spTgt spid="14"/>
                                        </p:tgtEl>
                                        <p:attrNameLst>
                                          <p:attrName>ppt_y</p:attrName>
                                        </p:attrNameLst>
                                      </p:cBhvr>
                                      <p:tavLst>
                                        <p:tav tm="0">
                                          <p:val>
                                            <p:strVal val="#ppt_y-1"/>
                                          </p:val>
                                        </p:tav>
                                        <p:tav tm="100000">
                                          <p:val>
                                            <p:strVal val="#ppt_y"/>
                                          </p:val>
                                        </p:tav>
                                      </p:tavLst>
                                    </p:anim>
                                  </p:childTnLst>
                                </p:cTn>
                              </p:par>
                            </p:childTnLst>
                          </p:cTn>
                        </p:par>
                        <p:par>
                          <p:cTn id="12" fill="hold">
                            <p:stCondLst>
                              <p:cond delay="1250"/>
                            </p:stCondLst>
                            <p:childTnLst>
                              <p:par>
                                <p:cTn id="13" presetID="10"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grpSp>
        <p:nvGrpSpPr>
          <p:cNvPr id="457" name="Google Shape;457;p27"/>
          <p:cNvGrpSpPr/>
          <p:nvPr/>
        </p:nvGrpSpPr>
        <p:grpSpPr>
          <a:xfrm>
            <a:off x="-84473" y="-10622"/>
            <a:ext cx="1223889" cy="1345548"/>
            <a:chOff x="0" y="0"/>
            <a:chExt cx="6237928" cy="6858000"/>
          </a:xfrm>
          <a:solidFill>
            <a:schemeClr val="tx1"/>
          </a:solidFill>
        </p:grpSpPr>
        <p:sp>
          <p:nvSpPr>
            <p:cNvPr id="458" name="Google Shape;458;p27"/>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459" name="Google Shape;459;p27"/>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460" name="Google Shape;460;p27"/>
          <p:cNvSpPr/>
          <p:nvPr/>
        </p:nvSpPr>
        <p:spPr>
          <a:xfrm>
            <a:off x="3333545" y="2239651"/>
            <a:ext cx="5623531" cy="5120334"/>
          </a:xfrm>
          <a:prstGeom prst="arc">
            <a:avLst>
              <a:gd name="adj1" fmla="val 11367165"/>
              <a:gd name="adj2" fmla="val 21002346"/>
            </a:avLst>
          </a:prstGeom>
          <a:noFill/>
          <a:ln w="28575" cap="flat" cmpd="sng">
            <a:solidFill>
              <a:srgbClr val="5959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000000"/>
              </a:solidFill>
              <a:latin typeface="Arial"/>
              <a:ea typeface="Arial"/>
              <a:cs typeface="Arial"/>
              <a:sym typeface="Arial"/>
            </a:endParaRPr>
          </a:p>
        </p:txBody>
      </p:sp>
      <p:sp>
        <p:nvSpPr>
          <p:cNvPr id="461" name="Google Shape;461;p27"/>
          <p:cNvSpPr/>
          <p:nvPr/>
        </p:nvSpPr>
        <p:spPr>
          <a:xfrm flipH="1">
            <a:off x="3636512" y="4347947"/>
            <a:ext cx="5017598" cy="2226398"/>
          </a:xfrm>
          <a:custGeom>
            <a:avLst/>
            <a:gdLst/>
            <a:ahLst/>
            <a:cxnLst/>
            <a:rect l="l" t="t" r="r" b="b"/>
            <a:pathLst>
              <a:path w="6067310" h="2705986" extrusionOk="0">
                <a:moveTo>
                  <a:pt x="3025157" y="1055951"/>
                </a:moveTo>
                <a:lnTo>
                  <a:pt x="3064024" y="1059484"/>
                </a:lnTo>
                <a:lnTo>
                  <a:pt x="3063946" y="1056391"/>
                </a:lnTo>
                <a:lnTo>
                  <a:pt x="3120244" y="1153633"/>
                </a:lnTo>
                <a:lnTo>
                  <a:pt x="3067081" y="1254642"/>
                </a:lnTo>
                <a:lnTo>
                  <a:pt x="3157458" y="2232837"/>
                </a:lnTo>
                <a:lnTo>
                  <a:pt x="3032614" y="2325464"/>
                </a:lnTo>
                <a:lnTo>
                  <a:pt x="2909852" y="2234382"/>
                </a:lnTo>
                <a:lnTo>
                  <a:pt x="3000229" y="1256187"/>
                </a:lnTo>
                <a:lnTo>
                  <a:pt x="2947066" y="1155178"/>
                </a:lnTo>
                <a:lnTo>
                  <a:pt x="3003366" y="1057932"/>
                </a:lnTo>
                <a:close/>
                <a:moveTo>
                  <a:pt x="3029867" y="0"/>
                </a:moveTo>
                <a:lnTo>
                  <a:pt x="3029807" y="2381"/>
                </a:lnTo>
                <a:lnTo>
                  <a:pt x="2964451" y="9531"/>
                </a:lnTo>
                <a:cubicBezTo>
                  <a:pt x="2632430" y="73877"/>
                  <a:pt x="2782261" y="495959"/>
                  <a:pt x="2862005" y="894680"/>
                </a:cubicBezTo>
                <a:lnTo>
                  <a:pt x="2808843" y="894680"/>
                </a:lnTo>
                <a:cubicBezTo>
                  <a:pt x="2727326" y="1013411"/>
                  <a:pt x="2550117" y="1068345"/>
                  <a:pt x="2372908" y="1059484"/>
                </a:cubicBezTo>
                <a:cubicBezTo>
                  <a:pt x="2105322" y="1187075"/>
                  <a:pt x="1837736" y="1341247"/>
                  <a:pt x="1570150" y="1442257"/>
                </a:cubicBezTo>
                <a:cubicBezTo>
                  <a:pt x="1252946" y="1387323"/>
                  <a:pt x="887894" y="1289856"/>
                  <a:pt x="634485" y="1197708"/>
                </a:cubicBezTo>
                <a:lnTo>
                  <a:pt x="623852" y="1229605"/>
                </a:lnTo>
                <a:lnTo>
                  <a:pt x="437782" y="942526"/>
                </a:lnTo>
                <a:cubicBezTo>
                  <a:pt x="299559" y="956702"/>
                  <a:pt x="437782" y="1098471"/>
                  <a:pt x="437782" y="1176443"/>
                </a:cubicBezTo>
                <a:lnTo>
                  <a:pt x="267661" y="1144545"/>
                </a:lnTo>
                <a:lnTo>
                  <a:pt x="272978" y="1086066"/>
                </a:lnTo>
                <a:lnTo>
                  <a:pt x="246396" y="1080750"/>
                </a:lnTo>
                <a:lnTo>
                  <a:pt x="235764" y="1128596"/>
                </a:lnTo>
                <a:cubicBezTo>
                  <a:pt x="171969" y="1093154"/>
                  <a:pt x="108173" y="988602"/>
                  <a:pt x="44378" y="1022271"/>
                </a:cubicBezTo>
                <a:cubicBezTo>
                  <a:pt x="-67265" y="1031131"/>
                  <a:pt x="65643" y="1114420"/>
                  <a:pt x="76275" y="1160494"/>
                </a:cubicBezTo>
                <a:cubicBezTo>
                  <a:pt x="196777" y="1358968"/>
                  <a:pt x="397024" y="1382006"/>
                  <a:pt x="549424" y="1420991"/>
                </a:cubicBezTo>
                <a:lnTo>
                  <a:pt x="544108" y="1442257"/>
                </a:lnTo>
                <a:lnTo>
                  <a:pt x="1203326" y="1692122"/>
                </a:lnTo>
                <a:cubicBezTo>
                  <a:pt x="1398256" y="1793130"/>
                  <a:pt x="1699512" y="1878192"/>
                  <a:pt x="1804066" y="1835661"/>
                </a:cubicBezTo>
                <a:cubicBezTo>
                  <a:pt x="2014945" y="1732880"/>
                  <a:pt x="2172661" y="1725792"/>
                  <a:pt x="2356959" y="1670857"/>
                </a:cubicBezTo>
                <a:cubicBezTo>
                  <a:pt x="2417211" y="1757689"/>
                  <a:pt x="2450879" y="1881735"/>
                  <a:pt x="2457968" y="2011098"/>
                </a:cubicBezTo>
                <a:lnTo>
                  <a:pt x="2468601" y="2622471"/>
                </a:lnTo>
                <a:cubicBezTo>
                  <a:pt x="2489866" y="2649052"/>
                  <a:pt x="2479233" y="2723481"/>
                  <a:pt x="2532396" y="2702215"/>
                </a:cubicBezTo>
                <a:lnTo>
                  <a:pt x="3079973" y="2702215"/>
                </a:lnTo>
                <a:lnTo>
                  <a:pt x="3079949" y="2700670"/>
                </a:lnTo>
                <a:lnTo>
                  <a:pt x="3534914" y="2700670"/>
                </a:lnTo>
                <a:cubicBezTo>
                  <a:pt x="3588077" y="2721936"/>
                  <a:pt x="3577444" y="2647507"/>
                  <a:pt x="3598709" y="2620926"/>
                </a:cubicBezTo>
                <a:lnTo>
                  <a:pt x="3609342" y="2009553"/>
                </a:lnTo>
                <a:cubicBezTo>
                  <a:pt x="3616431" y="1880190"/>
                  <a:pt x="3650099" y="1756144"/>
                  <a:pt x="3710351" y="1669312"/>
                </a:cubicBezTo>
                <a:cubicBezTo>
                  <a:pt x="3894649" y="1724247"/>
                  <a:pt x="4052365" y="1731335"/>
                  <a:pt x="4263244" y="1834116"/>
                </a:cubicBezTo>
                <a:cubicBezTo>
                  <a:pt x="4367798" y="1876647"/>
                  <a:pt x="4669054" y="1791585"/>
                  <a:pt x="4863984" y="1690577"/>
                </a:cubicBezTo>
                <a:lnTo>
                  <a:pt x="5523202" y="1440712"/>
                </a:lnTo>
                <a:lnTo>
                  <a:pt x="5517886" y="1419446"/>
                </a:lnTo>
                <a:cubicBezTo>
                  <a:pt x="5670286" y="1380461"/>
                  <a:pt x="5870533" y="1357423"/>
                  <a:pt x="5991035" y="1158949"/>
                </a:cubicBezTo>
                <a:cubicBezTo>
                  <a:pt x="6001667" y="1112875"/>
                  <a:pt x="6134575" y="1029586"/>
                  <a:pt x="6022932" y="1020726"/>
                </a:cubicBezTo>
                <a:cubicBezTo>
                  <a:pt x="5959137" y="987057"/>
                  <a:pt x="5895341" y="1091609"/>
                  <a:pt x="5831546" y="1127051"/>
                </a:cubicBezTo>
                <a:lnTo>
                  <a:pt x="5820914" y="1079205"/>
                </a:lnTo>
                <a:lnTo>
                  <a:pt x="5794332" y="1084521"/>
                </a:lnTo>
                <a:lnTo>
                  <a:pt x="5799649" y="1143000"/>
                </a:lnTo>
                <a:lnTo>
                  <a:pt x="5629528" y="1174898"/>
                </a:lnTo>
                <a:cubicBezTo>
                  <a:pt x="5629528" y="1096926"/>
                  <a:pt x="5767751" y="955157"/>
                  <a:pt x="5629528" y="940981"/>
                </a:cubicBezTo>
                <a:lnTo>
                  <a:pt x="5443458" y="1228060"/>
                </a:lnTo>
                <a:lnTo>
                  <a:pt x="5432825" y="1196163"/>
                </a:lnTo>
                <a:cubicBezTo>
                  <a:pt x="5179416" y="1288311"/>
                  <a:pt x="4814364" y="1385778"/>
                  <a:pt x="4497160" y="1440712"/>
                </a:cubicBezTo>
                <a:cubicBezTo>
                  <a:pt x="4229574" y="1339702"/>
                  <a:pt x="3961988" y="1185530"/>
                  <a:pt x="3694402" y="1057939"/>
                </a:cubicBezTo>
                <a:cubicBezTo>
                  <a:pt x="3517193" y="1066800"/>
                  <a:pt x="3339984" y="1011866"/>
                  <a:pt x="3258467" y="893135"/>
                </a:cubicBezTo>
                <a:lnTo>
                  <a:pt x="3205305" y="893135"/>
                </a:lnTo>
                <a:cubicBezTo>
                  <a:pt x="3290366" y="467832"/>
                  <a:pt x="3455169" y="15950"/>
                  <a:pt x="3029867" y="0"/>
                </a:cubicBezTo>
                <a:close/>
              </a:path>
            </a:pathLst>
          </a:custGeom>
          <a:solidFill>
            <a:srgbClr val="BFBFB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Arial"/>
              <a:ea typeface="Arial"/>
              <a:cs typeface="Arial"/>
              <a:sym typeface="Arial"/>
            </a:endParaRPr>
          </a:p>
        </p:txBody>
      </p:sp>
      <p:grpSp>
        <p:nvGrpSpPr>
          <p:cNvPr id="462" name="Google Shape;462;p27"/>
          <p:cNvGrpSpPr/>
          <p:nvPr/>
        </p:nvGrpSpPr>
        <p:grpSpPr>
          <a:xfrm>
            <a:off x="3222578" y="2580074"/>
            <a:ext cx="1278621" cy="1278621"/>
            <a:chOff x="4359833" y="2713220"/>
            <a:chExt cx="1278621" cy="1278621"/>
          </a:xfrm>
        </p:grpSpPr>
        <p:sp>
          <p:nvSpPr>
            <p:cNvPr id="463" name="Google Shape;463;p27"/>
            <p:cNvSpPr/>
            <p:nvPr/>
          </p:nvSpPr>
          <p:spPr>
            <a:xfrm>
              <a:off x="4359833" y="2713220"/>
              <a:ext cx="1278621" cy="1278621"/>
            </a:xfrm>
            <a:prstGeom prst="ellipse">
              <a:avLst/>
            </a:prstGeom>
            <a:solidFill>
              <a:srgbClr val="EF002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Arial"/>
                <a:ea typeface="Arial"/>
                <a:cs typeface="Arial"/>
                <a:sym typeface="Arial"/>
              </a:endParaRPr>
            </a:p>
          </p:txBody>
        </p:sp>
        <p:sp>
          <p:nvSpPr>
            <p:cNvPr id="464" name="Google Shape;464;p27"/>
            <p:cNvSpPr/>
            <p:nvPr/>
          </p:nvSpPr>
          <p:spPr>
            <a:xfrm>
              <a:off x="4569663" y="2883378"/>
              <a:ext cx="858959" cy="76944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400" dirty="0">
                  <a:solidFill>
                    <a:schemeClr val="lt1"/>
                  </a:solidFill>
                  <a:latin typeface="Arial"/>
                  <a:ea typeface="Arial"/>
                  <a:cs typeface="Arial"/>
                  <a:sym typeface="Arial"/>
                </a:rPr>
                <a:t>02</a:t>
              </a:r>
              <a:endParaRPr sz="4400" dirty="0">
                <a:solidFill>
                  <a:schemeClr val="lt1"/>
                </a:solidFill>
                <a:latin typeface="Arial"/>
                <a:ea typeface="Arial"/>
                <a:cs typeface="Arial"/>
                <a:sym typeface="Arial"/>
              </a:endParaRPr>
            </a:p>
          </p:txBody>
        </p:sp>
      </p:grpSp>
      <p:grpSp>
        <p:nvGrpSpPr>
          <p:cNvPr id="465" name="Google Shape;465;p27"/>
          <p:cNvGrpSpPr/>
          <p:nvPr/>
        </p:nvGrpSpPr>
        <p:grpSpPr>
          <a:xfrm>
            <a:off x="2626790" y="4128524"/>
            <a:ext cx="1278621" cy="1278621"/>
            <a:chOff x="3310770" y="4083237"/>
            <a:chExt cx="1278621" cy="1278621"/>
          </a:xfrm>
        </p:grpSpPr>
        <p:sp>
          <p:nvSpPr>
            <p:cNvPr id="466" name="Google Shape;466;p27"/>
            <p:cNvSpPr/>
            <p:nvPr/>
          </p:nvSpPr>
          <p:spPr>
            <a:xfrm>
              <a:off x="3310770" y="4083237"/>
              <a:ext cx="1278621" cy="1278621"/>
            </a:xfrm>
            <a:prstGeom prst="ellipse">
              <a:avLst/>
            </a:prstGeom>
            <a:solidFill>
              <a:srgbClr val="2531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Arial"/>
                <a:ea typeface="Arial"/>
                <a:cs typeface="Arial"/>
                <a:sym typeface="Arial"/>
              </a:endParaRPr>
            </a:p>
          </p:txBody>
        </p:sp>
        <p:sp>
          <p:nvSpPr>
            <p:cNvPr id="467" name="Google Shape;467;p27"/>
            <p:cNvSpPr/>
            <p:nvPr/>
          </p:nvSpPr>
          <p:spPr>
            <a:xfrm>
              <a:off x="3490799" y="4281516"/>
              <a:ext cx="858959" cy="76944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400" dirty="0">
                  <a:solidFill>
                    <a:schemeClr val="lt1"/>
                  </a:solidFill>
                  <a:latin typeface="Arial"/>
                  <a:ea typeface="Arial"/>
                  <a:cs typeface="Arial"/>
                  <a:sym typeface="Arial"/>
                </a:rPr>
                <a:t>01</a:t>
              </a:r>
              <a:endParaRPr sz="4400" dirty="0">
                <a:solidFill>
                  <a:schemeClr val="lt1"/>
                </a:solidFill>
                <a:latin typeface="Arial"/>
                <a:ea typeface="Arial"/>
                <a:cs typeface="Arial"/>
                <a:sym typeface="Arial"/>
              </a:endParaRPr>
            </a:p>
          </p:txBody>
        </p:sp>
      </p:grpSp>
      <p:grpSp>
        <p:nvGrpSpPr>
          <p:cNvPr id="468" name="Google Shape;468;p27"/>
          <p:cNvGrpSpPr/>
          <p:nvPr/>
        </p:nvGrpSpPr>
        <p:grpSpPr>
          <a:xfrm>
            <a:off x="7899703" y="2499407"/>
            <a:ext cx="1278621" cy="1278621"/>
            <a:chOff x="6542502" y="2713220"/>
            <a:chExt cx="1278621" cy="1278621"/>
          </a:xfrm>
        </p:grpSpPr>
        <p:sp>
          <p:nvSpPr>
            <p:cNvPr id="469" name="Google Shape;469;p27"/>
            <p:cNvSpPr/>
            <p:nvPr/>
          </p:nvSpPr>
          <p:spPr>
            <a:xfrm>
              <a:off x="6542502" y="2713220"/>
              <a:ext cx="1278621" cy="1278621"/>
            </a:xfrm>
            <a:prstGeom prst="ellipse">
              <a:avLst/>
            </a:prstGeom>
            <a:solidFill>
              <a:srgbClr val="2531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Arial"/>
                <a:ea typeface="Arial"/>
                <a:cs typeface="Arial"/>
                <a:sym typeface="Arial"/>
              </a:endParaRPr>
            </a:p>
          </p:txBody>
        </p:sp>
        <p:sp>
          <p:nvSpPr>
            <p:cNvPr id="470" name="Google Shape;470;p27"/>
            <p:cNvSpPr/>
            <p:nvPr/>
          </p:nvSpPr>
          <p:spPr>
            <a:xfrm>
              <a:off x="6734068" y="2883378"/>
              <a:ext cx="858959" cy="76944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400" dirty="0">
                  <a:solidFill>
                    <a:schemeClr val="lt1"/>
                  </a:solidFill>
                  <a:latin typeface="Arial"/>
                  <a:ea typeface="Arial"/>
                  <a:cs typeface="Arial"/>
                  <a:sym typeface="Arial"/>
                </a:rPr>
                <a:t>05</a:t>
              </a:r>
              <a:endParaRPr sz="4400" dirty="0">
                <a:solidFill>
                  <a:schemeClr val="lt1"/>
                </a:solidFill>
                <a:latin typeface="Arial"/>
                <a:ea typeface="Arial"/>
                <a:cs typeface="Arial"/>
                <a:sym typeface="Arial"/>
              </a:endParaRPr>
            </a:p>
          </p:txBody>
        </p:sp>
      </p:grpSp>
      <p:grpSp>
        <p:nvGrpSpPr>
          <p:cNvPr id="471" name="Google Shape;471;p27"/>
          <p:cNvGrpSpPr/>
          <p:nvPr/>
        </p:nvGrpSpPr>
        <p:grpSpPr>
          <a:xfrm>
            <a:off x="8381584" y="4119410"/>
            <a:ext cx="1278621" cy="1278621"/>
            <a:chOff x="7670891" y="4083237"/>
            <a:chExt cx="1278621" cy="1278621"/>
          </a:xfrm>
        </p:grpSpPr>
        <p:sp>
          <p:nvSpPr>
            <p:cNvPr id="472" name="Google Shape;472;p27"/>
            <p:cNvSpPr/>
            <p:nvPr/>
          </p:nvSpPr>
          <p:spPr>
            <a:xfrm>
              <a:off x="7670891" y="4083237"/>
              <a:ext cx="1278621" cy="1278621"/>
            </a:xfrm>
            <a:prstGeom prst="ellipse">
              <a:avLst/>
            </a:prstGeom>
            <a:solidFill>
              <a:srgbClr val="EF002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Arial"/>
                <a:ea typeface="Arial"/>
                <a:cs typeface="Arial"/>
                <a:sym typeface="Arial"/>
              </a:endParaRPr>
            </a:p>
          </p:txBody>
        </p:sp>
        <p:sp>
          <p:nvSpPr>
            <p:cNvPr id="473" name="Google Shape;473;p27"/>
            <p:cNvSpPr/>
            <p:nvPr/>
          </p:nvSpPr>
          <p:spPr>
            <a:xfrm>
              <a:off x="7880721" y="4281515"/>
              <a:ext cx="858959" cy="76944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400" dirty="0">
                  <a:solidFill>
                    <a:schemeClr val="lt1"/>
                  </a:solidFill>
                  <a:latin typeface="Arial"/>
                  <a:ea typeface="Arial"/>
                  <a:cs typeface="Arial"/>
                  <a:sym typeface="Arial"/>
                </a:rPr>
                <a:t>06</a:t>
              </a:r>
              <a:endParaRPr sz="4400" dirty="0">
                <a:solidFill>
                  <a:schemeClr val="lt1"/>
                </a:solidFill>
                <a:latin typeface="Arial"/>
                <a:ea typeface="Arial"/>
                <a:cs typeface="Arial"/>
                <a:sym typeface="Arial"/>
              </a:endParaRPr>
            </a:p>
          </p:txBody>
        </p:sp>
      </p:grpSp>
      <p:sp>
        <p:nvSpPr>
          <p:cNvPr id="474" name="Google Shape;474;p27"/>
          <p:cNvSpPr/>
          <p:nvPr/>
        </p:nvSpPr>
        <p:spPr>
          <a:xfrm>
            <a:off x="550100" y="4301034"/>
            <a:ext cx="2105235" cy="66641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62626"/>
              </a:buClr>
              <a:buSzPts val="2000"/>
              <a:buFont typeface="Arial"/>
              <a:buNone/>
            </a:pPr>
            <a:r>
              <a:rPr lang="en-US" sz="2400" dirty="0">
                <a:solidFill>
                  <a:srgbClr val="262626"/>
                </a:solidFill>
                <a:latin typeface="Arial"/>
                <a:cs typeface="Arial"/>
                <a:sym typeface="Arial"/>
              </a:rPr>
              <a:t>Saad Mazhar</a:t>
            </a:r>
            <a:endParaRPr sz="2400" dirty="0"/>
          </a:p>
          <a:p>
            <a:pPr marL="0" marR="0" lvl="0" indent="0" algn="ctr" rtl="0">
              <a:spcBef>
                <a:spcPts val="240"/>
              </a:spcBef>
              <a:spcAft>
                <a:spcPts val="0"/>
              </a:spcAft>
              <a:buClr>
                <a:srgbClr val="262626"/>
              </a:buClr>
              <a:buSzPts val="1200"/>
              <a:buFont typeface="Arial"/>
              <a:buNone/>
            </a:pPr>
            <a:r>
              <a:rPr lang="en-US" sz="1600" dirty="0">
                <a:solidFill>
                  <a:srgbClr val="262626"/>
                </a:solidFill>
                <a:latin typeface="Arial"/>
                <a:ea typeface="Arial"/>
                <a:cs typeface="Arial"/>
                <a:sym typeface="Arial"/>
              </a:rPr>
              <a:t>20221804</a:t>
            </a:r>
            <a:endParaRPr sz="1600" dirty="0"/>
          </a:p>
        </p:txBody>
      </p:sp>
      <p:sp>
        <p:nvSpPr>
          <p:cNvPr id="478" name="Google Shape;478;p27"/>
          <p:cNvSpPr txBox="1">
            <a:spLocks noGrp="1"/>
          </p:cNvSpPr>
          <p:nvPr>
            <p:ph type="title"/>
          </p:nvPr>
        </p:nvSpPr>
        <p:spPr>
          <a:xfrm>
            <a:off x="0" y="15767"/>
            <a:ext cx="12192000" cy="74994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3200"/>
              <a:buFont typeface="Arial"/>
              <a:buNone/>
            </a:pPr>
            <a:r>
              <a:rPr lang="en-US" sz="4400" b="1" dirty="0">
                <a:latin typeface="Times New Roman" panose="02020603050405020304" pitchFamily="18" charset="0"/>
                <a:cs typeface="Times New Roman" panose="02020603050405020304" pitchFamily="18" charset="0"/>
              </a:rPr>
              <a:t>Team Members</a:t>
            </a:r>
            <a:endParaRPr sz="4400" b="1"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212003A7-9F36-F2C6-8AD7-C68EF1896652}"/>
              </a:ext>
            </a:extLst>
          </p:cNvPr>
          <p:cNvSpPr/>
          <p:nvPr/>
        </p:nvSpPr>
        <p:spPr>
          <a:xfrm>
            <a:off x="-84474" y="6618789"/>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grpSp>
        <p:nvGrpSpPr>
          <p:cNvPr id="7" name="Google Shape;457;p27">
            <a:extLst>
              <a:ext uri="{FF2B5EF4-FFF2-40B4-BE49-F238E27FC236}">
                <a16:creationId xmlns:a16="http://schemas.microsoft.com/office/drawing/2014/main" id="{C15D3221-F050-6EC9-50B0-82BE984D09D9}"/>
              </a:ext>
            </a:extLst>
          </p:cNvPr>
          <p:cNvGrpSpPr/>
          <p:nvPr/>
        </p:nvGrpSpPr>
        <p:grpSpPr>
          <a:xfrm>
            <a:off x="-135274" y="-476526"/>
            <a:ext cx="1223889" cy="1345548"/>
            <a:chOff x="0" y="0"/>
            <a:chExt cx="6237928" cy="6858000"/>
          </a:xfrm>
          <a:solidFill>
            <a:srgbClr val="C00000"/>
          </a:solidFill>
        </p:grpSpPr>
        <p:sp>
          <p:nvSpPr>
            <p:cNvPr id="8" name="Google Shape;458;p27">
              <a:extLst>
                <a:ext uri="{FF2B5EF4-FFF2-40B4-BE49-F238E27FC236}">
                  <a16:creationId xmlns:a16="http://schemas.microsoft.com/office/drawing/2014/main" id="{E1F27150-E966-480B-AFF7-98A726D829F3}"/>
                </a:ext>
              </a:extLst>
            </p:cNvPr>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9" name="Google Shape;459;p27">
              <a:extLst>
                <a:ext uri="{FF2B5EF4-FFF2-40B4-BE49-F238E27FC236}">
                  <a16:creationId xmlns:a16="http://schemas.microsoft.com/office/drawing/2014/main" id="{7917AB4B-5B95-ED2B-9047-FEAC9EF67135}"/>
                </a:ext>
              </a:extLst>
            </p:cNvPr>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grpSp>
        <p:nvGrpSpPr>
          <p:cNvPr id="10" name="Google Shape;468;p27">
            <a:extLst>
              <a:ext uri="{FF2B5EF4-FFF2-40B4-BE49-F238E27FC236}">
                <a16:creationId xmlns:a16="http://schemas.microsoft.com/office/drawing/2014/main" id="{32F1E170-3546-8478-C179-9083A5596EB2}"/>
              </a:ext>
            </a:extLst>
          </p:cNvPr>
          <p:cNvGrpSpPr/>
          <p:nvPr/>
        </p:nvGrpSpPr>
        <p:grpSpPr>
          <a:xfrm>
            <a:off x="4718406" y="1824054"/>
            <a:ext cx="1278621" cy="1278621"/>
            <a:chOff x="6542502" y="2713220"/>
            <a:chExt cx="1278621" cy="1278621"/>
          </a:xfrm>
        </p:grpSpPr>
        <p:sp>
          <p:nvSpPr>
            <p:cNvPr id="11" name="Google Shape;469;p27">
              <a:extLst>
                <a:ext uri="{FF2B5EF4-FFF2-40B4-BE49-F238E27FC236}">
                  <a16:creationId xmlns:a16="http://schemas.microsoft.com/office/drawing/2014/main" id="{FF221D73-499E-4F5B-5C0D-55369B9DDBB0}"/>
                </a:ext>
              </a:extLst>
            </p:cNvPr>
            <p:cNvSpPr/>
            <p:nvPr/>
          </p:nvSpPr>
          <p:spPr>
            <a:xfrm>
              <a:off x="6542502" y="2713220"/>
              <a:ext cx="1278621" cy="1278621"/>
            </a:xfrm>
            <a:prstGeom prst="ellipse">
              <a:avLst/>
            </a:prstGeom>
            <a:solidFill>
              <a:srgbClr val="2531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Arial"/>
                <a:ea typeface="Arial"/>
                <a:cs typeface="Arial"/>
                <a:sym typeface="Arial"/>
              </a:endParaRPr>
            </a:p>
          </p:txBody>
        </p:sp>
        <p:sp>
          <p:nvSpPr>
            <p:cNvPr id="12" name="Google Shape;470;p27">
              <a:extLst>
                <a:ext uri="{FF2B5EF4-FFF2-40B4-BE49-F238E27FC236}">
                  <a16:creationId xmlns:a16="http://schemas.microsoft.com/office/drawing/2014/main" id="{24119D96-1205-9A47-3FE2-4134E37281C3}"/>
                </a:ext>
              </a:extLst>
            </p:cNvPr>
            <p:cNvSpPr/>
            <p:nvPr/>
          </p:nvSpPr>
          <p:spPr>
            <a:xfrm>
              <a:off x="6734068" y="2883378"/>
              <a:ext cx="858959" cy="76944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400" dirty="0">
                  <a:solidFill>
                    <a:schemeClr val="lt1"/>
                  </a:solidFill>
                  <a:latin typeface="Arial"/>
                  <a:ea typeface="Arial"/>
                  <a:cs typeface="Arial"/>
                  <a:sym typeface="Arial"/>
                </a:rPr>
                <a:t>03</a:t>
              </a:r>
              <a:endParaRPr sz="4400" dirty="0">
                <a:solidFill>
                  <a:schemeClr val="lt1"/>
                </a:solidFill>
                <a:latin typeface="Arial"/>
                <a:ea typeface="Arial"/>
                <a:cs typeface="Arial"/>
                <a:sym typeface="Arial"/>
              </a:endParaRPr>
            </a:p>
          </p:txBody>
        </p:sp>
      </p:grpSp>
      <p:grpSp>
        <p:nvGrpSpPr>
          <p:cNvPr id="13" name="Google Shape;462;p27">
            <a:extLst>
              <a:ext uri="{FF2B5EF4-FFF2-40B4-BE49-F238E27FC236}">
                <a16:creationId xmlns:a16="http://schemas.microsoft.com/office/drawing/2014/main" id="{2AFCEE63-8C0A-53F2-BB83-FA1853FDBEC9}"/>
              </a:ext>
            </a:extLst>
          </p:cNvPr>
          <p:cNvGrpSpPr/>
          <p:nvPr/>
        </p:nvGrpSpPr>
        <p:grpSpPr>
          <a:xfrm>
            <a:off x="6413027" y="1793469"/>
            <a:ext cx="1278621" cy="1278621"/>
            <a:chOff x="4359833" y="2713220"/>
            <a:chExt cx="1278621" cy="1278621"/>
          </a:xfrm>
        </p:grpSpPr>
        <p:sp>
          <p:nvSpPr>
            <p:cNvPr id="14" name="Google Shape;463;p27">
              <a:extLst>
                <a:ext uri="{FF2B5EF4-FFF2-40B4-BE49-F238E27FC236}">
                  <a16:creationId xmlns:a16="http://schemas.microsoft.com/office/drawing/2014/main" id="{C8976A81-C7D6-CB8C-27E3-40813E6CBC3F}"/>
                </a:ext>
              </a:extLst>
            </p:cNvPr>
            <p:cNvSpPr/>
            <p:nvPr/>
          </p:nvSpPr>
          <p:spPr>
            <a:xfrm>
              <a:off x="4359833" y="2713220"/>
              <a:ext cx="1278621" cy="1278621"/>
            </a:xfrm>
            <a:prstGeom prst="ellipse">
              <a:avLst/>
            </a:prstGeom>
            <a:solidFill>
              <a:srgbClr val="EF002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Arial"/>
                <a:ea typeface="Arial"/>
                <a:cs typeface="Arial"/>
                <a:sym typeface="Arial"/>
              </a:endParaRPr>
            </a:p>
          </p:txBody>
        </p:sp>
        <p:sp>
          <p:nvSpPr>
            <p:cNvPr id="15" name="Google Shape;464;p27">
              <a:extLst>
                <a:ext uri="{FF2B5EF4-FFF2-40B4-BE49-F238E27FC236}">
                  <a16:creationId xmlns:a16="http://schemas.microsoft.com/office/drawing/2014/main" id="{BDE47FE0-363B-83EF-D694-FBE4DEADF75C}"/>
                </a:ext>
              </a:extLst>
            </p:cNvPr>
            <p:cNvSpPr/>
            <p:nvPr/>
          </p:nvSpPr>
          <p:spPr>
            <a:xfrm>
              <a:off x="4569663" y="2883378"/>
              <a:ext cx="858959" cy="76944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400" dirty="0">
                  <a:solidFill>
                    <a:schemeClr val="lt1"/>
                  </a:solidFill>
                  <a:latin typeface="Arial"/>
                  <a:ea typeface="Arial"/>
                  <a:cs typeface="Arial"/>
                  <a:sym typeface="Arial"/>
                </a:rPr>
                <a:t>04</a:t>
              </a:r>
              <a:endParaRPr sz="4400" dirty="0">
                <a:solidFill>
                  <a:schemeClr val="lt1"/>
                </a:solidFill>
                <a:latin typeface="Arial"/>
                <a:ea typeface="Arial"/>
                <a:cs typeface="Arial"/>
                <a:sym typeface="Arial"/>
              </a:endParaRPr>
            </a:p>
          </p:txBody>
        </p:sp>
      </p:grpSp>
      <p:sp>
        <p:nvSpPr>
          <p:cNvPr id="17" name="Google Shape;474;p27">
            <a:extLst>
              <a:ext uri="{FF2B5EF4-FFF2-40B4-BE49-F238E27FC236}">
                <a16:creationId xmlns:a16="http://schemas.microsoft.com/office/drawing/2014/main" id="{6EE30D33-4510-2A09-11F3-8ED6FF2C7B9D}"/>
              </a:ext>
            </a:extLst>
          </p:cNvPr>
          <p:cNvSpPr/>
          <p:nvPr/>
        </p:nvSpPr>
        <p:spPr>
          <a:xfrm>
            <a:off x="964947" y="2815280"/>
            <a:ext cx="2105235" cy="66641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62626"/>
              </a:buClr>
              <a:buSzPts val="2000"/>
              <a:buFont typeface="Arial"/>
              <a:buNone/>
            </a:pPr>
            <a:r>
              <a:rPr lang="en-US" sz="2400" dirty="0">
                <a:solidFill>
                  <a:srgbClr val="262626"/>
                </a:solidFill>
                <a:latin typeface="Arial"/>
                <a:cs typeface="Arial"/>
                <a:sym typeface="Arial"/>
              </a:rPr>
              <a:t>Dilina Perera</a:t>
            </a:r>
            <a:endParaRPr sz="2400" dirty="0"/>
          </a:p>
          <a:p>
            <a:pPr marL="0" marR="0" lvl="0" indent="0" algn="ctr" rtl="0">
              <a:spcBef>
                <a:spcPts val="240"/>
              </a:spcBef>
              <a:spcAft>
                <a:spcPts val="0"/>
              </a:spcAft>
              <a:buClr>
                <a:srgbClr val="262626"/>
              </a:buClr>
              <a:buSzPts val="1200"/>
              <a:buFont typeface="Arial"/>
              <a:buNone/>
            </a:pPr>
            <a:r>
              <a:rPr lang="en-US" sz="1600" dirty="0">
                <a:solidFill>
                  <a:srgbClr val="262626"/>
                </a:solidFill>
                <a:latin typeface="Arial"/>
                <a:ea typeface="Arial"/>
                <a:cs typeface="Arial"/>
                <a:sym typeface="Arial"/>
              </a:rPr>
              <a:t>20221803</a:t>
            </a:r>
            <a:endParaRPr sz="1600" dirty="0"/>
          </a:p>
        </p:txBody>
      </p:sp>
      <p:sp>
        <p:nvSpPr>
          <p:cNvPr id="18" name="Google Shape;474;p27">
            <a:extLst>
              <a:ext uri="{FF2B5EF4-FFF2-40B4-BE49-F238E27FC236}">
                <a16:creationId xmlns:a16="http://schemas.microsoft.com/office/drawing/2014/main" id="{410140C4-0210-823E-557B-8A3F72290530}"/>
              </a:ext>
            </a:extLst>
          </p:cNvPr>
          <p:cNvSpPr/>
          <p:nvPr/>
        </p:nvSpPr>
        <p:spPr>
          <a:xfrm>
            <a:off x="9666810" y="4026924"/>
            <a:ext cx="2626790" cy="64389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62626"/>
              </a:buClr>
              <a:buSzPts val="2000"/>
              <a:buFont typeface="Arial"/>
              <a:buNone/>
            </a:pPr>
            <a:r>
              <a:rPr lang="en-US" sz="2400" dirty="0">
                <a:solidFill>
                  <a:srgbClr val="262626"/>
                </a:solidFill>
                <a:latin typeface="Arial"/>
                <a:cs typeface="Arial"/>
                <a:sym typeface="Arial"/>
              </a:rPr>
              <a:t>Akash Sathiyanathan</a:t>
            </a:r>
            <a:endParaRPr sz="2400" dirty="0"/>
          </a:p>
          <a:p>
            <a:pPr marL="0" marR="0" lvl="0" indent="0" algn="ctr" rtl="0">
              <a:spcBef>
                <a:spcPts val="240"/>
              </a:spcBef>
              <a:spcAft>
                <a:spcPts val="0"/>
              </a:spcAft>
              <a:buClr>
                <a:srgbClr val="262626"/>
              </a:buClr>
              <a:buSzPts val="1200"/>
              <a:buFont typeface="Arial"/>
              <a:buNone/>
            </a:pPr>
            <a:r>
              <a:rPr lang="en-US" sz="1600" dirty="0">
                <a:solidFill>
                  <a:srgbClr val="262626"/>
                </a:solidFill>
                <a:latin typeface="Arial"/>
                <a:ea typeface="Arial"/>
                <a:cs typeface="Arial"/>
                <a:sym typeface="Arial"/>
              </a:rPr>
              <a:t>20222330</a:t>
            </a:r>
            <a:endParaRPr sz="1600" dirty="0"/>
          </a:p>
        </p:txBody>
      </p:sp>
      <p:sp>
        <p:nvSpPr>
          <p:cNvPr id="19" name="Google Shape;474;p27">
            <a:extLst>
              <a:ext uri="{FF2B5EF4-FFF2-40B4-BE49-F238E27FC236}">
                <a16:creationId xmlns:a16="http://schemas.microsoft.com/office/drawing/2014/main" id="{BC1FD092-8CA8-409B-62E4-F241FB58F954}"/>
              </a:ext>
            </a:extLst>
          </p:cNvPr>
          <p:cNvSpPr/>
          <p:nvPr/>
        </p:nvSpPr>
        <p:spPr>
          <a:xfrm>
            <a:off x="7542010" y="1618627"/>
            <a:ext cx="2973590" cy="66641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62626"/>
              </a:buClr>
              <a:buSzPts val="2000"/>
              <a:buFont typeface="Arial"/>
              <a:buNone/>
            </a:pPr>
            <a:r>
              <a:rPr lang="en-US" sz="2400" dirty="0">
                <a:solidFill>
                  <a:srgbClr val="262626"/>
                </a:solidFill>
                <a:latin typeface="Arial"/>
                <a:cs typeface="Arial"/>
                <a:sym typeface="Arial"/>
              </a:rPr>
              <a:t>Chadithya Dinuwan</a:t>
            </a:r>
            <a:endParaRPr sz="2400" dirty="0"/>
          </a:p>
          <a:p>
            <a:pPr marL="0" marR="0" lvl="0" indent="0" algn="ctr" rtl="0">
              <a:spcBef>
                <a:spcPts val="240"/>
              </a:spcBef>
              <a:spcAft>
                <a:spcPts val="0"/>
              </a:spcAft>
              <a:buClr>
                <a:srgbClr val="262626"/>
              </a:buClr>
              <a:buSzPts val="1200"/>
              <a:buFont typeface="Arial"/>
              <a:buNone/>
            </a:pPr>
            <a:r>
              <a:rPr lang="en-US" sz="1600" dirty="0">
                <a:solidFill>
                  <a:srgbClr val="262626"/>
                </a:solidFill>
                <a:latin typeface="Arial"/>
                <a:ea typeface="Arial"/>
                <a:cs typeface="Arial"/>
                <a:sym typeface="Arial"/>
              </a:rPr>
              <a:t>20221798</a:t>
            </a:r>
            <a:endParaRPr sz="1600" dirty="0"/>
          </a:p>
        </p:txBody>
      </p:sp>
      <p:sp>
        <p:nvSpPr>
          <p:cNvPr id="20" name="Google Shape;474;p27">
            <a:extLst>
              <a:ext uri="{FF2B5EF4-FFF2-40B4-BE49-F238E27FC236}">
                <a16:creationId xmlns:a16="http://schemas.microsoft.com/office/drawing/2014/main" id="{5563E6E9-3938-0624-3242-33D96482A529}"/>
              </a:ext>
            </a:extLst>
          </p:cNvPr>
          <p:cNvSpPr/>
          <p:nvPr/>
        </p:nvSpPr>
        <p:spPr>
          <a:xfrm>
            <a:off x="2489201" y="1598307"/>
            <a:ext cx="2570428" cy="66641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62626"/>
              </a:buClr>
              <a:buSzPts val="2000"/>
              <a:buFont typeface="Arial"/>
              <a:buNone/>
            </a:pPr>
            <a:r>
              <a:rPr lang="en-US" sz="2400" dirty="0">
                <a:solidFill>
                  <a:srgbClr val="262626"/>
                </a:solidFill>
                <a:latin typeface="Arial"/>
                <a:cs typeface="Arial"/>
                <a:sym typeface="Arial"/>
              </a:rPr>
              <a:t>Mohammed Alfar</a:t>
            </a:r>
            <a:endParaRPr sz="2400" dirty="0"/>
          </a:p>
          <a:p>
            <a:pPr marL="0" marR="0" lvl="0" indent="0" algn="ctr" rtl="0">
              <a:spcBef>
                <a:spcPts val="240"/>
              </a:spcBef>
              <a:spcAft>
                <a:spcPts val="0"/>
              </a:spcAft>
              <a:buClr>
                <a:srgbClr val="262626"/>
              </a:buClr>
              <a:buSzPts val="1200"/>
              <a:buFont typeface="Arial"/>
              <a:buNone/>
            </a:pPr>
            <a:r>
              <a:rPr lang="en-US" sz="1600" dirty="0">
                <a:solidFill>
                  <a:srgbClr val="262626"/>
                </a:solidFill>
                <a:latin typeface="Arial"/>
                <a:ea typeface="Arial"/>
                <a:cs typeface="Arial"/>
                <a:sym typeface="Arial"/>
              </a:rPr>
              <a:t>20221802</a:t>
            </a:r>
            <a:endParaRPr sz="1600" dirty="0"/>
          </a:p>
        </p:txBody>
      </p:sp>
      <p:sp>
        <p:nvSpPr>
          <p:cNvPr id="21" name="Google Shape;474;p27">
            <a:extLst>
              <a:ext uri="{FF2B5EF4-FFF2-40B4-BE49-F238E27FC236}">
                <a16:creationId xmlns:a16="http://schemas.microsoft.com/office/drawing/2014/main" id="{3ECFA732-9A9F-24C0-A8A4-6050DAD23E59}"/>
              </a:ext>
            </a:extLst>
          </p:cNvPr>
          <p:cNvSpPr/>
          <p:nvPr/>
        </p:nvSpPr>
        <p:spPr>
          <a:xfrm>
            <a:off x="9136919" y="2547844"/>
            <a:ext cx="2750281" cy="66641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62626"/>
              </a:buClr>
              <a:buSzPts val="2000"/>
              <a:buFont typeface="Arial"/>
              <a:buNone/>
            </a:pPr>
            <a:r>
              <a:rPr lang="en-US" sz="2400" dirty="0">
                <a:solidFill>
                  <a:srgbClr val="262626"/>
                </a:solidFill>
                <a:latin typeface="Arial"/>
                <a:cs typeface="Arial"/>
                <a:sym typeface="Arial"/>
              </a:rPr>
              <a:t>Mohamed Juzail</a:t>
            </a:r>
            <a:endParaRPr sz="2400" dirty="0"/>
          </a:p>
          <a:p>
            <a:pPr marL="0" marR="0" lvl="0" indent="0" algn="ctr" rtl="0">
              <a:spcBef>
                <a:spcPts val="240"/>
              </a:spcBef>
              <a:spcAft>
                <a:spcPts val="0"/>
              </a:spcAft>
              <a:buClr>
                <a:srgbClr val="262626"/>
              </a:buClr>
              <a:buSzPts val="1200"/>
              <a:buFont typeface="Arial"/>
              <a:buNone/>
            </a:pPr>
            <a:r>
              <a:rPr lang="en-US" sz="1600" dirty="0">
                <a:solidFill>
                  <a:srgbClr val="262626"/>
                </a:solidFill>
                <a:latin typeface="Arial"/>
                <a:ea typeface="Arial"/>
                <a:cs typeface="Arial"/>
                <a:sym typeface="Arial"/>
              </a:rPr>
              <a:t>20222336</a:t>
            </a:r>
            <a:endParaRPr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1"/>
                                        </p:tgtEl>
                                        <p:attrNameLst>
                                          <p:attrName>style.visibility</p:attrName>
                                        </p:attrNameLst>
                                      </p:cBhvr>
                                      <p:to>
                                        <p:strVal val="visible"/>
                                      </p:to>
                                    </p:set>
                                    <p:animEffect transition="in" filter="fade">
                                      <p:cBhvr>
                                        <p:cTn id="7" dur="1000"/>
                                        <p:tgtEl>
                                          <p:spTgt spid="461"/>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460"/>
                                        </p:tgtEl>
                                        <p:attrNameLst>
                                          <p:attrName>style.visibility</p:attrName>
                                        </p:attrNameLst>
                                      </p:cBhvr>
                                      <p:to>
                                        <p:strVal val="visible"/>
                                      </p:to>
                                    </p:set>
                                    <p:animEffect transition="in" filter="fade">
                                      <p:cBhvr>
                                        <p:cTn id="11" dur="500"/>
                                        <p:tgtEl>
                                          <p:spTgt spid="460"/>
                                        </p:tgtEl>
                                      </p:cBhvr>
                                    </p:animEffect>
                                  </p:childTnLst>
                                </p:cTn>
                              </p:par>
                            </p:childTnLst>
                          </p:cTn>
                        </p:par>
                        <p:par>
                          <p:cTn id="12" fill="hold">
                            <p:stCondLst>
                              <p:cond delay="1500"/>
                            </p:stCondLst>
                            <p:childTnLst>
                              <p:par>
                                <p:cTn id="13" presetID="23" presetClass="entr" presetSubtype="16" fill="hold" nodeType="afterEffect">
                                  <p:stCondLst>
                                    <p:cond delay="0"/>
                                  </p:stCondLst>
                                  <p:childTnLst>
                                    <p:set>
                                      <p:cBhvr>
                                        <p:cTn id="14" dur="1" fill="hold">
                                          <p:stCondLst>
                                            <p:cond delay="0"/>
                                          </p:stCondLst>
                                        </p:cTn>
                                        <p:tgtEl>
                                          <p:spTgt spid="465"/>
                                        </p:tgtEl>
                                        <p:attrNameLst>
                                          <p:attrName>style.visibility</p:attrName>
                                        </p:attrNameLst>
                                      </p:cBhvr>
                                      <p:to>
                                        <p:strVal val="visible"/>
                                      </p:to>
                                    </p:set>
                                    <p:anim calcmode="lin" valueType="num">
                                      <p:cBhvr additive="base">
                                        <p:cTn id="15" dur="750"/>
                                        <p:tgtEl>
                                          <p:spTgt spid="465"/>
                                        </p:tgtEl>
                                        <p:attrNameLst>
                                          <p:attrName>ppt_w</p:attrName>
                                        </p:attrNameLst>
                                      </p:cBhvr>
                                      <p:tavLst>
                                        <p:tav tm="0">
                                          <p:val>
                                            <p:strVal val="0"/>
                                          </p:val>
                                        </p:tav>
                                        <p:tav tm="100000">
                                          <p:val>
                                            <p:strVal val="#ppt_w"/>
                                          </p:val>
                                        </p:tav>
                                      </p:tavLst>
                                    </p:anim>
                                    <p:anim calcmode="lin" valueType="num">
                                      <p:cBhvr additive="base">
                                        <p:cTn id="16" dur="750"/>
                                        <p:tgtEl>
                                          <p:spTgt spid="465"/>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250"/>
                                  </p:stCondLst>
                                  <p:childTnLst>
                                    <p:set>
                                      <p:cBhvr>
                                        <p:cTn id="18" dur="1" fill="hold">
                                          <p:stCondLst>
                                            <p:cond delay="0"/>
                                          </p:stCondLst>
                                        </p:cTn>
                                        <p:tgtEl>
                                          <p:spTgt spid="462"/>
                                        </p:tgtEl>
                                        <p:attrNameLst>
                                          <p:attrName>style.visibility</p:attrName>
                                        </p:attrNameLst>
                                      </p:cBhvr>
                                      <p:to>
                                        <p:strVal val="visible"/>
                                      </p:to>
                                    </p:set>
                                    <p:anim calcmode="lin" valueType="num">
                                      <p:cBhvr additive="base">
                                        <p:cTn id="19" dur="750"/>
                                        <p:tgtEl>
                                          <p:spTgt spid="462"/>
                                        </p:tgtEl>
                                        <p:attrNameLst>
                                          <p:attrName>ppt_w</p:attrName>
                                        </p:attrNameLst>
                                      </p:cBhvr>
                                      <p:tavLst>
                                        <p:tav tm="0">
                                          <p:val>
                                            <p:strVal val="0"/>
                                          </p:val>
                                        </p:tav>
                                        <p:tav tm="100000">
                                          <p:val>
                                            <p:strVal val="#ppt_w"/>
                                          </p:val>
                                        </p:tav>
                                      </p:tavLst>
                                    </p:anim>
                                    <p:anim calcmode="lin" valueType="num">
                                      <p:cBhvr additive="base">
                                        <p:cTn id="20" dur="750"/>
                                        <p:tgtEl>
                                          <p:spTgt spid="462"/>
                                        </p:tgtEl>
                                        <p:attrNameLst>
                                          <p:attrName>ppt_h</p:attrName>
                                        </p:attrNameLst>
                                      </p:cBhvr>
                                      <p:tavLst>
                                        <p:tav tm="0">
                                          <p:val>
                                            <p:strVal val="0"/>
                                          </p:val>
                                        </p:tav>
                                        <p:tav tm="100000">
                                          <p:val>
                                            <p:strVal val="#ppt_h"/>
                                          </p:val>
                                        </p:tav>
                                      </p:tavLst>
                                    </p:anim>
                                  </p:childTnLst>
                                </p:cTn>
                              </p:par>
                              <p:par>
                                <p:cTn id="21" presetID="23" presetClass="entr" presetSubtype="16" fill="hold" nodeType="withEffect">
                                  <p:stCondLst>
                                    <p:cond delay="1000"/>
                                  </p:stCondLst>
                                  <p:childTnLst>
                                    <p:set>
                                      <p:cBhvr>
                                        <p:cTn id="22" dur="1" fill="hold">
                                          <p:stCondLst>
                                            <p:cond delay="0"/>
                                          </p:stCondLst>
                                        </p:cTn>
                                        <p:tgtEl>
                                          <p:spTgt spid="468"/>
                                        </p:tgtEl>
                                        <p:attrNameLst>
                                          <p:attrName>style.visibility</p:attrName>
                                        </p:attrNameLst>
                                      </p:cBhvr>
                                      <p:to>
                                        <p:strVal val="visible"/>
                                      </p:to>
                                    </p:set>
                                    <p:anim calcmode="lin" valueType="num">
                                      <p:cBhvr additive="base">
                                        <p:cTn id="23" dur="750"/>
                                        <p:tgtEl>
                                          <p:spTgt spid="468"/>
                                        </p:tgtEl>
                                        <p:attrNameLst>
                                          <p:attrName>ppt_w</p:attrName>
                                        </p:attrNameLst>
                                      </p:cBhvr>
                                      <p:tavLst>
                                        <p:tav tm="0">
                                          <p:val>
                                            <p:strVal val="0"/>
                                          </p:val>
                                        </p:tav>
                                        <p:tav tm="100000">
                                          <p:val>
                                            <p:strVal val="#ppt_w"/>
                                          </p:val>
                                        </p:tav>
                                      </p:tavLst>
                                    </p:anim>
                                    <p:anim calcmode="lin" valueType="num">
                                      <p:cBhvr additive="base">
                                        <p:cTn id="24" dur="750"/>
                                        <p:tgtEl>
                                          <p:spTgt spid="468"/>
                                        </p:tgtEl>
                                        <p:attrNameLst>
                                          <p:attrName>ppt_h</p:attrName>
                                        </p:attrNameLst>
                                      </p:cBhvr>
                                      <p:tavLst>
                                        <p:tav tm="0">
                                          <p:val>
                                            <p:strVal val="0"/>
                                          </p:val>
                                        </p:tav>
                                        <p:tav tm="100000">
                                          <p:val>
                                            <p:strVal val="#ppt_h"/>
                                          </p:val>
                                        </p:tav>
                                      </p:tavLst>
                                    </p:anim>
                                  </p:childTnLst>
                                </p:cTn>
                              </p:par>
                              <p:par>
                                <p:cTn id="25" presetID="23" presetClass="entr" presetSubtype="16" fill="hold" nodeType="withEffect">
                                  <p:stCondLst>
                                    <p:cond delay="1250"/>
                                  </p:stCondLst>
                                  <p:childTnLst>
                                    <p:set>
                                      <p:cBhvr>
                                        <p:cTn id="26" dur="1" fill="hold">
                                          <p:stCondLst>
                                            <p:cond delay="0"/>
                                          </p:stCondLst>
                                        </p:cTn>
                                        <p:tgtEl>
                                          <p:spTgt spid="471"/>
                                        </p:tgtEl>
                                        <p:attrNameLst>
                                          <p:attrName>style.visibility</p:attrName>
                                        </p:attrNameLst>
                                      </p:cBhvr>
                                      <p:to>
                                        <p:strVal val="visible"/>
                                      </p:to>
                                    </p:set>
                                    <p:anim calcmode="lin" valueType="num">
                                      <p:cBhvr additive="base">
                                        <p:cTn id="27" dur="750"/>
                                        <p:tgtEl>
                                          <p:spTgt spid="471"/>
                                        </p:tgtEl>
                                        <p:attrNameLst>
                                          <p:attrName>ppt_w</p:attrName>
                                        </p:attrNameLst>
                                      </p:cBhvr>
                                      <p:tavLst>
                                        <p:tav tm="0">
                                          <p:val>
                                            <p:strVal val="0"/>
                                          </p:val>
                                        </p:tav>
                                        <p:tav tm="100000">
                                          <p:val>
                                            <p:strVal val="#ppt_w"/>
                                          </p:val>
                                        </p:tav>
                                      </p:tavLst>
                                    </p:anim>
                                    <p:anim calcmode="lin" valueType="num">
                                      <p:cBhvr additive="base">
                                        <p:cTn id="28" dur="750"/>
                                        <p:tgtEl>
                                          <p:spTgt spid="471"/>
                                        </p:tgtEl>
                                        <p:attrNameLst>
                                          <p:attrName>ppt_h</p:attrName>
                                        </p:attrNameLst>
                                      </p:cBhvr>
                                      <p:tavLst>
                                        <p:tav tm="0">
                                          <p:val>
                                            <p:strVal val="0"/>
                                          </p:val>
                                        </p:tav>
                                        <p:tav tm="100000">
                                          <p:val>
                                            <p:strVal val="#ppt_h"/>
                                          </p:val>
                                        </p:tav>
                                      </p:tavLst>
                                    </p:anim>
                                  </p:childTnLst>
                                </p:cTn>
                              </p:par>
                              <p:par>
                                <p:cTn id="29" presetID="23" presetClass="entr" presetSubtype="16" fill="hold" nodeType="withEffect">
                                  <p:stCondLst>
                                    <p:cond delay="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750"/>
                                        <p:tgtEl>
                                          <p:spTgt spid="10"/>
                                        </p:tgtEl>
                                        <p:attrNameLst>
                                          <p:attrName>ppt_w</p:attrName>
                                        </p:attrNameLst>
                                      </p:cBhvr>
                                      <p:tavLst>
                                        <p:tav tm="0">
                                          <p:val>
                                            <p:strVal val="0"/>
                                          </p:val>
                                        </p:tav>
                                        <p:tav tm="100000">
                                          <p:val>
                                            <p:strVal val="#ppt_w"/>
                                          </p:val>
                                        </p:tav>
                                      </p:tavLst>
                                    </p:anim>
                                    <p:anim calcmode="lin" valueType="num">
                                      <p:cBhvr additive="base">
                                        <p:cTn id="32" dur="750"/>
                                        <p:tgtEl>
                                          <p:spTgt spid="10"/>
                                        </p:tgtEl>
                                        <p:attrNameLst>
                                          <p:attrName>ppt_h</p:attrName>
                                        </p:attrNameLst>
                                      </p:cBhvr>
                                      <p:tavLst>
                                        <p:tav tm="0">
                                          <p:val>
                                            <p:strVal val="0"/>
                                          </p:val>
                                        </p:tav>
                                        <p:tav tm="100000">
                                          <p:val>
                                            <p:strVal val="#ppt_h"/>
                                          </p:val>
                                        </p:tav>
                                      </p:tavLst>
                                    </p:anim>
                                  </p:childTnLst>
                                </p:cTn>
                              </p:par>
                              <p:par>
                                <p:cTn id="33" presetID="23" presetClass="entr" presetSubtype="16" fill="hold" nodeType="withEffect">
                                  <p:stCondLst>
                                    <p:cond delay="75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750"/>
                                        <p:tgtEl>
                                          <p:spTgt spid="13"/>
                                        </p:tgtEl>
                                        <p:attrNameLst>
                                          <p:attrName>ppt_w</p:attrName>
                                        </p:attrNameLst>
                                      </p:cBhvr>
                                      <p:tavLst>
                                        <p:tav tm="0">
                                          <p:val>
                                            <p:strVal val="0"/>
                                          </p:val>
                                        </p:tav>
                                        <p:tav tm="100000">
                                          <p:val>
                                            <p:strVal val="#ppt_w"/>
                                          </p:val>
                                        </p:tav>
                                      </p:tavLst>
                                    </p:anim>
                                    <p:anim calcmode="lin" valueType="num">
                                      <p:cBhvr additive="base">
                                        <p:cTn id="36" dur="750"/>
                                        <p:tgtEl>
                                          <p:spTgt spid="1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p:nvPr/>
        </p:nvSpPr>
        <p:spPr>
          <a:xfrm rot="1971217">
            <a:off x="2322945" y="-1530229"/>
            <a:ext cx="1144927" cy="9867367"/>
          </a:xfrm>
          <a:prstGeom prst="rect">
            <a:avLst/>
          </a:prstGeom>
          <a:solidFill>
            <a:schemeClr val="tx1"/>
          </a:solidFill>
          <a:ln>
            <a:solidFill>
              <a:schemeClr val="tx1"/>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08" name="Google Shape;108;p15"/>
          <p:cNvSpPr/>
          <p:nvPr/>
        </p:nvSpPr>
        <p:spPr>
          <a:xfrm>
            <a:off x="-40641" y="0"/>
            <a:ext cx="4564393" cy="6858000"/>
          </a:xfrm>
          <a:custGeom>
            <a:avLst/>
            <a:gdLst/>
            <a:ahLst/>
            <a:cxnLst/>
            <a:rect l="l" t="t" r="r" b="b"/>
            <a:pathLst>
              <a:path w="800" h="1202" extrusionOk="0">
                <a:moveTo>
                  <a:pt x="800" y="0"/>
                </a:moveTo>
                <a:lnTo>
                  <a:pt x="0" y="0"/>
                </a:lnTo>
                <a:lnTo>
                  <a:pt x="0" y="1202"/>
                </a:lnTo>
                <a:lnTo>
                  <a:pt x="24" y="1202"/>
                </a:lnTo>
                <a:lnTo>
                  <a:pt x="800" y="0"/>
                </a:lnTo>
                <a:close/>
                <a:moveTo>
                  <a:pt x="800" y="0"/>
                </a:moveTo>
                <a:lnTo>
                  <a:pt x="80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09" name="Google Shape;109;p15"/>
          <p:cNvSpPr/>
          <p:nvPr/>
        </p:nvSpPr>
        <p:spPr>
          <a:xfrm>
            <a:off x="-1" y="0"/>
            <a:ext cx="5302661" cy="4148919"/>
          </a:xfrm>
          <a:custGeom>
            <a:avLst/>
            <a:gdLst/>
            <a:ahLst/>
            <a:cxnLst/>
            <a:rect l="l" t="t" r="r" b="b"/>
            <a:pathLst>
              <a:path w="933" h="730" extrusionOk="0">
                <a:moveTo>
                  <a:pt x="0" y="0"/>
                </a:moveTo>
                <a:lnTo>
                  <a:pt x="465" y="730"/>
                </a:lnTo>
                <a:lnTo>
                  <a:pt x="933" y="0"/>
                </a:lnTo>
                <a:lnTo>
                  <a:pt x="0" y="0"/>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10" name="Google Shape;110;p15"/>
          <p:cNvSpPr/>
          <p:nvPr/>
        </p:nvSpPr>
        <p:spPr>
          <a:xfrm>
            <a:off x="8754674" y="2688609"/>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11" name="Google Shape;111;p15"/>
          <p:cNvSpPr/>
          <p:nvPr/>
        </p:nvSpPr>
        <p:spPr>
          <a:xfrm>
            <a:off x="952142" y="947699"/>
            <a:ext cx="3393773" cy="135839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FFFFFF"/>
              </a:buClr>
              <a:buSzPts val="4000"/>
              <a:buFont typeface="Arial"/>
              <a:buNone/>
            </a:pPr>
            <a:r>
              <a:rPr lang="en-US" sz="4000" b="1" dirty="0">
                <a:solidFill>
                  <a:srgbClr val="FFFFFF"/>
                </a:solidFill>
                <a:latin typeface="Arial"/>
                <a:ea typeface="Arial"/>
                <a:cs typeface="Arial"/>
                <a:sym typeface="Arial"/>
              </a:rPr>
              <a:t>CONTENTS</a:t>
            </a:r>
            <a:endParaRPr sz="3200" b="1" dirty="0">
              <a:solidFill>
                <a:srgbClr val="FFFFFF"/>
              </a:solidFill>
              <a:latin typeface="Arial"/>
              <a:ea typeface="Arial"/>
              <a:cs typeface="Arial"/>
              <a:sym typeface="Arial"/>
            </a:endParaRPr>
          </a:p>
        </p:txBody>
      </p:sp>
      <p:sp>
        <p:nvSpPr>
          <p:cNvPr id="2" name="Rectangle 1">
            <a:extLst>
              <a:ext uri="{FF2B5EF4-FFF2-40B4-BE49-F238E27FC236}">
                <a16:creationId xmlns:a16="http://schemas.microsoft.com/office/drawing/2014/main" id="{563D3D3A-2AEE-8DC0-8D90-7948C793B639}"/>
              </a:ext>
            </a:extLst>
          </p:cNvPr>
          <p:cNvSpPr/>
          <p:nvPr/>
        </p:nvSpPr>
        <p:spPr>
          <a:xfrm>
            <a:off x="-84474" y="6618789"/>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pic>
        <p:nvPicPr>
          <p:cNvPr id="4" name="Picture 3" descr="A picture containing text, night sky&#10;&#10;Description automatically generated">
            <a:extLst>
              <a:ext uri="{FF2B5EF4-FFF2-40B4-BE49-F238E27FC236}">
                <a16:creationId xmlns:a16="http://schemas.microsoft.com/office/drawing/2014/main" id="{FCF6FBBE-EF69-9A8C-B598-76E50A7796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5958" y="4557745"/>
            <a:ext cx="1904762" cy="1904762"/>
          </a:xfrm>
          <a:prstGeom prst="rect">
            <a:avLst/>
          </a:prstGeom>
        </p:spPr>
      </p:pic>
      <p:sp>
        <p:nvSpPr>
          <p:cNvPr id="12" name="TextBox 11">
            <a:extLst>
              <a:ext uri="{FF2B5EF4-FFF2-40B4-BE49-F238E27FC236}">
                <a16:creationId xmlns:a16="http://schemas.microsoft.com/office/drawing/2014/main" id="{F90DEF31-A500-F0B7-5674-C5F4E6BB174C}"/>
              </a:ext>
            </a:extLst>
          </p:cNvPr>
          <p:cNvSpPr txBox="1"/>
          <p:nvPr/>
        </p:nvSpPr>
        <p:spPr>
          <a:xfrm>
            <a:off x="2860158" y="374781"/>
            <a:ext cx="9244225" cy="5324535"/>
          </a:xfrm>
          <a:prstGeom prst="rect">
            <a:avLst/>
          </a:prstGeom>
          <a:noFill/>
        </p:spPr>
        <p:txBody>
          <a:bodyPr wrap="square" rtlCol="0">
            <a:spAutoFit/>
          </a:bodyPr>
          <a:lstStyle/>
          <a:p>
            <a:pPr lvl="8"/>
            <a:r>
              <a:rPr lang="en-US" sz="2000" b="1" dirty="0">
                <a:latin typeface="Arial" panose="020B0604020202020204" pitchFamily="34" charset="0"/>
                <a:cs typeface="Arial" panose="020B0604020202020204" pitchFamily="34" charset="0"/>
              </a:rPr>
              <a:t>Introduction to KFC</a:t>
            </a:r>
          </a:p>
          <a:p>
            <a:endParaRPr lang="en-US" sz="2000" b="1" dirty="0">
              <a:latin typeface="Arial" panose="020B0604020202020204" pitchFamily="34" charset="0"/>
              <a:cs typeface="Arial" panose="020B0604020202020204" pitchFamily="34" charset="0"/>
            </a:endParaRPr>
          </a:p>
          <a:p>
            <a:pPr lvl="7"/>
            <a:r>
              <a:rPr lang="en-US" sz="2000" b="1" dirty="0">
                <a:latin typeface="Arial" panose="020B0604020202020204" pitchFamily="34" charset="0"/>
                <a:cs typeface="Arial" panose="020B0604020202020204" pitchFamily="34" charset="0"/>
              </a:rPr>
              <a:t>What are information systems?</a:t>
            </a:r>
          </a:p>
          <a:p>
            <a:endParaRPr lang="en-US" sz="2000" b="1" dirty="0">
              <a:latin typeface="Arial" panose="020B0604020202020204" pitchFamily="34" charset="0"/>
              <a:cs typeface="Arial" panose="020B0604020202020204" pitchFamily="34" charset="0"/>
            </a:endParaRPr>
          </a:p>
          <a:p>
            <a:pPr lvl="6"/>
            <a:r>
              <a:rPr lang="en-US" sz="2000" b="1" dirty="0">
                <a:latin typeface="Arial" panose="020B0604020202020204" pitchFamily="34" charset="0"/>
                <a:cs typeface="Arial" panose="020B0604020202020204" pitchFamily="34" charset="0"/>
              </a:rPr>
              <a:t>Operational support information systems</a:t>
            </a:r>
          </a:p>
          <a:p>
            <a:endParaRPr lang="en-US" sz="2000" b="1" dirty="0">
              <a:latin typeface="Arial" panose="020B0604020202020204" pitchFamily="34" charset="0"/>
              <a:cs typeface="Arial" panose="020B0604020202020204" pitchFamily="34" charset="0"/>
            </a:endParaRPr>
          </a:p>
          <a:p>
            <a:pPr lvl="5"/>
            <a:r>
              <a:rPr lang="en-US" sz="2000" b="1" dirty="0">
                <a:latin typeface="Arial" panose="020B0604020202020204" pitchFamily="34" charset="0"/>
                <a:cs typeface="Arial" panose="020B0604020202020204" pitchFamily="34" charset="0"/>
              </a:rPr>
              <a:t>Knowledge support information systems</a:t>
            </a:r>
          </a:p>
          <a:p>
            <a:endParaRPr lang="en-US" sz="2000" b="1" dirty="0">
              <a:latin typeface="Arial" panose="020B0604020202020204" pitchFamily="34" charset="0"/>
              <a:cs typeface="Arial" panose="020B0604020202020204" pitchFamily="34" charset="0"/>
            </a:endParaRPr>
          </a:p>
          <a:p>
            <a:pPr lvl="4"/>
            <a:r>
              <a:rPr lang="en-US" sz="2000" b="1" dirty="0">
                <a:latin typeface="Arial" panose="020B0604020202020204" pitchFamily="34" charset="0"/>
                <a:cs typeface="Arial" panose="020B0604020202020204" pitchFamily="34" charset="0"/>
              </a:rPr>
              <a:t>Management support information systems</a:t>
            </a:r>
          </a:p>
          <a:p>
            <a:endParaRPr lang="en-US" sz="2000" b="1" dirty="0">
              <a:latin typeface="Arial" panose="020B0604020202020204" pitchFamily="34" charset="0"/>
              <a:cs typeface="Arial" panose="020B0604020202020204" pitchFamily="34" charset="0"/>
            </a:endParaRPr>
          </a:p>
          <a:p>
            <a:pPr lvl="3"/>
            <a:r>
              <a:rPr lang="en-US" sz="2000" b="1" dirty="0">
                <a:latin typeface="Arial" panose="020B0604020202020204" pitchFamily="34" charset="0"/>
                <a:cs typeface="Arial" panose="020B0604020202020204" pitchFamily="34" charset="0"/>
              </a:rPr>
              <a:t>Information systems &amp; its components </a:t>
            </a:r>
          </a:p>
          <a:p>
            <a:endParaRPr lang="en-US" sz="2000" b="1" dirty="0">
              <a:latin typeface="Arial" panose="020B0604020202020204" pitchFamily="34" charset="0"/>
              <a:cs typeface="Arial" panose="020B0604020202020204" pitchFamily="34" charset="0"/>
            </a:endParaRPr>
          </a:p>
          <a:p>
            <a:pPr lvl="2"/>
            <a:r>
              <a:rPr lang="en-US" sz="2000" b="1" dirty="0">
                <a:latin typeface="Arial" panose="020B0604020202020204" pitchFamily="34" charset="0"/>
                <a:cs typeface="Arial" panose="020B0604020202020204" pitchFamily="34" charset="0"/>
              </a:rPr>
              <a:t>Security threats &amp; mechanisms to prevent them</a:t>
            </a:r>
          </a:p>
          <a:p>
            <a:endParaRPr lang="en-US" sz="2000" b="1" dirty="0">
              <a:latin typeface="Arial" panose="020B0604020202020204" pitchFamily="34" charset="0"/>
              <a:cs typeface="Arial" panose="020B0604020202020204" pitchFamily="34" charset="0"/>
            </a:endParaRPr>
          </a:p>
          <a:p>
            <a:pPr lvl="1"/>
            <a:r>
              <a:rPr lang="en-US" sz="2000" b="1" dirty="0">
                <a:latin typeface="Arial" panose="020B0604020202020204" pitchFamily="34" charset="0"/>
                <a:cs typeface="Arial" panose="020B0604020202020204" pitchFamily="34" charset="0"/>
              </a:rPr>
              <a:t>Summary </a:t>
            </a:r>
          </a:p>
          <a:p>
            <a:endParaRPr lang="en-US" sz="2000" b="1"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Q &amp; A</a:t>
            </a:r>
          </a:p>
        </p:txBody>
      </p:sp>
      <p:pic>
        <p:nvPicPr>
          <p:cNvPr id="18" name="Graphic 17" descr="Add with solid fill">
            <a:extLst>
              <a:ext uri="{FF2B5EF4-FFF2-40B4-BE49-F238E27FC236}">
                <a16:creationId xmlns:a16="http://schemas.microsoft.com/office/drawing/2014/main" id="{70E67F7C-DD34-CF3B-27EA-8FDC1CBFE55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3449" y="374781"/>
            <a:ext cx="457200" cy="457200"/>
          </a:xfrm>
          <a:prstGeom prst="rect">
            <a:avLst/>
          </a:prstGeom>
        </p:spPr>
      </p:pic>
      <p:pic>
        <p:nvPicPr>
          <p:cNvPr id="19" name="Graphic 18" descr="Add with solid fill">
            <a:extLst>
              <a:ext uri="{FF2B5EF4-FFF2-40B4-BE49-F238E27FC236}">
                <a16:creationId xmlns:a16="http://schemas.microsoft.com/office/drawing/2014/main" id="{7835E1E2-C3F9-FEC1-B4AC-B9C070B35FC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95609" y="953457"/>
            <a:ext cx="457200" cy="457200"/>
          </a:xfrm>
          <a:prstGeom prst="rect">
            <a:avLst/>
          </a:prstGeom>
        </p:spPr>
      </p:pic>
      <p:pic>
        <p:nvPicPr>
          <p:cNvPr id="20" name="Graphic 19" descr="Add with solid fill">
            <a:extLst>
              <a:ext uri="{FF2B5EF4-FFF2-40B4-BE49-F238E27FC236}">
                <a16:creationId xmlns:a16="http://schemas.microsoft.com/office/drawing/2014/main" id="{79D3F72B-E0E1-FC17-DFC8-B8BD58F2958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46609" y="1563652"/>
            <a:ext cx="457200" cy="457200"/>
          </a:xfrm>
          <a:prstGeom prst="rect">
            <a:avLst/>
          </a:prstGeom>
        </p:spPr>
      </p:pic>
      <p:pic>
        <p:nvPicPr>
          <p:cNvPr id="21" name="Graphic 20" descr="Add with solid fill">
            <a:extLst>
              <a:ext uri="{FF2B5EF4-FFF2-40B4-BE49-F238E27FC236}">
                <a16:creationId xmlns:a16="http://schemas.microsoft.com/office/drawing/2014/main" id="{79A210C6-13E3-EBA3-FBFB-F757414AC64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77422" y="3429606"/>
            <a:ext cx="457200" cy="457200"/>
          </a:xfrm>
          <a:prstGeom prst="rect">
            <a:avLst/>
          </a:prstGeom>
        </p:spPr>
      </p:pic>
      <p:pic>
        <p:nvPicPr>
          <p:cNvPr id="22" name="Graphic 21" descr="Add with solid fill">
            <a:extLst>
              <a:ext uri="{FF2B5EF4-FFF2-40B4-BE49-F238E27FC236}">
                <a16:creationId xmlns:a16="http://schemas.microsoft.com/office/drawing/2014/main" id="{BAEC6DB6-DC24-CA27-0DA1-58C8E23C7CA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34622" y="2815022"/>
            <a:ext cx="457200" cy="457200"/>
          </a:xfrm>
          <a:prstGeom prst="rect">
            <a:avLst/>
          </a:prstGeom>
        </p:spPr>
      </p:pic>
      <p:pic>
        <p:nvPicPr>
          <p:cNvPr id="23" name="Graphic 22" descr="Add with solid fill">
            <a:extLst>
              <a:ext uri="{FF2B5EF4-FFF2-40B4-BE49-F238E27FC236}">
                <a16:creationId xmlns:a16="http://schemas.microsoft.com/office/drawing/2014/main" id="{D05535F5-F6FD-C46E-A908-D4D6B0C3D14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78180" y="2204827"/>
            <a:ext cx="457200" cy="457200"/>
          </a:xfrm>
          <a:prstGeom prst="rect">
            <a:avLst/>
          </a:prstGeom>
        </p:spPr>
      </p:pic>
      <p:pic>
        <p:nvPicPr>
          <p:cNvPr id="24" name="Graphic 23" descr="Add with solid fill">
            <a:extLst>
              <a:ext uri="{FF2B5EF4-FFF2-40B4-BE49-F238E27FC236}">
                <a16:creationId xmlns:a16="http://schemas.microsoft.com/office/drawing/2014/main" id="{98E4A10A-34A4-FE68-6927-F57C248376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63022" y="4616790"/>
            <a:ext cx="457200" cy="457200"/>
          </a:xfrm>
          <a:prstGeom prst="rect">
            <a:avLst/>
          </a:prstGeom>
        </p:spPr>
      </p:pic>
      <p:pic>
        <p:nvPicPr>
          <p:cNvPr id="25" name="Graphic 24" descr="Add with solid fill">
            <a:extLst>
              <a:ext uri="{FF2B5EF4-FFF2-40B4-BE49-F238E27FC236}">
                <a16:creationId xmlns:a16="http://schemas.microsoft.com/office/drawing/2014/main" id="{B395E99F-FBD7-F8CE-57E3-964F410AF09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20222" y="3966294"/>
            <a:ext cx="457200" cy="457200"/>
          </a:xfrm>
          <a:prstGeom prst="rect">
            <a:avLst/>
          </a:prstGeom>
        </p:spPr>
      </p:pic>
      <p:pic>
        <p:nvPicPr>
          <p:cNvPr id="26" name="Graphic 25" descr="Add with solid fill">
            <a:extLst>
              <a:ext uri="{FF2B5EF4-FFF2-40B4-BE49-F238E27FC236}">
                <a16:creationId xmlns:a16="http://schemas.microsoft.com/office/drawing/2014/main" id="{047305A5-CFCA-11D2-83A3-D708DD5879C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20428" y="5226985"/>
            <a:ext cx="457200" cy="457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500"/>
                                        <p:tgtEl>
                                          <p:spTgt spid="10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6"/>
                                        </p:tgtEl>
                                        <p:attrNameLst>
                                          <p:attrName>style.visibility</p:attrName>
                                        </p:attrNameLst>
                                      </p:cBhvr>
                                      <p:to>
                                        <p:strVal val="visible"/>
                                      </p:to>
                                    </p:set>
                                    <p:animEffect transition="in" filter="fade">
                                      <p:cBhvr>
                                        <p:cTn id="11" dur="500"/>
                                        <p:tgtEl>
                                          <p:spTgt spid="106"/>
                                        </p:tgtEl>
                                      </p:cBhvr>
                                    </p:animEffect>
                                  </p:childTnLst>
                                </p:cTn>
                              </p:par>
                            </p:childTnLst>
                          </p:cTn>
                        </p:par>
                        <p:par>
                          <p:cTn id="12" fill="hold">
                            <p:stCondLst>
                              <p:cond delay="1000"/>
                            </p:stCondLst>
                            <p:childTnLst>
                              <p:par>
                                <p:cTn id="13" presetID="2" presetClass="entr" presetSubtype="1" fill="hold" nodeType="afterEffect">
                                  <p:stCondLst>
                                    <p:cond delay="0"/>
                                  </p:stCondLst>
                                  <p:childTnLst>
                                    <p:set>
                                      <p:cBhvr>
                                        <p:cTn id="14" dur="1" fill="hold">
                                          <p:stCondLst>
                                            <p:cond delay="0"/>
                                          </p:stCondLst>
                                        </p:cTn>
                                        <p:tgtEl>
                                          <p:spTgt spid="109"/>
                                        </p:tgtEl>
                                        <p:attrNameLst>
                                          <p:attrName>style.visibility</p:attrName>
                                        </p:attrNameLst>
                                      </p:cBhvr>
                                      <p:to>
                                        <p:strVal val="visible"/>
                                      </p:to>
                                    </p:set>
                                    <p:anim calcmode="lin" valueType="num">
                                      <p:cBhvr additive="base">
                                        <p:cTn id="15" dur="750"/>
                                        <p:tgtEl>
                                          <p:spTgt spid="109"/>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10"/>
                                        </p:tgtEl>
                                        <p:attrNameLst>
                                          <p:attrName>style.visibility</p:attrName>
                                        </p:attrNameLst>
                                      </p:cBhvr>
                                      <p:to>
                                        <p:strVal val="visible"/>
                                      </p:to>
                                    </p:set>
                                    <p:anim calcmode="lin" valueType="num">
                                      <p:cBhvr additive="base">
                                        <p:cTn id="18" dur="750"/>
                                        <p:tgtEl>
                                          <p:spTgt spid="110"/>
                                        </p:tgtEl>
                                        <p:attrNameLst>
                                          <p:attrName>ppt_y</p:attrName>
                                        </p:attrNameLst>
                                      </p:cBhvr>
                                      <p:tavLst>
                                        <p:tav tm="0">
                                          <p:val>
                                            <p:strVal val="#ppt_y+1"/>
                                          </p:val>
                                        </p:tav>
                                        <p:tav tm="100000">
                                          <p:val>
                                            <p:strVal val="#ppt_y"/>
                                          </p:val>
                                        </p:tav>
                                      </p:tavLst>
                                    </p:anim>
                                  </p:childTnLst>
                                </p:cTn>
                              </p:par>
                            </p:childTnLst>
                          </p:cTn>
                        </p:par>
                        <p:par>
                          <p:cTn id="19" fill="hold">
                            <p:stCondLst>
                              <p:cond delay="1750"/>
                            </p:stCondLst>
                            <p:childTnLst>
                              <p:par>
                                <p:cTn id="20" presetID="10" presetClass="entr" presetSubtype="0" fill="hold" nodeType="afterEffect">
                                  <p:stCondLst>
                                    <p:cond delay="0"/>
                                  </p:stCondLst>
                                  <p:childTnLst>
                                    <p:set>
                                      <p:cBhvr>
                                        <p:cTn id="21" dur="1" fill="hold">
                                          <p:stCondLst>
                                            <p:cond delay="0"/>
                                          </p:stCondLst>
                                        </p:cTn>
                                        <p:tgtEl>
                                          <p:spTgt spid="111"/>
                                        </p:tgtEl>
                                        <p:attrNameLst>
                                          <p:attrName>style.visibility</p:attrName>
                                        </p:attrNameLst>
                                      </p:cBhvr>
                                      <p:to>
                                        <p:strVal val="visible"/>
                                      </p:to>
                                    </p:set>
                                    <p:animEffect transition="in" filter="fade">
                                      <p:cBhvr>
                                        <p:cTn id="22" dur="10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grpSp>
        <p:nvGrpSpPr>
          <p:cNvPr id="203" name="Google Shape;203;p19"/>
          <p:cNvGrpSpPr/>
          <p:nvPr/>
        </p:nvGrpSpPr>
        <p:grpSpPr>
          <a:xfrm>
            <a:off x="-64258" y="0"/>
            <a:ext cx="1223889" cy="1345548"/>
            <a:chOff x="0" y="0"/>
            <a:chExt cx="6237928" cy="6858000"/>
          </a:xfrm>
        </p:grpSpPr>
        <p:sp>
          <p:nvSpPr>
            <p:cNvPr id="204" name="Google Shape;204;p19"/>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205" name="Google Shape;205;p19"/>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pic>
        <p:nvPicPr>
          <p:cNvPr id="206" name="Google Shape;206;p19"/>
          <p:cNvPicPr preferRelativeResize="0"/>
          <p:nvPr/>
        </p:nvPicPr>
        <p:blipFill>
          <a:blip r:embed="rId3">
            <a:extLst>
              <a:ext uri="{28A0092B-C50C-407E-A947-70E740481C1C}">
                <a14:useLocalDpi xmlns:a14="http://schemas.microsoft.com/office/drawing/2010/main" val="0"/>
              </a:ext>
            </a:extLst>
          </a:blip>
          <a:srcRect/>
          <a:stretch/>
        </p:blipFill>
        <p:spPr>
          <a:xfrm>
            <a:off x="1068624" y="1711158"/>
            <a:ext cx="2349864" cy="1305479"/>
          </a:xfrm>
          <a:prstGeom prst="rect">
            <a:avLst/>
          </a:prstGeom>
          <a:blipFill rotWithShape="1">
            <a:blip r:embed="rId4">
              <a:alphaModFix/>
            </a:blip>
            <a:stretch>
              <a:fillRect/>
            </a:stretch>
          </a:blipFill>
          <a:ln w="9525" cap="flat" cmpd="sng">
            <a:solidFill>
              <a:srgbClr val="F5F4F4"/>
            </a:solidFill>
            <a:prstDash val="solid"/>
            <a:round/>
            <a:headEnd type="none" w="sm" len="sm"/>
            <a:tailEnd type="none" w="sm" len="sm"/>
          </a:ln>
        </p:spPr>
      </p:pic>
      <p:sp>
        <p:nvSpPr>
          <p:cNvPr id="207" name="Google Shape;207;p19"/>
          <p:cNvSpPr/>
          <p:nvPr/>
        </p:nvSpPr>
        <p:spPr>
          <a:xfrm>
            <a:off x="4688126" y="3834757"/>
            <a:ext cx="6205481" cy="2418226"/>
          </a:xfrm>
          <a:prstGeom prst="rect">
            <a:avLst/>
          </a:prstGeom>
          <a:noFill/>
          <a:ln>
            <a:noFill/>
          </a:ln>
        </p:spPr>
        <p:txBody>
          <a:bodyPr spcFirstLastPara="1" wrap="square" lIns="91425" tIns="45700" rIns="91425" bIns="45700" anchor="t" anchorCtr="0">
            <a:noAutofit/>
          </a:bodyPr>
          <a:lstStyle/>
          <a:p>
            <a:pPr lvl="0" algn="just">
              <a:lnSpc>
                <a:spcPct val="120000"/>
              </a:lnSpc>
            </a:pPr>
            <a:r>
              <a:rPr lang="en-US" dirty="0"/>
              <a:t>KFC (Kentucky Fried Chicken) is a global fast-food chain that is known for its fried chicken. It was founded in 1952 by Colonel Harland Sanders in Louisville, Kentucky, and has since grown to become one of the world's largest restaurant chains.</a:t>
            </a:r>
            <a:endParaRPr sz="1799" dirty="0">
              <a:solidFill>
                <a:srgbClr val="1F3240"/>
              </a:solidFill>
              <a:latin typeface="Arial"/>
              <a:ea typeface="Arial"/>
              <a:cs typeface="Arial"/>
              <a:sym typeface="Arial"/>
            </a:endParaRPr>
          </a:p>
        </p:txBody>
      </p:sp>
      <p:sp>
        <p:nvSpPr>
          <p:cNvPr id="208" name="Google Shape;208;p19"/>
          <p:cNvSpPr/>
          <p:nvPr/>
        </p:nvSpPr>
        <p:spPr>
          <a:xfrm>
            <a:off x="4946754" y="1866476"/>
            <a:ext cx="1578740" cy="1559700"/>
          </a:xfrm>
          <a:prstGeom prst="ellipse">
            <a:avLst/>
          </a:pr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799" dirty="0">
              <a:solidFill>
                <a:schemeClr val="dk1"/>
              </a:solidFill>
              <a:latin typeface="Arial"/>
              <a:ea typeface="Arial"/>
              <a:cs typeface="Arial"/>
              <a:sym typeface="Arial"/>
            </a:endParaRPr>
          </a:p>
        </p:txBody>
      </p:sp>
      <p:sp>
        <p:nvSpPr>
          <p:cNvPr id="209" name="Google Shape;209;p19"/>
          <p:cNvSpPr/>
          <p:nvPr/>
        </p:nvSpPr>
        <p:spPr>
          <a:xfrm>
            <a:off x="7018949" y="1866476"/>
            <a:ext cx="1578740" cy="1559700"/>
          </a:xfrm>
          <a:prstGeom prst="ellipse">
            <a:avLst/>
          </a:pr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799" dirty="0">
              <a:solidFill>
                <a:schemeClr val="dk1"/>
              </a:solidFill>
              <a:latin typeface="Arial"/>
              <a:ea typeface="Arial"/>
              <a:cs typeface="Arial"/>
              <a:sym typeface="Arial"/>
            </a:endParaRPr>
          </a:p>
        </p:txBody>
      </p:sp>
      <p:sp>
        <p:nvSpPr>
          <p:cNvPr id="210" name="Google Shape;210;p19"/>
          <p:cNvSpPr/>
          <p:nvPr/>
        </p:nvSpPr>
        <p:spPr>
          <a:xfrm>
            <a:off x="9089558" y="1866476"/>
            <a:ext cx="1578741" cy="1559700"/>
          </a:xfrm>
          <a:prstGeom prst="ellipse">
            <a:avLst/>
          </a:pr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799" dirty="0">
              <a:solidFill>
                <a:schemeClr val="dk1"/>
              </a:solidFill>
              <a:latin typeface="Arial"/>
              <a:ea typeface="Arial"/>
              <a:cs typeface="Arial"/>
              <a:sym typeface="Arial"/>
            </a:endParaRPr>
          </a:p>
        </p:txBody>
      </p:sp>
      <p:sp>
        <p:nvSpPr>
          <p:cNvPr id="211" name="Google Shape;211;p19"/>
          <p:cNvSpPr txBox="1"/>
          <p:nvPr/>
        </p:nvSpPr>
        <p:spPr>
          <a:xfrm>
            <a:off x="5006110" y="2297750"/>
            <a:ext cx="1535901" cy="92185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b="1" dirty="0">
                <a:solidFill>
                  <a:srgbClr val="F8F8F8"/>
                </a:solidFill>
                <a:latin typeface="Arial"/>
                <a:ea typeface="Arial"/>
                <a:cs typeface="Arial"/>
                <a:sym typeface="Arial"/>
              </a:rPr>
              <a:t>24 000</a:t>
            </a:r>
            <a:endParaRPr sz="3200" b="1" dirty="0">
              <a:solidFill>
                <a:srgbClr val="F8F8F8"/>
              </a:solidFill>
              <a:latin typeface="Arial"/>
              <a:ea typeface="Arial"/>
              <a:cs typeface="Arial"/>
              <a:sym typeface="Arial"/>
            </a:endParaRPr>
          </a:p>
        </p:txBody>
      </p:sp>
      <p:sp>
        <p:nvSpPr>
          <p:cNvPr id="212" name="Google Shape;212;p19"/>
          <p:cNvSpPr txBox="1"/>
          <p:nvPr/>
        </p:nvSpPr>
        <p:spPr>
          <a:xfrm>
            <a:off x="5119087" y="2788301"/>
            <a:ext cx="1244890" cy="6216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399" dirty="0">
                <a:solidFill>
                  <a:srgbClr val="F8F8F8"/>
                </a:solidFill>
                <a:latin typeface="Arial"/>
                <a:ea typeface="Arial"/>
                <a:cs typeface="Arial"/>
                <a:sym typeface="Arial"/>
              </a:rPr>
              <a:t>LOCATIONS</a:t>
            </a:r>
            <a:endParaRPr sz="1399" dirty="0">
              <a:solidFill>
                <a:srgbClr val="F8F8F8"/>
              </a:solidFill>
              <a:latin typeface="Arial"/>
              <a:ea typeface="Arial"/>
              <a:cs typeface="Arial"/>
              <a:sym typeface="Arial"/>
            </a:endParaRPr>
          </a:p>
        </p:txBody>
      </p:sp>
      <p:sp>
        <p:nvSpPr>
          <p:cNvPr id="213" name="Google Shape;213;p19"/>
          <p:cNvSpPr txBox="1"/>
          <p:nvPr/>
        </p:nvSpPr>
        <p:spPr>
          <a:xfrm>
            <a:off x="7018950" y="2056877"/>
            <a:ext cx="1608887" cy="76795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398" b="1" dirty="0">
                <a:solidFill>
                  <a:srgbClr val="F8F8F8"/>
                </a:solidFill>
                <a:latin typeface="Arial"/>
                <a:ea typeface="Arial"/>
                <a:cs typeface="Arial"/>
                <a:sym typeface="Arial"/>
              </a:rPr>
              <a:t>145</a:t>
            </a:r>
            <a:endParaRPr sz="4398" b="1" dirty="0">
              <a:solidFill>
                <a:srgbClr val="F8F8F8"/>
              </a:solidFill>
              <a:latin typeface="Arial"/>
              <a:ea typeface="Arial"/>
              <a:cs typeface="Arial"/>
              <a:sym typeface="Arial"/>
            </a:endParaRPr>
          </a:p>
        </p:txBody>
      </p:sp>
      <p:sp>
        <p:nvSpPr>
          <p:cNvPr id="214" name="Google Shape;214;p19"/>
          <p:cNvSpPr txBox="1"/>
          <p:nvPr/>
        </p:nvSpPr>
        <p:spPr>
          <a:xfrm>
            <a:off x="7107803" y="2759773"/>
            <a:ext cx="1334393" cy="30764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399" dirty="0">
                <a:solidFill>
                  <a:srgbClr val="FFFFFF"/>
                </a:solidFill>
                <a:latin typeface="Arial"/>
                <a:ea typeface="Arial"/>
                <a:cs typeface="Arial"/>
                <a:sym typeface="Arial"/>
              </a:rPr>
              <a:t>COUNTRIES</a:t>
            </a:r>
            <a:endParaRPr sz="1399" dirty="0">
              <a:solidFill>
                <a:srgbClr val="FFFFFF"/>
              </a:solidFill>
              <a:latin typeface="Arial"/>
              <a:ea typeface="Arial"/>
              <a:cs typeface="Arial"/>
              <a:sym typeface="Arial"/>
            </a:endParaRPr>
          </a:p>
        </p:txBody>
      </p:sp>
      <p:pic>
        <p:nvPicPr>
          <p:cNvPr id="218" name="Google Shape;218;p19"/>
          <p:cNvPicPr preferRelativeResize="0"/>
          <p:nvPr/>
        </p:nvPicPr>
        <p:blipFill>
          <a:blip r:embed="rId5">
            <a:extLst>
              <a:ext uri="{28A0092B-C50C-407E-A947-70E740481C1C}">
                <a14:useLocalDpi xmlns:a14="http://schemas.microsoft.com/office/drawing/2010/main" val="0"/>
              </a:ext>
            </a:extLst>
          </a:blip>
          <a:srcRect/>
          <a:stretch/>
        </p:blipFill>
        <p:spPr>
          <a:xfrm>
            <a:off x="1068624" y="3163205"/>
            <a:ext cx="2349864" cy="1559700"/>
          </a:xfrm>
          <a:prstGeom prst="rect">
            <a:avLst/>
          </a:prstGeom>
          <a:blipFill rotWithShape="1">
            <a:blip r:embed="rId6">
              <a:alphaModFix/>
            </a:blip>
            <a:stretch>
              <a:fillRect/>
            </a:stretch>
          </a:blipFill>
          <a:ln w="9525" cap="flat" cmpd="sng">
            <a:solidFill>
              <a:srgbClr val="F5F4F4"/>
            </a:solidFill>
            <a:prstDash val="solid"/>
            <a:round/>
            <a:headEnd type="none" w="sm" len="sm"/>
            <a:tailEnd type="none" w="sm" len="sm"/>
          </a:ln>
        </p:spPr>
      </p:pic>
      <p:sp>
        <p:nvSpPr>
          <p:cNvPr id="219" name="Google Shape;219;p19"/>
          <p:cNvSpPr txBox="1">
            <a:spLocks noGrp="1"/>
          </p:cNvSpPr>
          <p:nvPr>
            <p:ph type="title"/>
          </p:nvPr>
        </p:nvSpPr>
        <p:spPr>
          <a:xfrm>
            <a:off x="1145118" y="316392"/>
            <a:ext cx="10516403" cy="64638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3200"/>
              <a:buFont typeface="Arial"/>
              <a:buNone/>
            </a:pPr>
            <a:r>
              <a:rPr lang="en-US" sz="4000" b="1" dirty="0">
                <a:latin typeface="Arial" panose="020B0604020202020204" pitchFamily="34" charset="0"/>
                <a:cs typeface="Arial" panose="020B0604020202020204" pitchFamily="34" charset="0"/>
              </a:rPr>
              <a:t>INTRODUCTION TO KFC</a:t>
            </a:r>
            <a:endParaRPr sz="4000" b="1"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ED5651BC-A820-F168-701B-2FD7E2ED1A2B}"/>
              </a:ext>
            </a:extLst>
          </p:cNvPr>
          <p:cNvSpPr/>
          <p:nvPr/>
        </p:nvSpPr>
        <p:spPr>
          <a:xfrm>
            <a:off x="-84474" y="6618789"/>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pic>
        <p:nvPicPr>
          <p:cNvPr id="4" name="Picture 3" descr="Graphical user interface&#10;&#10;Description automatically generated with medium confidence">
            <a:extLst>
              <a:ext uri="{FF2B5EF4-FFF2-40B4-BE49-F238E27FC236}">
                <a16:creationId xmlns:a16="http://schemas.microsoft.com/office/drawing/2014/main" id="{2C7D73A5-6B7E-B1A4-0AFC-4CE12A70870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8624" y="4869041"/>
            <a:ext cx="2349864" cy="1147922"/>
          </a:xfrm>
          <a:prstGeom prst="rect">
            <a:avLst/>
          </a:prstGeom>
        </p:spPr>
      </p:pic>
      <p:pic>
        <p:nvPicPr>
          <p:cNvPr id="8" name="Picture 7" descr="A picture containing text, night sky&#10;&#10;Description automatically generated">
            <a:extLst>
              <a:ext uri="{FF2B5EF4-FFF2-40B4-BE49-F238E27FC236}">
                <a16:creationId xmlns:a16="http://schemas.microsoft.com/office/drawing/2014/main" id="{7A9E9B2A-6D1B-C18B-6D88-52E2950DBFD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34121" y="2027849"/>
            <a:ext cx="1289613" cy="12896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fade">
                                      <p:cBhvr>
                                        <p:cTn id="7" dur="50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grpSp>
        <p:nvGrpSpPr>
          <p:cNvPr id="203" name="Google Shape;203;p19"/>
          <p:cNvGrpSpPr/>
          <p:nvPr/>
        </p:nvGrpSpPr>
        <p:grpSpPr>
          <a:xfrm>
            <a:off x="-64258" y="0"/>
            <a:ext cx="1223889" cy="1345548"/>
            <a:chOff x="0" y="0"/>
            <a:chExt cx="6237928" cy="6858000"/>
          </a:xfrm>
        </p:grpSpPr>
        <p:sp>
          <p:nvSpPr>
            <p:cNvPr id="204" name="Google Shape;204;p19"/>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205" name="Google Shape;205;p19"/>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219" name="Google Shape;219;p19"/>
          <p:cNvSpPr txBox="1">
            <a:spLocks noGrp="1"/>
          </p:cNvSpPr>
          <p:nvPr>
            <p:ph type="title"/>
          </p:nvPr>
        </p:nvSpPr>
        <p:spPr>
          <a:xfrm>
            <a:off x="1145118" y="316392"/>
            <a:ext cx="10516403" cy="64638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3200"/>
              <a:buFont typeface="Arial"/>
              <a:buNone/>
            </a:pPr>
            <a:r>
              <a:rPr lang="en-US" sz="4000" b="1" dirty="0">
                <a:latin typeface="Arial" panose="020B0604020202020204" pitchFamily="34" charset="0"/>
                <a:cs typeface="Arial" panose="020B0604020202020204" pitchFamily="34" charset="0"/>
              </a:rPr>
              <a:t>WHAT ARE INFORMATION SYSTEMS?</a:t>
            </a:r>
            <a:endParaRPr sz="4000" b="1"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ED5651BC-A820-F168-701B-2FD7E2ED1A2B}"/>
              </a:ext>
            </a:extLst>
          </p:cNvPr>
          <p:cNvSpPr/>
          <p:nvPr/>
        </p:nvSpPr>
        <p:spPr>
          <a:xfrm>
            <a:off x="-84474" y="6618789"/>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graphicFrame>
        <p:nvGraphicFramePr>
          <p:cNvPr id="3" name="Diagram 2">
            <a:extLst>
              <a:ext uri="{FF2B5EF4-FFF2-40B4-BE49-F238E27FC236}">
                <a16:creationId xmlns:a16="http://schemas.microsoft.com/office/drawing/2014/main" id="{35D6CE40-30FC-29B0-A2DD-4CE39EC90EC3}"/>
              </a:ext>
            </a:extLst>
          </p:cNvPr>
          <p:cNvGraphicFramePr/>
          <p:nvPr>
            <p:extLst>
              <p:ext uri="{D42A27DB-BD31-4B8C-83A1-F6EECF244321}">
                <p14:modId xmlns:p14="http://schemas.microsoft.com/office/powerpoint/2010/main" val="2936766194"/>
              </p:ext>
            </p:extLst>
          </p:nvPr>
        </p:nvGraphicFramePr>
        <p:xfrm>
          <a:off x="282912" y="1135656"/>
          <a:ext cx="6400800" cy="47927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EBC54BB3-C2D9-2832-8CA6-57412E1F236E}"/>
              </a:ext>
            </a:extLst>
          </p:cNvPr>
          <p:cNvSpPr txBox="1"/>
          <p:nvPr/>
        </p:nvSpPr>
        <p:spPr>
          <a:xfrm>
            <a:off x="6104563" y="2151727"/>
            <a:ext cx="5653431" cy="2554545"/>
          </a:xfrm>
          <a:prstGeom prst="rect">
            <a:avLst/>
          </a:prstGeom>
          <a:noFill/>
        </p:spPr>
        <p:txBody>
          <a:bodyPr wrap="square" rtlCol="0">
            <a:spAutoFit/>
          </a:bodyPr>
          <a:lstStyle/>
          <a:p>
            <a:pPr algn="just"/>
            <a:r>
              <a:rPr lang="en-US" sz="2000" dirty="0">
                <a:effectLst/>
                <a:latin typeface="Arial" panose="020B0604020202020204" pitchFamily="34" charset="0"/>
                <a:ea typeface="Calibri" panose="020F0502020204030204" pitchFamily="34" charset="0"/>
                <a:cs typeface="Arial" panose="020B0604020202020204" pitchFamily="34" charset="0"/>
              </a:rPr>
              <a:t>Operational support systems are used to manage day-to-day business activities, such as sales transactions and inventory management, Management support systems are designed to support managerial decision-making and planning activities and knowledge support systems are designed to support the knowledge management activities of the organization</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66297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grpSp>
        <p:nvGrpSpPr>
          <p:cNvPr id="187" name="Google Shape;187;p18"/>
          <p:cNvGrpSpPr/>
          <p:nvPr/>
        </p:nvGrpSpPr>
        <p:grpSpPr>
          <a:xfrm>
            <a:off x="0" y="0"/>
            <a:ext cx="1223889" cy="1345548"/>
            <a:chOff x="0" y="0"/>
            <a:chExt cx="6237928" cy="6858000"/>
          </a:xfrm>
        </p:grpSpPr>
        <p:sp>
          <p:nvSpPr>
            <p:cNvPr id="188" name="Google Shape;188;p18"/>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89" name="Google Shape;189;p18"/>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EF002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190" name="Google Shape;190;p18"/>
          <p:cNvSpPr/>
          <p:nvPr/>
        </p:nvSpPr>
        <p:spPr>
          <a:xfrm>
            <a:off x="975943" y="4610033"/>
            <a:ext cx="1666358" cy="1664147"/>
          </a:xfrm>
          <a:custGeom>
            <a:avLst/>
            <a:gdLst/>
            <a:ahLst/>
            <a:cxnLst/>
            <a:rect l="l" t="t" r="r" b="b"/>
            <a:pathLst>
              <a:path w="638" h="637" extrusionOk="0">
                <a:moveTo>
                  <a:pt x="603" y="352"/>
                </a:moveTo>
                <a:cubicBezTo>
                  <a:pt x="638" y="346"/>
                  <a:pt x="638" y="346"/>
                  <a:pt x="638" y="346"/>
                </a:cubicBezTo>
                <a:cubicBezTo>
                  <a:pt x="638" y="290"/>
                  <a:pt x="638" y="290"/>
                  <a:pt x="638" y="290"/>
                </a:cubicBezTo>
                <a:cubicBezTo>
                  <a:pt x="603" y="284"/>
                  <a:pt x="603" y="284"/>
                  <a:pt x="603" y="284"/>
                </a:cubicBezTo>
                <a:cubicBezTo>
                  <a:pt x="573" y="284"/>
                  <a:pt x="573" y="284"/>
                  <a:pt x="573" y="284"/>
                </a:cubicBezTo>
                <a:cubicBezTo>
                  <a:pt x="570" y="261"/>
                  <a:pt x="564" y="240"/>
                  <a:pt x="556" y="221"/>
                </a:cubicBezTo>
                <a:cubicBezTo>
                  <a:pt x="582" y="205"/>
                  <a:pt x="582" y="205"/>
                  <a:pt x="582" y="205"/>
                </a:cubicBezTo>
                <a:cubicBezTo>
                  <a:pt x="609" y="184"/>
                  <a:pt x="609" y="184"/>
                  <a:pt x="609" y="184"/>
                </a:cubicBezTo>
                <a:cubicBezTo>
                  <a:pt x="580" y="134"/>
                  <a:pt x="580" y="134"/>
                  <a:pt x="580" y="134"/>
                </a:cubicBezTo>
                <a:cubicBezTo>
                  <a:pt x="547" y="146"/>
                  <a:pt x="547" y="146"/>
                  <a:pt x="547" y="146"/>
                </a:cubicBezTo>
                <a:cubicBezTo>
                  <a:pt x="521" y="162"/>
                  <a:pt x="521" y="162"/>
                  <a:pt x="521" y="162"/>
                </a:cubicBezTo>
                <a:cubicBezTo>
                  <a:pt x="509" y="145"/>
                  <a:pt x="493" y="128"/>
                  <a:pt x="476" y="116"/>
                </a:cubicBezTo>
                <a:cubicBezTo>
                  <a:pt x="491" y="90"/>
                  <a:pt x="491" y="90"/>
                  <a:pt x="491" y="90"/>
                </a:cubicBezTo>
                <a:cubicBezTo>
                  <a:pt x="503" y="57"/>
                  <a:pt x="503" y="57"/>
                  <a:pt x="503" y="57"/>
                </a:cubicBezTo>
                <a:cubicBezTo>
                  <a:pt x="453" y="28"/>
                  <a:pt x="453" y="28"/>
                  <a:pt x="453" y="28"/>
                </a:cubicBezTo>
                <a:cubicBezTo>
                  <a:pt x="432" y="56"/>
                  <a:pt x="432" y="56"/>
                  <a:pt x="432" y="56"/>
                </a:cubicBezTo>
                <a:cubicBezTo>
                  <a:pt x="417" y="81"/>
                  <a:pt x="417" y="81"/>
                  <a:pt x="417" y="81"/>
                </a:cubicBezTo>
                <a:cubicBezTo>
                  <a:pt x="397" y="74"/>
                  <a:pt x="376" y="68"/>
                  <a:pt x="353" y="65"/>
                </a:cubicBezTo>
                <a:cubicBezTo>
                  <a:pt x="353" y="34"/>
                  <a:pt x="353" y="34"/>
                  <a:pt x="353" y="34"/>
                </a:cubicBezTo>
                <a:cubicBezTo>
                  <a:pt x="347" y="0"/>
                  <a:pt x="347" y="0"/>
                  <a:pt x="347" y="0"/>
                </a:cubicBezTo>
                <a:cubicBezTo>
                  <a:pt x="291" y="0"/>
                  <a:pt x="291" y="0"/>
                  <a:pt x="291" y="0"/>
                </a:cubicBezTo>
                <a:cubicBezTo>
                  <a:pt x="285" y="34"/>
                  <a:pt x="285" y="34"/>
                  <a:pt x="285" y="34"/>
                </a:cubicBezTo>
                <a:cubicBezTo>
                  <a:pt x="285" y="65"/>
                  <a:pt x="285" y="65"/>
                  <a:pt x="285" y="65"/>
                </a:cubicBezTo>
                <a:cubicBezTo>
                  <a:pt x="262" y="68"/>
                  <a:pt x="243" y="74"/>
                  <a:pt x="221" y="81"/>
                </a:cubicBezTo>
                <a:cubicBezTo>
                  <a:pt x="208" y="56"/>
                  <a:pt x="208" y="56"/>
                  <a:pt x="208" y="56"/>
                </a:cubicBezTo>
                <a:cubicBezTo>
                  <a:pt x="185" y="28"/>
                  <a:pt x="185" y="28"/>
                  <a:pt x="185" y="28"/>
                </a:cubicBezTo>
                <a:cubicBezTo>
                  <a:pt x="135" y="57"/>
                  <a:pt x="135" y="57"/>
                  <a:pt x="135" y="57"/>
                </a:cubicBezTo>
                <a:cubicBezTo>
                  <a:pt x="149" y="90"/>
                  <a:pt x="149" y="90"/>
                  <a:pt x="149" y="90"/>
                </a:cubicBezTo>
                <a:cubicBezTo>
                  <a:pt x="162" y="116"/>
                  <a:pt x="162" y="116"/>
                  <a:pt x="162" y="116"/>
                </a:cubicBezTo>
                <a:cubicBezTo>
                  <a:pt x="146" y="128"/>
                  <a:pt x="131" y="145"/>
                  <a:pt x="117" y="162"/>
                </a:cubicBezTo>
                <a:cubicBezTo>
                  <a:pt x="91" y="146"/>
                  <a:pt x="91" y="146"/>
                  <a:pt x="91" y="146"/>
                </a:cubicBezTo>
                <a:cubicBezTo>
                  <a:pt x="58" y="134"/>
                  <a:pt x="58" y="134"/>
                  <a:pt x="58" y="134"/>
                </a:cubicBezTo>
                <a:cubicBezTo>
                  <a:pt x="29" y="184"/>
                  <a:pt x="29" y="184"/>
                  <a:pt x="29" y="184"/>
                </a:cubicBezTo>
                <a:cubicBezTo>
                  <a:pt x="56" y="205"/>
                  <a:pt x="56" y="205"/>
                  <a:pt x="56" y="205"/>
                </a:cubicBezTo>
                <a:cubicBezTo>
                  <a:pt x="82" y="221"/>
                  <a:pt x="82" y="221"/>
                  <a:pt x="82" y="221"/>
                </a:cubicBezTo>
                <a:cubicBezTo>
                  <a:pt x="75" y="240"/>
                  <a:pt x="69" y="261"/>
                  <a:pt x="66" y="284"/>
                </a:cubicBezTo>
                <a:cubicBezTo>
                  <a:pt x="37" y="284"/>
                  <a:pt x="37" y="284"/>
                  <a:pt x="37" y="284"/>
                </a:cubicBezTo>
                <a:cubicBezTo>
                  <a:pt x="0" y="290"/>
                  <a:pt x="0" y="290"/>
                  <a:pt x="0" y="290"/>
                </a:cubicBezTo>
                <a:cubicBezTo>
                  <a:pt x="0" y="346"/>
                  <a:pt x="0" y="346"/>
                  <a:pt x="0" y="346"/>
                </a:cubicBezTo>
                <a:cubicBezTo>
                  <a:pt x="37" y="352"/>
                  <a:pt x="37" y="352"/>
                  <a:pt x="37" y="352"/>
                </a:cubicBezTo>
                <a:cubicBezTo>
                  <a:pt x="66" y="352"/>
                  <a:pt x="66" y="352"/>
                  <a:pt x="66" y="352"/>
                </a:cubicBezTo>
                <a:cubicBezTo>
                  <a:pt x="69" y="373"/>
                  <a:pt x="75" y="395"/>
                  <a:pt x="82" y="414"/>
                </a:cubicBezTo>
                <a:cubicBezTo>
                  <a:pt x="56" y="429"/>
                  <a:pt x="56" y="429"/>
                  <a:pt x="56" y="429"/>
                </a:cubicBezTo>
                <a:cubicBezTo>
                  <a:pt x="29" y="452"/>
                  <a:pt x="29" y="452"/>
                  <a:pt x="29" y="452"/>
                </a:cubicBezTo>
                <a:cubicBezTo>
                  <a:pt x="58" y="502"/>
                  <a:pt x="58" y="502"/>
                  <a:pt x="58" y="502"/>
                </a:cubicBezTo>
                <a:cubicBezTo>
                  <a:pt x="91" y="488"/>
                  <a:pt x="91" y="488"/>
                  <a:pt x="91" y="488"/>
                </a:cubicBezTo>
                <a:cubicBezTo>
                  <a:pt x="117" y="475"/>
                  <a:pt x="117" y="475"/>
                  <a:pt x="117" y="475"/>
                </a:cubicBezTo>
                <a:cubicBezTo>
                  <a:pt x="131" y="491"/>
                  <a:pt x="146" y="507"/>
                  <a:pt x="162" y="520"/>
                </a:cubicBezTo>
                <a:cubicBezTo>
                  <a:pt x="149" y="546"/>
                  <a:pt x="149" y="546"/>
                  <a:pt x="149" y="546"/>
                </a:cubicBezTo>
                <a:cubicBezTo>
                  <a:pt x="135" y="579"/>
                  <a:pt x="135" y="579"/>
                  <a:pt x="135" y="579"/>
                </a:cubicBezTo>
                <a:cubicBezTo>
                  <a:pt x="185" y="608"/>
                  <a:pt x="185" y="608"/>
                  <a:pt x="185" y="608"/>
                </a:cubicBezTo>
                <a:cubicBezTo>
                  <a:pt x="208" y="581"/>
                  <a:pt x="208" y="581"/>
                  <a:pt x="208" y="581"/>
                </a:cubicBezTo>
                <a:cubicBezTo>
                  <a:pt x="221" y="555"/>
                  <a:pt x="221" y="555"/>
                  <a:pt x="221" y="555"/>
                </a:cubicBezTo>
                <a:cubicBezTo>
                  <a:pt x="243" y="563"/>
                  <a:pt x="262" y="569"/>
                  <a:pt x="285" y="572"/>
                </a:cubicBezTo>
                <a:cubicBezTo>
                  <a:pt x="285" y="600"/>
                  <a:pt x="285" y="600"/>
                  <a:pt x="285" y="600"/>
                </a:cubicBezTo>
                <a:cubicBezTo>
                  <a:pt x="291" y="637"/>
                  <a:pt x="291" y="637"/>
                  <a:pt x="291" y="637"/>
                </a:cubicBezTo>
                <a:cubicBezTo>
                  <a:pt x="347" y="637"/>
                  <a:pt x="347" y="637"/>
                  <a:pt x="347" y="637"/>
                </a:cubicBezTo>
                <a:cubicBezTo>
                  <a:pt x="353" y="600"/>
                  <a:pt x="353" y="600"/>
                  <a:pt x="353" y="600"/>
                </a:cubicBezTo>
                <a:cubicBezTo>
                  <a:pt x="353" y="572"/>
                  <a:pt x="353" y="572"/>
                  <a:pt x="353" y="572"/>
                </a:cubicBezTo>
                <a:cubicBezTo>
                  <a:pt x="376" y="569"/>
                  <a:pt x="397" y="563"/>
                  <a:pt x="417" y="555"/>
                </a:cubicBezTo>
                <a:cubicBezTo>
                  <a:pt x="432" y="581"/>
                  <a:pt x="432" y="581"/>
                  <a:pt x="432" y="581"/>
                </a:cubicBezTo>
                <a:cubicBezTo>
                  <a:pt x="453" y="608"/>
                  <a:pt x="453" y="608"/>
                  <a:pt x="453" y="608"/>
                </a:cubicBezTo>
                <a:cubicBezTo>
                  <a:pt x="503" y="579"/>
                  <a:pt x="503" y="579"/>
                  <a:pt x="503" y="579"/>
                </a:cubicBezTo>
                <a:cubicBezTo>
                  <a:pt x="491" y="546"/>
                  <a:pt x="491" y="546"/>
                  <a:pt x="491" y="546"/>
                </a:cubicBezTo>
                <a:cubicBezTo>
                  <a:pt x="476" y="520"/>
                  <a:pt x="476" y="520"/>
                  <a:pt x="476" y="520"/>
                </a:cubicBezTo>
                <a:cubicBezTo>
                  <a:pt x="493" y="507"/>
                  <a:pt x="509" y="491"/>
                  <a:pt x="521" y="475"/>
                </a:cubicBezTo>
                <a:cubicBezTo>
                  <a:pt x="547" y="488"/>
                  <a:pt x="547" y="488"/>
                  <a:pt x="547" y="488"/>
                </a:cubicBezTo>
                <a:cubicBezTo>
                  <a:pt x="580" y="502"/>
                  <a:pt x="580" y="502"/>
                  <a:pt x="580" y="502"/>
                </a:cubicBezTo>
                <a:cubicBezTo>
                  <a:pt x="609" y="452"/>
                  <a:pt x="609" y="452"/>
                  <a:pt x="609" y="452"/>
                </a:cubicBezTo>
                <a:cubicBezTo>
                  <a:pt x="582" y="429"/>
                  <a:pt x="582" y="429"/>
                  <a:pt x="582" y="429"/>
                </a:cubicBezTo>
                <a:cubicBezTo>
                  <a:pt x="556" y="414"/>
                  <a:pt x="556" y="414"/>
                  <a:pt x="556" y="414"/>
                </a:cubicBezTo>
                <a:cubicBezTo>
                  <a:pt x="564" y="395"/>
                  <a:pt x="570" y="373"/>
                  <a:pt x="573" y="352"/>
                </a:cubicBezTo>
                <a:lnTo>
                  <a:pt x="603" y="352"/>
                </a:lnTo>
                <a:close/>
                <a:moveTo>
                  <a:pt x="319" y="493"/>
                </a:moveTo>
                <a:cubicBezTo>
                  <a:pt x="223" y="493"/>
                  <a:pt x="145" y="414"/>
                  <a:pt x="145" y="318"/>
                </a:cubicBezTo>
                <a:cubicBezTo>
                  <a:pt x="145" y="222"/>
                  <a:pt x="223" y="144"/>
                  <a:pt x="319" y="144"/>
                </a:cubicBezTo>
                <a:cubicBezTo>
                  <a:pt x="415" y="144"/>
                  <a:pt x="493" y="222"/>
                  <a:pt x="493" y="318"/>
                </a:cubicBezTo>
                <a:cubicBezTo>
                  <a:pt x="493" y="414"/>
                  <a:pt x="415" y="493"/>
                  <a:pt x="319" y="493"/>
                </a:cubicBez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1" name="Google Shape;191;p18"/>
          <p:cNvSpPr/>
          <p:nvPr/>
        </p:nvSpPr>
        <p:spPr>
          <a:xfrm>
            <a:off x="2414517" y="3808367"/>
            <a:ext cx="2089859" cy="2086542"/>
          </a:xfrm>
          <a:custGeom>
            <a:avLst/>
            <a:gdLst/>
            <a:ahLst/>
            <a:cxnLst/>
            <a:rect l="l" t="t" r="r" b="b"/>
            <a:pathLst>
              <a:path w="800" h="799" extrusionOk="0">
                <a:moveTo>
                  <a:pt x="766" y="435"/>
                </a:moveTo>
                <a:cubicBezTo>
                  <a:pt x="800" y="428"/>
                  <a:pt x="800" y="428"/>
                  <a:pt x="800" y="428"/>
                </a:cubicBezTo>
                <a:cubicBezTo>
                  <a:pt x="800" y="371"/>
                  <a:pt x="800" y="371"/>
                  <a:pt x="800" y="371"/>
                </a:cubicBezTo>
                <a:cubicBezTo>
                  <a:pt x="766" y="365"/>
                  <a:pt x="766" y="365"/>
                  <a:pt x="766" y="365"/>
                </a:cubicBezTo>
                <a:cubicBezTo>
                  <a:pt x="737" y="365"/>
                  <a:pt x="737" y="365"/>
                  <a:pt x="737" y="365"/>
                </a:cubicBezTo>
                <a:cubicBezTo>
                  <a:pt x="735" y="344"/>
                  <a:pt x="731" y="322"/>
                  <a:pt x="725" y="303"/>
                </a:cubicBezTo>
                <a:cubicBezTo>
                  <a:pt x="751" y="292"/>
                  <a:pt x="751" y="292"/>
                  <a:pt x="751" y="292"/>
                </a:cubicBezTo>
                <a:cubicBezTo>
                  <a:pt x="781" y="273"/>
                  <a:pt x="781" y="273"/>
                  <a:pt x="781" y="273"/>
                </a:cubicBezTo>
                <a:cubicBezTo>
                  <a:pt x="760" y="220"/>
                  <a:pt x="760" y="220"/>
                  <a:pt x="760" y="220"/>
                </a:cubicBezTo>
                <a:cubicBezTo>
                  <a:pt x="725" y="229"/>
                  <a:pt x="725" y="229"/>
                  <a:pt x="725" y="229"/>
                </a:cubicBezTo>
                <a:cubicBezTo>
                  <a:pt x="699" y="239"/>
                  <a:pt x="699" y="239"/>
                  <a:pt x="699" y="239"/>
                </a:cubicBezTo>
                <a:cubicBezTo>
                  <a:pt x="689" y="220"/>
                  <a:pt x="676" y="203"/>
                  <a:pt x="663" y="186"/>
                </a:cubicBezTo>
                <a:cubicBezTo>
                  <a:pt x="684" y="165"/>
                  <a:pt x="684" y="165"/>
                  <a:pt x="684" y="165"/>
                </a:cubicBezTo>
                <a:cubicBezTo>
                  <a:pt x="704" y="136"/>
                  <a:pt x="704" y="136"/>
                  <a:pt x="704" y="136"/>
                </a:cubicBezTo>
                <a:cubicBezTo>
                  <a:pt x="664" y="97"/>
                  <a:pt x="664" y="97"/>
                  <a:pt x="664" y="97"/>
                </a:cubicBezTo>
                <a:cubicBezTo>
                  <a:pt x="636" y="117"/>
                  <a:pt x="636" y="117"/>
                  <a:pt x="636" y="117"/>
                </a:cubicBezTo>
                <a:cubicBezTo>
                  <a:pt x="614" y="138"/>
                  <a:pt x="614" y="138"/>
                  <a:pt x="614" y="138"/>
                </a:cubicBezTo>
                <a:cubicBezTo>
                  <a:pt x="598" y="124"/>
                  <a:pt x="580" y="112"/>
                  <a:pt x="561" y="102"/>
                </a:cubicBezTo>
                <a:cubicBezTo>
                  <a:pt x="572" y="76"/>
                  <a:pt x="572" y="76"/>
                  <a:pt x="572" y="76"/>
                </a:cubicBezTo>
                <a:cubicBezTo>
                  <a:pt x="580" y="41"/>
                  <a:pt x="580" y="41"/>
                  <a:pt x="580" y="41"/>
                </a:cubicBezTo>
                <a:cubicBezTo>
                  <a:pt x="528" y="20"/>
                  <a:pt x="528" y="20"/>
                  <a:pt x="528" y="20"/>
                </a:cubicBezTo>
                <a:cubicBezTo>
                  <a:pt x="509" y="49"/>
                  <a:pt x="509" y="49"/>
                  <a:pt x="509" y="49"/>
                </a:cubicBezTo>
                <a:cubicBezTo>
                  <a:pt x="498" y="76"/>
                  <a:pt x="498" y="76"/>
                  <a:pt x="498" y="76"/>
                </a:cubicBezTo>
                <a:cubicBezTo>
                  <a:pt x="478" y="70"/>
                  <a:pt x="457" y="65"/>
                  <a:pt x="436" y="64"/>
                </a:cubicBezTo>
                <a:cubicBezTo>
                  <a:pt x="436" y="35"/>
                  <a:pt x="436" y="35"/>
                  <a:pt x="436" y="35"/>
                </a:cubicBezTo>
                <a:cubicBezTo>
                  <a:pt x="430" y="0"/>
                  <a:pt x="430" y="0"/>
                  <a:pt x="430" y="0"/>
                </a:cubicBezTo>
                <a:cubicBezTo>
                  <a:pt x="372" y="0"/>
                  <a:pt x="372" y="0"/>
                  <a:pt x="372" y="0"/>
                </a:cubicBezTo>
                <a:cubicBezTo>
                  <a:pt x="366" y="35"/>
                  <a:pt x="366" y="35"/>
                  <a:pt x="366" y="35"/>
                </a:cubicBezTo>
                <a:cubicBezTo>
                  <a:pt x="366" y="64"/>
                  <a:pt x="366" y="64"/>
                  <a:pt x="366" y="64"/>
                </a:cubicBezTo>
                <a:cubicBezTo>
                  <a:pt x="345" y="65"/>
                  <a:pt x="324" y="70"/>
                  <a:pt x="304" y="76"/>
                </a:cubicBezTo>
                <a:cubicBezTo>
                  <a:pt x="292" y="49"/>
                  <a:pt x="292" y="49"/>
                  <a:pt x="292" y="49"/>
                </a:cubicBezTo>
                <a:cubicBezTo>
                  <a:pt x="274" y="20"/>
                  <a:pt x="274" y="20"/>
                  <a:pt x="274" y="20"/>
                </a:cubicBezTo>
                <a:cubicBezTo>
                  <a:pt x="221" y="41"/>
                  <a:pt x="221" y="41"/>
                  <a:pt x="221" y="41"/>
                </a:cubicBezTo>
                <a:cubicBezTo>
                  <a:pt x="230" y="76"/>
                  <a:pt x="230" y="76"/>
                  <a:pt x="230" y="76"/>
                </a:cubicBezTo>
                <a:cubicBezTo>
                  <a:pt x="241" y="102"/>
                  <a:pt x="241" y="102"/>
                  <a:pt x="241" y="102"/>
                </a:cubicBezTo>
                <a:cubicBezTo>
                  <a:pt x="221" y="112"/>
                  <a:pt x="204" y="124"/>
                  <a:pt x="188" y="138"/>
                </a:cubicBezTo>
                <a:cubicBezTo>
                  <a:pt x="167" y="117"/>
                  <a:pt x="167" y="117"/>
                  <a:pt x="167" y="117"/>
                </a:cubicBezTo>
                <a:cubicBezTo>
                  <a:pt x="138" y="97"/>
                  <a:pt x="138" y="97"/>
                  <a:pt x="138" y="97"/>
                </a:cubicBezTo>
                <a:cubicBezTo>
                  <a:pt x="99" y="136"/>
                  <a:pt x="99" y="136"/>
                  <a:pt x="99" y="136"/>
                </a:cubicBezTo>
                <a:cubicBezTo>
                  <a:pt x="118" y="165"/>
                  <a:pt x="118" y="165"/>
                  <a:pt x="118" y="165"/>
                </a:cubicBezTo>
                <a:cubicBezTo>
                  <a:pt x="139" y="186"/>
                  <a:pt x="139" y="186"/>
                  <a:pt x="139" y="186"/>
                </a:cubicBezTo>
                <a:cubicBezTo>
                  <a:pt x="126" y="203"/>
                  <a:pt x="114" y="220"/>
                  <a:pt x="103" y="239"/>
                </a:cubicBezTo>
                <a:cubicBezTo>
                  <a:pt x="77" y="229"/>
                  <a:pt x="77" y="229"/>
                  <a:pt x="77" y="229"/>
                </a:cubicBezTo>
                <a:cubicBezTo>
                  <a:pt x="43" y="220"/>
                  <a:pt x="43" y="220"/>
                  <a:pt x="43" y="220"/>
                </a:cubicBezTo>
                <a:cubicBezTo>
                  <a:pt x="20" y="273"/>
                  <a:pt x="20" y="273"/>
                  <a:pt x="20" y="273"/>
                </a:cubicBezTo>
                <a:cubicBezTo>
                  <a:pt x="50" y="292"/>
                  <a:pt x="50" y="292"/>
                  <a:pt x="50" y="292"/>
                </a:cubicBezTo>
                <a:cubicBezTo>
                  <a:pt x="77" y="303"/>
                  <a:pt x="77" y="303"/>
                  <a:pt x="77" y="303"/>
                </a:cubicBezTo>
                <a:cubicBezTo>
                  <a:pt x="71" y="322"/>
                  <a:pt x="67" y="344"/>
                  <a:pt x="64" y="365"/>
                </a:cubicBezTo>
                <a:cubicBezTo>
                  <a:pt x="37" y="365"/>
                  <a:pt x="37" y="365"/>
                  <a:pt x="37" y="365"/>
                </a:cubicBezTo>
                <a:cubicBezTo>
                  <a:pt x="0" y="371"/>
                  <a:pt x="0" y="371"/>
                  <a:pt x="0" y="371"/>
                </a:cubicBezTo>
                <a:cubicBezTo>
                  <a:pt x="0" y="428"/>
                  <a:pt x="0" y="428"/>
                  <a:pt x="0" y="428"/>
                </a:cubicBezTo>
                <a:cubicBezTo>
                  <a:pt x="37" y="435"/>
                  <a:pt x="37" y="435"/>
                  <a:pt x="37" y="435"/>
                </a:cubicBezTo>
                <a:cubicBezTo>
                  <a:pt x="64" y="435"/>
                  <a:pt x="64" y="435"/>
                  <a:pt x="64" y="435"/>
                </a:cubicBezTo>
                <a:cubicBezTo>
                  <a:pt x="67" y="456"/>
                  <a:pt x="71" y="477"/>
                  <a:pt x="77" y="497"/>
                </a:cubicBezTo>
                <a:cubicBezTo>
                  <a:pt x="50" y="507"/>
                  <a:pt x="50" y="507"/>
                  <a:pt x="50" y="507"/>
                </a:cubicBezTo>
                <a:cubicBezTo>
                  <a:pt x="20" y="527"/>
                  <a:pt x="20" y="527"/>
                  <a:pt x="20" y="527"/>
                </a:cubicBezTo>
                <a:cubicBezTo>
                  <a:pt x="43" y="580"/>
                  <a:pt x="43" y="580"/>
                  <a:pt x="43" y="580"/>
                </a:cubicBezTo>
                <a:cubicBezTo>
                  <a:pt x="77" y="571"/>
                  <a:pt x="77" y="571"/>
                  <a:pt x="77" y="571"/>
                </a:cubicBezTo>
                <a:cubicBezTo>
                  <a:pt x="103" y="560"/>
                  <a:pt x="103" y="560"/>
                  <a:pt x="103" y="560"/>
                </a:cubicBezTo>
                <a:cubicBezTo>
                  <a:pt x="114" y="580"/>
                  <a:pt x="126" y="596"/>
                  <a:pt x="139" y="613"/>
                </a:cubicBezTo>
                <a:cubicBezTo>
                  <a:pt x="118" y="634"/>
                  <a:pt x="118" y="634"/>
                  <a:pt x="118" y="634"/>
                </a:cubicBezTo>
                <a:cubicBezTo>
                  <a:pt x="99" y="663"/>
                  <a:pt x="99" y="663"/>
                  <a:pt x="99" y="663"/>
                </a:cubicBezTo>
                <a:cubicBezTo>
                  <a:pt x="138" y="702"/>
                  <a:pt x="138" y="702"/>
                  <a:pt x="138" y="702"/>
                </a:cubicBezTo>
                <a:cubicBezTo>
                  <a:pt x="167" y="683"/>
                  <a:pt x="167" y="683"/>
                  <a:pt x="167" y="683"/>
                </a:cubicBezTo>
                <a:cubicBezTo>
                  <a:pt x="188" y="662"/>
                  <a:pt x="188" y="662"/>
                  <a:pt x="188" y="662"/>
                </a:cubicBezTo>
                <a:cubicBezTo>
                  <a:pt x="204" y="675"/>
                  <a:pt x="221" y="687"/>
                  <a:pt x="241" y="698"/>
                </a:cubicBezTo>
                <a:cubicBezTo>
                  <a:pt x="230" y="724"/>
                  <a:pt x="230" y="724"/>
                  <a:pt x="230" y="724"/>
                </a:cubicBezTo>
                <a:cubicBezTo>
                  <a:pt x="221" y="758"/>
                  <a:pt x="221" y="758"/>
                  <a:pt x="221" y="758"/>
                </a:cubicBezTo>
                <a:cubicBezTo>
                  <a:pt x="274" y="781"/>
                  <a:pt x="274" y="781"/>
                  <a:pt x="274" y="781"/>
                </a:cubicBezTo>
                <a:cubicBezTo>
                  <a:pt x="292" y="751"/>
                  <a:pt x="292" y="751"/>
                  <a:pt x="292" y="751"/>
                </a:cubicBezTo>
                <a:cubicBezTo>
                  <a:pt x="304" y="724"/>
                  <a:pt x="304" y="724"/>
                  <a:pt x="304" y="724"/>
                </a:cubicBezTo>
                <a:cubicBezTo>
                  <a:pt x="324" y="730"/>
                  <a:pt x="345" y="734"/>
                  <a:pt x="366" y="736"/>
                </a:cubicBezTo>
                <a:cubicBezTo>
                  <a:pt x="366" y="764"/>
                  <a:pt x="366" y="764"/>
                  <a:pt x="366" y="764"/>
                </a:cubicBezTo>
                <a:cubicBezTo>
                  <a:pt x="372" y="799"/>
                  <a:pt x="372" y="799"/>
                  <a:pt x="372" y="799"/>
                </a:cubicBezTo>
                <a:cubicBezTo>
                  <a:pt x="430" y="799"/>
                  <a:pt x="430" y="799"/>
                  <a:pt x="430" y="799"/>
                </a:cubicBezTo>
                <a:cubicBezTo>
                  <a:pt x="436" y="764"/>
                  <a:pt x="436" y="764"/>
                  <a:pt x="436" y="764"/>
                </a:cubicBezTo>
                <a:cubicBezTo>
                  <a:pt x="436" y="736"/>
                  <a:pt x="436" y="736"/>
                  <a:pt x="436" y="736"/>
                </a:cubicBezTo>
                <a:cubicBezTo>
                  <a:pt x="457" y="734"/>
                  <a:pt x="478" y="730"/>
                  <a:pt x="498" y="724"/>
                </a:cubicBezTo>
                <a:cubicBezTo>
                  <a:pt x="509" y="751"/>
                  <a:pt x="509" y="751"/>
                  <a:pt x="509" y="751"/>
                </a:cubicBezTo>
                <a:cubicBezTo>
                  <a:pt x="528" y="781"/>
                  <a:pt x="528" y="781"/>
                  <a:pt x="528" y="781"/>
                </a:cubicBezTo>
                <a:cubicBezTo>
                  <a:pt x="580" y="758"/>
                  <a:pt x="580" y="758"/>
                  <a:pt x="580" y="758"/>
                </a:cubicBezTo>
                <a:cubicBezTo>
                  <a:pt x="572" y="724"/>
                  <a:pt x="572" y="724"/>
                  <a:pt x="572" y="724"/>
                </a:cubicBezTo>
                <a:cubicBezTo>
                  <a:pt x="561" y="698"/>
                  <a:pt x="561" y="698"/>
                  <a:pt x="561" y="698"/>
                </a:cubicBezTo>
                <a:cubicBezTo>
                  <a:pt x="580" y="687"/>
                  <a:pt x="598" y="675"/>
                  <a:pt x="614" y="662"/>
                </a:cubicBezTo>
                <a:cubicBezTo>
                  <a:pt x="636" y="683"/>
                  <a:pt x="636" y="683"/>
                  <a:pt x="636" y="683"/>
                </a:cubicBezTo>
                <a:cubicBezTo>
                  <a:pt x="664" y="702"/>
                  <a:pt x="664" y="702"/>
                  <a:pt x="664" y="702"/>
                </a:cubicBezTo>
                <a:cubicBezTo>
                  <a:pt x="704" y="663"/>
                  <a:pt x="704" y="663"/>
                  <a:pt x="704" y="663"/>
                </a:cubicBezTo>
                <a:cubicBezTo>
                  <a:pt x="684" y="634"/>
                  <a:pt x="684" y="634"/>
                  <a:pt x="684" y="634"/>
                </a:cubicBezTo>
                <a:cubicBezTo>
                  <a:pt x="663" y="613"/>
                  <a:pt x="663" y="613"/>
                  <a:pt x="663" y="613"/>
                </a:cubicBezTo>
                <a:cubicBezTo>
                  <a:pt x="676" y="596"/>
                  <a:pt x="689" y="580"/>
                  <a:pt x="699" y="560"/>
                </a:cubicBezTo>
                <a:cubicBezTo>
                  <a:pt x="725" y="571"/>
                  <a:pt x="725" y="571"/>
                  <a:pt x="725" y="571"/>
                </a:cubicBezTo>
                <a:cubicBezTo>
                  <a:pt x="760" y="580"/>
                  <a:pt x="760" y="580"/>
                  <a:pt x="760" y="580"/>
                </a:cubicBezTo>
                <a:cubicBezTo>
                  <a:pt x="781" y="527"/>
                  <a:pt x="781" y="527"/>
                  <a:pt x="781" y="527"/>
                </a:cubicBezTo>
                <a:cubicBezTo>
                  <a:pt x="751" y="507"/>
                  <a:pt x="751" y="507"/>
                  <a:pt x="751" y="507"/>
                </a:cubicBezTo>
                <a:cubicBezTo>
                  <a:pt x="725" y="497"/>
                  <a:pt x="725" y="497"/>
                  <a:pt x="725" y="497"/>
                </a:cubicBezTo>
                <a:cubicBezTo>
                  <a:pt x="731" y="477"/>
                  <a:pt x="735" y="456"/>
                  <a:pt x="737" y="435"/>
                </a:cubicBezTo>
                <a:lnTo>
                  <a:pt x="766" y="435"/>
                </a:lnTo>
                <a:close/>
                <a:moveTo>
                  <a:pt x="400" y="650"/>
                </a:moveTo>
                <a:cubicBezTo>
                  <a:pt x="262" y="650"/>
                  <a:pt x="150" y="538"/>
                  <a:pt x="150" y="400"/>
                </a:cubicBezTo>
                <a:cubicBezTo>
                  <a:pt x="150" y="261"/>
                  <a:pt x="262" y="149"/>
                  <a:pt x="400" y="149"/>
                </a:cubicBezTo>
                <a:cubicBezTo>
                  <a:pt x="539" y="149"/>
                  <a:pt x="651" y="261"/>
                  <a:pt x="651" y="400"/>
                </a:cubicBezTo>
                <a:cubicBezTo>
                  <a:pt x="651" y="538"/>
                  <a:pt x="539" y="650"/>
                  <a:pt x="400" y="650"/>
                </a:cubicBez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2" name="Google Shape;192;p18"/>
          <p:cNvSpPr/>
          <p:nvPr/>
        </p:nvSpPr>
        <p:spPr>
          <a:xfrm>
            <a:off x="4198085" y="3419145"/>
            <a:ext cx="1368913" cy="1392134"/>
          </a:xfrm>
          <a:custGeom>
            <a:avLst/>
            <a:gdLst/>
            <a:ahLst/>
            <a:cxnLst/>
            <a:rect l="l" t="t" r="r" b="b"/>
            <a:pathLst>
              <a:path w="524" h="533" extrusionOk="0">
                <a:moveTo>
                  <a:pt x="466" y="295"/>
                </a:moveTo>
                <a:cubicBezTo>
                  <a:pt x="467" y="286"/>
                  <a:pt x="467" y="276"/>
                  <a:pt x="467" y="267"/>
                </a:cubicBezTo>
                <a:cubicBezTo>
                  <a:pt x="467" y="256"/>
                  <a:pt x="467" y="245"/>
                  <a:pt x="466" y="236"/>
                </a:cubicBezTo>
                <a:cubicBezTo>
                  <a:pt x="493" y="227"/>
                  <a:pt x="493" y="227"/>
                  <a:pt x="493" y="227"/>
                </a:cubicBezTo>
                <a:cubicBezTo>
                  <a:pt x="524" y="211"/>
                  <a:pt x="524" y="211"/>
                  <a:pt x="524" y="211"/>
                </a:cubicBezTo>
                <a:cubicBezTo>
                  <a:pt x="506" y="156"/>
                  <a:pt x="506" y="156"/>
                  <a:pt x="506" y="156"/>
                </a:cubicBezTo>
                <a:cubicBezTo>
                  <a:pt x="472" y="162"/>
                  <a:pt x="472" y="162"/>
                  <a:pt x="472" y="162"/>
                </a:cubicBezTo>
                <a:cubicBezTo>
                  <a:pt x="444" y="171"/>
                  <a:pt x="444" y="171"/>
                  <a:pt x="444" y="171"/>
                </a:cubicBezTo>
                <a:cubicBezTo>
                  <a:pt x="435" y="153"/>
                  <a:pt x="423" y="136"/>
                  <a:pt x="410" y="123"/>
                </a:cubicBezTo>
                <a:cubicBezTo>
                  <a:pt x="426" y="99"/>
                  <a:pt x="426" y="99"/>
                  <a:pt x="426" y="99"/>
                </a:cubicBezTo>
                <a:cubicBezTo>
                  <a:pt x="441" y="67"/>
                  <a:pt x="441" y="67"/>
                  <a:pt x="441" y="67"/>
                </a:cubicBezTo>
                <a:cubicBezTo>
                  <a:pt x="396" y="33"/>
                  <a:pt x="396" y="33"/>
                  <a:pt x="396" y="33"/>
                </a:cubicBezTo>
                <a:cubicBezTo>
                  <a:pt x="370" y="59"/>
                  <a:pt x="370" y="59"/>
                  <a:pt x="370" y="59"/>
                </a:cubicBezTo>
                <a:cubicBezTo>
                  <a:pt x="354" y="82"/>
                  <a:pt x="354" y="82"/>
                  <a:pt x="354" y="82"/>
                </a:cubicBezTo>
                <a:cubicBezTo>
                  <a:pt x="335" y="73"/>
                  <a:pt x="317" y="67"/>
                  <a:pt x="296" y="64"/>
                </a:cubicBezTo>
                <a:cubicBezTo>
                  <a:pt x="296" y="35"/>
                  <a:pt x="296" y="35"/>
                  <a:pt x="296" y="35"/>
                </a:cubicBezTo>
                <a:cubicBezTo>
                  <a:pt x="290" y="0"/>
                  <a:pt x="290" y="0"/>
                  <a:pt x="290" y="0"/>
                </a:cubicBezTo>
                <a:cubicBezTo>
                  <a:pt x="234" y="0"/>
                  <a:pt x="234" y="0"/>
                  <a:pt x="234" y="0"/>
                </a:cubicBezTo>
                <a:cubicBezTo>
                  <a:pt x="228" y="35"/>
                  <a:pt x="228" y="35"/>
                  <a:pt x="228" y="35"/>
                </a:cubicBezTo>
                <a:cubicBezTo>
                  <a:pt x="228" y="64"/>
                  <a:pt x="228" y="64"/>
                  <a:pt x="228" y="64"/>
                </a:cubicBezTo>
                <a:cubicBezTo>
                  <a:pt x="208" y="67"/>
                  <a:pt x="189" y="73"/>
                  <a:pt x="171" y="82"/>
                </a:cubicBezTo>
                <a:cubicBezTo>
                  <a:pt x="154" y="59"/>
                  <a:pt x="154" y="59"/>
                  <a:pt x="154" y="59"/>
                </a:cubicBezTo>
                <a:cubicBezTo>
                  <a:pt x="128" y="33"/>
                  <a:pt x="128" y="33"/>
                  <a:pt x="128" y="33"/>
                </a:cubicBezTo>
                <a:cubicBezTo>
                  <a:pt x="83" y="67"/>
                  <a:pt x="83" y="67"/>
                  <a:pt x="83" y="67"/>
                </a:cubicBezTo>
                <a:cubicBezTo>
                  <a:pt x="98" y="99"/>
                  <a:pt x="98" y="99"/>
                  <a:pt x="98" y="99"/>
                </a:cubicBezTo>
                <a:cubicBezTo>
                  <a:pt x="116" y="123"/>
                  <a:pt x="116" y="123"/>
                  <a:pt x="116" y="123"/>
                </a:cubicBezTo>
                <a:cubicBezTo>
                  <a:pt x="101" y="136"/>
                  <a:pt x="91" y="153"/>
                  <a:pt x="80" y="171"/>
                </a:cubicBezTo>
                <a:cubicBezTo>
                  <a:pt x="53" y="162"/>
                  <a:pt x="53" y="162"/>
                  <a:pt x="53" y="162"/>
                </a:cubicBezTo>
                <a:cubicBezTo>
                  <a:pt x="18" y="156"/>
                  <a:pt x="18" y="156"/>
                  <a:pt x="18" y="156"/>
                </a:cubicBezTo>
                <a:cubicBezTo>
                  <a:pt x="0" y="211"/>
                  <a:pt x="0" y="211"/>
                  <a:pt x="0" y="211"/>
                </a:cubicBezTo>
                <a:cubicBezTo>
                  <a:pt x="32" y="227"/>
                  <a:pt x="32" y="227"/>
                  <a:pt x="32" y="227"/>
                </a:cubicBezTo>
                <a:cubicBezTo>
                  <a:pt x="59" y="236"/>
                  <a:pt x="59" y="236"/>
                  <a:pt x="59" y="236"/>
                </a:cubicBezTo>
                <a:cubicBezTo>
                  <a:pt x="57" y="245"/>
                  <a:pt x="57" y="256"/>
                  <a:pt x="57" y="267"/>
                </a:cubicBezTo>
                <a:cubicBezTo>
                  <a:pt x="57" y="276"/>
                  <a:pt x="57" y="286"/>
                  <a:pt x="59" y="295"/>
                </a:cubicBezTo>
                <a:cubicBezTo>
                  <a:pt x="32" y="304"/>
                  <a:pt x="32" y="304"/>
                  <a:pt x="32" y="304"/>
                </a:cubicBezTo>
                <a:cubicBezTo>
                  <a:pt x="0" y="321"/>
                  <a:pt x="0" y="321"/>
                  <a:pt x="0" y="321"/>
                </a:cubicBezTo>
                <a:cubicBezTo>
                  <a:pt x="18" y="376"/>
                  <a:pt x="18" y="376"/>
                  <a:pt x="18" y="376"/>
                </a:cubicBezTo>
                <a:cubicBezTo>
                  <a:pt x="53" y="369"/>
                  <a:pt x="53" y="369"/>
                  <a:pt x="53" y="369"/>
                </a:cubicBezTo>
                <a:cubicBezTo>
                  <a:pt x="80" y="362"/>
                  <a:pt x="80" y="362"/>
                  <a:pt x="80" y="362"/>
                </a:cubicBezTo>
                <a:cubicBezTo>
                  <a:pt x="91" y="379"/>
                  <a:pt x="101" y="395"/>
                  <a:pt x="116" y="410"/>
                </a:cubicBezTo>
                <a:cubicBezTo>
                  <a:pt x="98" y="433"/>
                  <a:pt x="98" y="433"/>
                  <a:pt x="98" y="433"/>
                </a:cubicBezTo>
                <a:cubicBezTo>
                  <a:pt x="83" y="465"/>
                  <a:pt x="83" y="465"/>
                  <a:pt x="83" y="465"/>
                </a:cubicBezTo>
                <a:cubicBezTo>
                  <a:pt x="128" y="498"/>
                  <a:pt x="128" y="498"/>
                  <a:pt x="128" y="498"/>
                </a:cubicBezTo>
                <a:cubicBezTo>
                  <a:pt x="154" y="474"/>
                  <a:pt x="154" y="474"/>
                  <a:pt x="154" y="474"/>
                </a:cubicBezTo>
                <a:cubicBezTo>
                  <a:pt x="171" y="450"/>
                  <a:pt x="171" y="450"/>
                  <a:pt x="171" y="450"/>
                </a:cubicBezTo>
                <a:cubicBezTo>
                  <a:pt x="189" y="459"/>
                  <a:pt x="208" y="465"/>
                  <a:pt x="228" y="468"/>
                </a:cubicBezTo>
                <a:cubicBezTo>
                  <a:pt x="228" y="498"/>
                  <a:pt x="228" y="498"/>
                  <a:pt x="228" y="498"/>
                </a:cubicBezTo>
                <a:cubicBezTo>
                  <a:pt x="234" y="533"/>
                  <a:pt x="234" y="533"/>
                  <a:pt x="234" y="533"/>
                </a:cubicBezTo>
                <a:cubicBezTo>
                  <a:pt x="290" y="533"/>
                  <a:pt x="290" y="533"/>
                  <a:pt x="290" y="533"/>
                </a:cubicBezTo>
                <a:cubicBezTo>
                  <a:pt x="296" y="498"/>
                  <a:pt x="296" y="498"/>
                  <a:pt x="296" y="498"/>
                </a:cubicBezTo>
                <a:cubicBezTo>
                  <a:pt x="296" y="468"/>
                  <a:pt x="296" y="468"/>
                  <a:pt x="296" y="468"/>
                </a:cubicBezTo>
                <a:cubicBezTo>
                  <a:pt x="317" y="465"/>
                  <a:pt x="335" y="459"/>
                  <a:pt x="354" y="450"/>
                </a:cubicBezTo>
                <a:cubicBezTo>
                  <a:pt x="370" y="474"/>
                  <a:pt x="370" y="474"/>
                  <a:pt x="370" y="474"/>
                </a:cubicBezTo>
                <a:cubicBezTo>
                  <a:pt x="396" y="498"/>
                  <a:pt x="396" y="498"/>
                  <a:pt x="396" y="498"/>
                </a:cubicBezTo>
                <a:cubicBezTo>
                  <a:pt x="441" y="465"/>
                  <a:pt x="441" y="465"/>
                  <a:pt x="441" y="465"/>
                </a:cubicBezTo>
                <a:cubicBezTo>
                  <a:pt x="426" y="433"/>
                  <a:pt x="426" y="433"/>
                  <a:pt x="426" y="433"/>
                </a:cubicBezTo>
                <a:cubicBezTo>
                  <a:pt x="410" y="410"/>
                  <a:pt x="410" y="410"/>
                  <a:pt x="410" y="410"/>
                </a:cubicBezTo>
                <a:cubicBezTo>
                  <a:pt x="423" y="395"/>
                  <a:pt x="435" y="379"/>
                  <a:pt x="444" y="362"/>
                </a:cubicBezTo>
                <a:cubicBezTo>
                  <a:pt x="472" y="369"/>
                  <a:pt x="472" y="369"/>
                  <a:pt x="472" y="369"/>
                </a:cubicBezTo>
                <a:cubicBezTo>
                  <a:pt x="506" y="376"/>
                  <a:pt x="506" y="376"/>
                  <a:pt x="506" y="376"/>
                </a:cubicBezTo>
                <a:cubicBezTo>
                  <a:pt x="524" y="321"/>
                  <a:pt x="524" y="321"/>
                  <a:pt x="524" y="321"/>
                </a:cubicBezTo>
                <a:cubicBezTo>
                  <a:pt x="493" y="304"/>
                  <a:pt x="493" y="304"/>
                  <a:pt x="493" y="304"/>
                </a:cubicBezTo>
                <a:lnTo>
                  <a:pt x="466" y="295"/>
                </a:lnTo>
                <a:close/>
                <a:moveTo>
                  <a:pt x="262" y="417"/>
                </a:moveTo>
                <a:cubicBezTo>
                  <a:pt x="179" y="417"/>
                  <a:pt x="112" y="350"/>
                  <a:pt x="112" y="267"/>
                </a:cubicBezTo>
                <a:cubicBezTo>
                  <a:pt x="112" y="183"/>
                  <a:pt x="179" y="116"/>
                  <a:pt x="262" y="116"/>
                </a:cubicBezTo>
                <a:cubicBezTo>
                  <a:pt x="345" y="116"/>
                  <a:pt x="412" y="183"/>
                  <a:pt x="412" y="267"/>
                </a:cubicBezTo>
                <a:cubicBezTo>
                  <a:pt x="412" y="350"/>
                  <a:pt x="345" y="417"/>
                  <a:pt x="262" y="417"/>
                </a:cubicBez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3" name="Google Shape;193;p18"/>
          <p:cNvSpPr/>
          <p:nvPr/>
        </p:nvSpPr>
        <p:spPr>
          <a:xfrm>
            <a:off x="4945569" y="2243738"/>
            <a:ext cx="1666358" cy="1666359"/>
          </a:xfrm>
          <a:custGeom>
            <a:avLst/>
            <a:gdLst/>
            <a:ahLst/>
            <a:cxnLst/>
            <a:rect l="l" t="t" r="r" b="b"/>
            <a:pathLst>
              <a:path w="638" h="638" extrusionOk="0">
                <a:moveTo>
                  <a:pt x="603" y="353"/>
                </a:moveTo>
                <a:cubicBezTo>
                  <a:pt x="638" y="347"/>
                  <a:pt x="638" y="347"/>
                  <a:pt x="638" y="347"/>
                </a:cubicBezTo>
                <a:cubicBezTo>
                  <a:pt x="638" y="291"/>
                  <a:pt x="638" y="291"/>
                  <a:pt x="638" y="291"/>
                </a:cubicBezTo>
                <a:cubicBezTo>
                  <a:pt x="603" y="285"/>
                  <a:pt x="603" y="285"/>
                  <a:pt x="603" y="285"/>
                </a:cubicBezTo>
                <a:cubicBezTo>
                  <a:pt x="572" y="285"/>
                  <a:pt x="572" y="285"/>
                  <a:pt x="572" y="285"/>
                </a:cubicBezTo>
                <a:cubicBezTo>
                  <a:pt x="569" y="262"/>
                  <a:pt x="563" y="241"/>
                  <a:pt x="556" y="221"/>
                </a:cubicBezTo>
                <a:cubicBezTo>
                  <a:pt x="582" y="206"/>
                  <a:pt x="582" y="206"/>
                  <a:pt x="582" y="206"/>
                </a:cubicBezTo>
                <a:cubicBezTo>
                  <a:pt x="609" y="185"/>
                  <a:pt x="609" y="185"/>
                  <a:pt x="609" y="185"/>
                </a:cubicBezTo>
                <a:cubicBezTo>
                  <a:pt x="580" y="135"/>
                  <a:pt x="580" y="135"/>
                  <a:pt x="580" y="135"/>
                </a:cubicBezTo>
                <a:cubicBezTo>
                  <a:pt x="547" y="147"/>
                  <a:pt x="547" y="147"/>
                  <a:pt x="547" y="147"/>
                </a:cubicBezTo>
                <a:cubicBezTo>
                  <a:pt x="521" y="162"/>
                  <a:pt x="521" y="162"/>
                  <a:pt x="521" y="162"/>
                </a:cubicBezTo>
                <a:cubicBezTo>
                  <a:pt x="509" y="146"/>
                  <a:pt x="492" y="129"/>
                  <a:pt x="476" y="117"/>
                </a:cubicBezTo>
                <a:cubicBezTo>
                  <a:pt x="491" y="91"/>
                  <a:pt x="491" y="91"/>
                  <a:pt x="491" y="91"/>
                </a:cubicBezTo>
                <a:cubicBezTo>
                  <a:pt x="503" y="58"/>
                  <a:pt x="503" y="58"/>
                  <a:pt x="503" y="58"/>
                </a:cubicBezTo>
                <a:cubicBezTo>
                  <a:pt x="453" y="29"/>
                  <a:pt x="453" y="29"/>
                  <a:pt x="453" y="29"/>
                </a:cubicBezTo>
                <a:cubicBezTo>
                  <a:pt x="432" y="56"/>
                  <a:pt x="432" y="56"/>
                  <a:pt x="432" y="56"/>
                </a:cubicBezTo>
                <a:cubicBezTo>
                  <a:pt x="416" y="82"/>
                  <a:pt x="416" y="82"/>
                  <a:pt x="416" y="82"/>
                </a:cubicBezTo>
                <a:cubicBezTo>
                  <a:pt x="397" y="74"/>
                  <a:pt x="376" y="68"/>
                  <a:pt x="353" y="65"/>
                </a:cubicBezTo>
                <a:cubicBezTo>
                  <a:pt x="353" y="35"/>
                  <a:pt x="353" y="35"/>
                  <a:pt x="353" y="35"/>
                </a:cubicBezTo>
                <a:cubicBezTo>
                  <a:pt x="347" y="0"/>
                  <a:pt x="347" y="0"/>
                  <a:pt x="347" y="0"/>
                </a:cubicBezTo>
                <a:cubicBezTo>
                  <a:pt x="291" y="0"/>
                  <a:pt x="291" y="0"/>
                  <a:pt x="291" y="0"/>
                </a:cubicBezTo>
                <a:cubicBezTo>
                  <a:pt x="285" y="35"/>
                  <a:pt x="285" y="35"/>
                  <a:pt x="285" y="35"/>
                </a:cubicBezTo>
                <a:cubicBezTo>
                  <a:pt x="285" y="65"/>
                  <a:pt x="285" y="65"/>
                  <a:pt x="285" y="65"/>
                </a:cubicBezTo>
                <a:cubicBezTo>
                  <a:pt x="262" y="68"/>
                  <a:pt x="242" y="74"/>
                  <a:pt x="221" y="82"/>
                </a:cubicBezTo>
                <a:cubicBezTo>
                  <a:pt x="208" y="56"/>
                  <a:pt x="208" y="56"/>
                  <a:pt x="208" y="56"/>
                </a:cubicBezTo>
                <a:cubicBezTo>
                  <a:pt x="185" y="29"/>
                  <a:pt x="185" y="29"/>
                  <a:pt x="185" y="29"/>
                </a:cubicBezTo>
                <a:cubicBezTo>
                  <a:pt x="135" y="58"/>
                  <a:pt x="135" y="58"/>
                  <a:pt x="135" y="58"/>
                </a:cubicBezTo>
                <a:cubicBezTo>
                  <a:pt x="148" y="91"/>
                  <a:pt x="148" y="91"/>
                  <a:pt x="148" y="91"/>
                </a:cubicBezTo>
                <a:cubicBezTo>
                  <a:pt x="162" y="117"/>
                  <a:pt x="162" y="117"/>
                  <a:pt x="162" y="117"/>
                </a:cubicBezTo>
                <a:cubicBezTo>
                  <a:pt x="145" y="129"/>
                  <a:pt x="130" y="146"/>
                  <a:pt x="117" y="162"/>
                </a:cubicBezTo>
                <a:cubicBezTo>
                  <a:pt x="91" y="147"/>
                  <a:pt x="91" y="147"/>
                  <a:pt x="91" y="147"/>
                </a:cubicBezTo>
                <a:cubicBezTo>
                  <a:pt x="58" y="135"/>
                  <a:pt x="58" y="135"/>
                  <a:pt x="58" y="135"/>
                </a:cubicBezTo>
                <a:cubicBezTo>
                  <a:pt x="29" y="185"/>
                  <a:pt x="29" y="185"/>
                  <a:pt x="29" y="185"/>
                </a:cubicBezTo>
                <a:cubicBezTo>
                  <a:pt x="56" y="206"/>
                  <a:pt x="56" y="206"/>
                  <a:pt x="56" y="206"/>
                </a:cubicBezTo>
                <a:cubicBezTo>
                  <a:pt x="82" y="221"/>
                  <a:pt x="82" y="221"/>
                  <a:pt x="82" y="221"/>
                </a:cubicBezTo>
                <a:cubicBezTo>
                  <a:pt x="74" y="241"/>
                  <a:pt x="68" y="262"/>
                  <a:pt x="65" y="285"/>
                </a:cubicBezTo>
                <a:cubicBezTo>
                  <a:pt x="36" y="285"/>
                  <a:pt x="36" y="285"/>
                  <a:pt x="36" y="285"/>
                </a:cubicBezTo>
                <a:cubicBezTo>
                  <a:pt x="0" y="291"/>
                  <a:pt x="0" y="291"/>
                  <a:pt x="0" y="291"/>
                </a:cubicBezTo>
                <a:cubicBezTo>
                  <a:pt x="0" y="347"/>
                  <a:pt x="0" y="347"/>
                  <a:pt x="0" y="347"/>
                </a:cubicBezTo>
                <a:cubicBezTo>
                  <a:pt x="36" y="353"/>
                  <a:pt x="36" y="353"/>
                  <a:pt x="36" y="353"/>
                </a:cubicBezTo>
                <a:cubicBezTo>
                  <a:pt x="65" y="353"/>
                  <a:pt x="65" y="353"/>
                  <a:pt x="65" y="353"/>
                </a:cubicBezTo>
                <a:cubicBezTo>
                  <a:pt x="68" y="374"/>
                  <a:pt x="74" y="395"/>
                  <a:pt x="82" y="415"/>
                </a:cubicBezTo>
                <a:cubicBezTo>
                  <a:pt x="56" y="430"/>
                  <a:pt x="56" y="430"/>
                  <a:pt x="56" y="430"/>
                </a:cubicBezTo>
                <a:cubicBezTo>
                  <a:pt x="29" y="453"/>
                  <a:pt x="29" y="453"/>
                  <a:pt x="29" y="453"/>
                </a:cubicBezTo>
                <a:cubicBezTo>
                  <a:pt x="58" y="503"/>
                  <a:pt x="58" y="503"/>
                  <a:pt x="58" y="503"/>
                </a:cubicBezTo>
                <a:cubicBezTo>
                  <a:pt x="91" y="489"/>
                  <a:pt x="91" y="489"/>
                  <a:pt x="91" y="489"/>
                </a:cubicBezTo>
                <a:cubicBezTo>
                  <a:pt x="117" y="476"/>
                  <a:pt x="117" y="476"/>
                  <a:pt x="117" y="476"/>
                </a:cubicBezTo>
                <a:cubicBezTo>
                  <a:pt x="130" y="492"/>
                  <a:pt x="145" y="507"/>
                  <a:pt x="162" y="521"/>
                </a:cubicBezTo>
                <a:cubicBezTo>
                  <a:pt x="148" y="547"/>
                  <a:pt x="148" y="547"/>
                  <a:pt x="148" y="547"/>
                </a:cubicBezTo>
                <a:cubicBezTo>
                  <a:pt x="135" y="580"/>
                  <a:pt x="135" y="580"/>
                  <a:pt x="135" y="580"/>
                </a:cubicBezTo>
                <a:cubicBezTo>
                  <a:pt x="185" y="609"/>
                  <a:pt x="185" y="609"/>
                  <a:pt x="185" y="609"/>
                </a:cubicBezTo>
                <a:cubicBezTo>
                  <a:pt x="208" y="582"/>
                  <a:pt x="208" y="582"/>
                  <a:pt x="208" y="582"/>
                </a:cubicBezTo>
                <a:cubicBezTo>
                  <a:pt x="221" y="556"/>
                  <a:pt x="221" y="556"/>
                  <a:pt x="221" y="556"/>
                </a:cubicBezTo>
                <a:cubicBezTo>
                  <a:pt x="242" y="563"/>
                  <a:pt x="262" y="570"/>
                  <a:pt x="285" y="573"/>
                </a:cubicBezTo>
                <a:cubicBezTo>
                  <a:pt x="285" y="601"/>
                  <a:pt x="285" y="601"/>
                  <a:pt x="285" y="601"/>
                </a:cubicBezTo>
                <a:cubicBezTo>
                  <a:pt x="291" y="638"/>
                  <a:pt x="291" y="638"/>
                  <a:pt x="291" y="638"/>
                </a:cubicBezTo>
                <a:cubicBezTo>
                  <a:pt x="347" y="638"/>
                  <a:pt x="347" y="638"/>
                  <a:pt x="347" y="638"/>
                </a:cubicBezTo>
                <a:cubicBezTo>
                  <a:pt x="353" y="601"/>
                  <a:pt x="353" y="601"/>
                  <a:pt x="353" y="601"/>
                </a:cubicBezTo>
                <a:cubicBezTo>
                  <a:pt x="353" y="573"/>
                  <a:pt x="353" y="573"/>
                  <a:pt x="353" y="573"/>
                </a:cubicBezTo>
                <a:cubicBezTo>
                  <a:pt x="376" y="570"/>
                  <a:pt x="397" y="563"/>
                  <a:pt x="416" y="556"/>
                </a:cubicBezTo>
                <a:cubicBezTo>
                  <a:pt x="432" y="582"/>
                  <a:pt x="432" y="582"/>
                  <a:pt x="432" y="582"/>
                </a:cubicBezTo>
                <a:cubicBezTo>
                  <a:pt x="453" y="609"/>
                  <a:pt x="453" y="609"/>
                  <a:pt x="453" y="609"/>
                </a:cubicBezTo>
                <a:cubicBezTo>
                  <a:pt x="503" y="580"/>
                  <a:pt x="503" y="580"/>
                  <a:pt x="503" y="580"/>
                </a:cubicBezTo>
                <a:cubicBezTo>
                  <a:pt x="491" y="547"/>
                  <a:pt x="491" y="547"/>
                  <a:pt x="491" y="547"/>
                </a:cubicBezTo>
                <a:cubicBezTo>
                  <a:pt x="476" y="521"/>
                  <a:pt x="476" y="521"/>
                  <a:pt x="476" y="521"/>
                </a:cubicBezTo>
                <a:cubicBezTo>
                  <a:pt x="492" y="507"/>
                  <a:pt x="509" y="492"/>
                  <a:pt x="521" y="476"/>
                </a:cubicBezTo>
                <a:cubicBezTo>
                  <a:pt x="547" y="489"/>
                  <a:pt x="547" y="489"/>
                  <a:pt x="547" y="489"/>
                </a:cubicBezTo>
                <a:cubicBezTo>
                  <a:pt x="580" y="503"/>
                  <a:pt x="580" y="503"/>
                  <a:pt x="580" y="503"/>
                </a:cubicBezTo>
                <a:cubicBezTo>
                  <a:pt x="609" y="453"/>
                  <a:pt x="609" y="453"/>
                  <a:pt x="609" y="453"/>
                </a:cubicBezTo>
                <a:cubicBezTo>
                  <a:pt x="582" y="430"/>
                  <a:pt x="582" y="430"/>
                  <a:pt x="582" y="430"/>
                </a:cubicBezTo>
                <a:cubicBezTo>
                  <a:pt x="556" y="415"/>
                  <a:pt x="556" y="415"/>
                  <a:pt x="556" y="415"/>
                </a:cubicBezTo>
                <a:cubicBezTo>
                  <a:pt x="563" y="395"/>
                  <a:pt x="569" y="374"/>
                  <a:pt x="572" y="353"/>
                </a:cubicBezTo>
                <a:lnTo>
                  <a:pt x="603" y="353"/>
                </a:lnTo>
                <a:close/>
                <a:moveTo>
                  <a:pt x="319" y="503"/>
                </a:moveTo>
                <a:cubicBezTo>
                  <a:pt x="217" y="503"/>
                  <a:pt x="135" y="420"/>
                  <a:pt x="135" y="319"/>
                </a:cubicBezTo>
                <a:cubicBezTo>
                  <a:pt x="135" y="217"/>
                  <a:pt x="217" y="135"/>
                  <a:pt x="319" y="135"/>
                </a:cubicBezTo>
                <a:cubicBezTo>
                  <a:pt x="420" y="135"/>
                  <a:pt x="503" y="217"/>
                  <a:pt x="503" y="319"/>
                </a:cubicBezTo>
                <a:cubicBezTo>
                  <a:pt x="503" y="420"/>
                  <a:pt x="420" y="503"/>
                  <a:pt x="319" y="503"/>
                </a:cubicBez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4" name="Google Shape;194;p18"/>
          <p:cNvSpPr/>
          <p:nvPr/>
        </p:nvSpPr>
        <p:spPr>
          <a:xfrm>
            <a:off x="1243408" y="2026897"/>
            <a:ext cx="1976927" cy="2583136"/>
          </a:xfrm>
          <a:custGeom>
            <a:avLst/>
            <a:gdLst/>
            <a:ahLst/>
            <a:cxnLst/>
            <a:rect l="l" t="t" r="r" b="b"/>
            <a:pathLst>
              <a:path w="1613" h="2107" extrusionOk="0">
                <a:moveTo>
                  <a:pt x="1613" y="463"/>
                </a:moveTo>
                <a:cubicBezTo>
                  <a:pt x="1612" y="468"/>
                  <a:pt x="1610" y="473"/>
                  <a:pt x="1605" y="475"/>
                </a:cubicBezTo>
                <a:cubicBezTo>
                  <a:pt x="1605" y="476"/>
                  <a:pt x="1604" y="476"/>
                  <a:pt x="1604" y="477"/>
                </a:cubicBezTo>
                <a:cubicBezTo>
                  <a:pt x="1596" y="493"/>
                  <a:pt x="1580" y="502"/>
                  <a:pt x="1570" y="515"/>
                </a:cubicBezTo>
                <a:cubicBezTo>
                  <a:pt x="1568" y="517"/>
                  <a:pt x="1566" y="518"/>
                  <a:pt x="1568" y="521"/>
                </a:cubicBezTo>
                <a:cubicBezTo>
                  <a:pt x="1569" y="522"/>
                  <a:pt x="1568" y="522"/>
                  <a:pt x="1567" y="523"/>
                </a:cubicBezTo>
                <a:cubicBezTo>
                  <a:pt x="1564" y="529"/>
                  <a:pt x="1560" y="534"/>
                  <a:pt x="1553" y="538"/>
                </a:cubicBezTo>
                <a:cubicBezTo>
                  <a:pt x="1550" y="540"/>
                  <a:pt x="1548" y="543"/>
                  <a:pt x="1545" y="546"/>
                </a:cubicBezTo>
                <a:cubicBezTo>
                  <a:pt x="1544" y="548"/>
                  <a:pt x="1545" y="550"/>
                  <a:pt x="1547" y="552"/>
                </a:cubicBezTo>
                <a:cubicBezTo>
                  <a:pt x="1553" y="561"/>
                  <a:pt x="1560" y="569"/>
                  <a:pt x="1566" y="577"/>
                </a:cubicBezTo>
                <a:cubicBezTo>
                  <a:pt x="1570" y="582"/>
                  <a:pt x="1570" y="583"/>
                  <a:pt x="1565" y="586"/>
                </a:cubicBezTo>
                <a:cubicBezTo>
                  <a:pt x="1543" y="600"/>
                  <a:pt x="1521" y="614"/>
                  <a:pt x="1500" y="629"/>
                </a:cubicBezTo>
                <a:cubicBezTo>
                  <a:pt x="1486" y="639"/>
                  <a:pt x="1471" y="648"/>
                  <a:pt x="1458" y="659"/>
                </a:cubicBezTo>
                <a:cubicBezTo>
                  <a:pt x="1445" y="668"/>
                  <a:pt x="1431" y="677"/>
                  <a:pt x="1418" y="686"/>
                </a:cubicBezTo>
                <a:cubicBezTo>
                  <a:pt x="1402" y="697"/>
                  <a:pt x="1387" y="709"/>
                  <a:pt x="1373" y="722"/>
                </a:cubicBezTo>
                <a:cubicBezTo>
                  <a:pt x="1361" y="735"/>
                  <a:pt x="1346" y="743"/>
                  <a:pt x="1331" y="751"/>
                </a:cubicBezTo>
                <a:cubicBezTo>
                  <a:pt x="1326" y="754"/>
                  <a:pt x="1320" y="757"/>
                  <a:pt x="1315" y="761"/>
                </a:cubicBezTo>
                <a:cubicBezTo>
                  <a:pt x="1305" y="767"/>
                  <a:pt x="1296" y="767"/>
                  <a:pt x="1287" y="761"/>
                </a:cubicBezTo>
                <a:cubicBezTo>
                  <a:pt x="1264" y="748"/>
                  <a:pt x="1242" y="735"/>
                  <a:pt x="1222" y="718"/>
                </a:cubicBezTo>
                <a:cubicBezTo>
                  <a:pt x="1205" y="704"/>
                  <a:pt x="1188" y="690"/>
                  <a:pt x="1172" y="674"/>
                </a:cubicBezTo>
                <a:cubicBezTo>
                  <a:pt x="1169" y="672"/>
                  <a:pt x="1168" y="671"/>
                  <a:pt x="1166" y="675"/>
                </a:cubicBezTo>
                <a:cubicBezTo>
                  <a:pt x="1159" y="692"/>
                  <a:pt x="1151" y="708"/>
                  <a:pt x="1141" y="723"/>
                </a:cubicBezTo>
                <a:cubicBezTo>
                  <a:pt x="1137" y="729"/>
                  <a:pt x="1136" y="737"/>
                  <a:pt x="1136" y="745"/>
                </a:cubicBezTo>
                <a:cubicBezTo>
                  <a:pt x="1136" y="761"/>
                  <a:pt x="1130" y="776"/>
                  <a:pt x="1120" y="789"/>
                </a:cubicBezTo>
                <a:cubicBezTo>
                  <a:pt x="1112" y="800"/>
                  <a:pt x="1106" y="812"/>
                  <a:pt x="1098" y="823"/>
                </a:cubicBezTo>
                <a:cubicBezTo>
                  <a:pt x="1096" y="827"/>
                  <a:pt x="1093" y="831"/>
                  <a:pt x="1090" y="835"/>
                </a:cubicBezTo>
                <a:cubicBezTo>
                  <a:pt x="1085" y="841"/>
                  <a:pt x="1082" y="848"/>
                  <a:pt x="1081" y="856"/>
                </a:cubicBezTo>
                <a:cubicBezTo>
                  <a:pt x="1079" y="861"/>
                  <a:pt x="1081" y="866"/>
                  <a:pt x="1086" y="869"/>
                </a:cubicBezTo>
                <a:cubicBezTo>
                  <a:pt x="1093" y="874"/>
                  <a:pt x="1101" y="877"/>
                  <a:pt x="1109" y="879"/>
                </a:cubicBezTo>
                <a:cubicBezTo>
                  <a:pt x="1129" y="885"/>
                  <a:pt x="1149" y="892"/>
                  <a:pt x="1167" y="902"/>
                </a:cubicBezTo>
                <a:cubicBezTo>
                  <a:pt x="1183" y="911"/>
                  <a:pt x="1200" y="916"/>
                  <a:pt x="1217" y="921"/>
                </a:cubicBezTo>
                <a:cubicBezTo>
                  <a:pt x="1236" y="928"/>
                  <a:pt x="1255" y="935"/>
                  <a:pt x="1274" y="941"/>
                </a:cubicBezTo>
                <a:cubicBezTo>
                  <a:pt x="1286" y="945"/>
                  <a:pt x="1297" y="953"/>
                  <a:pt x="1309" y="958"/>
                </a:cubicBezTo>
                <a:cubicBezTo>
                  <a:pt x="1328" y="966"/>
                  <a:pt x="1346" y="974"/>
                  <a:pt x="1364" y="983"/>
                </a:cubicBezTo>
                <a:cubicBezTo>
                  <a:pt x="1386" y="994"/>
                  <a:pt x="1411" y="1001"/>
                  <a:pt x="1431" y="1015"/>
                </a:cubicBezTo>
                <a:cubicBezTo>
                  <a:pt x="1440" y="1021"/>
                  <a:pt x="1446" y="1029"/>
                  <a:pt x="1451" y="1038"/>
                </a:cubicBezTo>
                <a:cubicBezTo>
                  <a:pt x="1458" y="1050"/>
                  <a:pt x="1464" y="1063"/>
                  <a:pt x="1468" y="1076"/>
                </a:cubicBezTo>
                <a:cubicBezTo>
                  <a:pt x="1471" y="1090"/>
                  <a:pt x="1469" y="1103"/>
                  <a:pt x="1463" y="1115"/>
                </a:cubicBezTo>
                <a:cubicBezTo>
                  <a:pt x="1451" y="1141"/>
                  <a:pt x="1435" y="1164"/>
                  <a:pt x="1420" y="1188"/>
                </a:cubicBezTo>
                <a:cubicBezTo>
                  <a:pt x="1405" y="1211"/>
                  <a:pt x="1390" y="1234"/>
                  <a:pt x="1373" y="1256"/>
                </a:cubicBezTo>
                <a:cubicBezTo>
                  <a:pt x="1359" y="1273"/>
                  <a:pt x="1347" y="1292"/>
                  <a:pt x="1333" y="1310"/>
                </a:cubicBezTo>
                <a:cubicBezTo>
                  <a:pt x="1322" y="1324"/>
                  <a:pt x="1310" y="1338"/>
                  <a:pt x="1297" y="1352"/>
                </a:cubicBezTo>
                <a:cubicBezTo>
                  <a:pt x="1282" y="1367"/>
                  <a:pt x="1269" y="1385"/>
                  <a:pt x="1258" y="1404"/>
                </a:cubicBezTo>
                <a:cubicBezTo>
                  <a:pt x="1246" y="1425"/>
                  <a:pt x="1232" y="1444"/>
                  <a:pt x="1216" y="1462"/>
                </a:cubicBezTo>
                <a:cubicBezTo>
                  <a:pt x="1214" y="1464"/>
                  <a:pt x="1213" y="1466"/>
                  <a:pt x="1211" y="1469"/>
                </a:cubicBezTo>
                <a:cubicBezTo>
                  <a:pt x="1206" y="1475"/>
                  <a:pt x="1202" y="1477"/>
                  <a:pt x="1195" y="1474"/>
                </a:cubicBezTo>
                <a:cubicBezTo>
                  <a:pt x="1187" y="1472"/>
                  <a:pt x="1179" y="1471"/>
                  <a:pt x="1172" y="1468"/>
                </a:cubicBezTo>
                <a:cubicBezTo>
                  <a:pt x="1170" y="1467"/>
                  <a:pt x="1168" y="1468"/>
                  <a:pt x="1167" y="1469"/>
                </a:cubicBezTo>
                <a:cubicBezTo>
                  <a:pt x="1165" y="1470"/>
                  <a:pt x="1165" y="1472"/>
                  <a:pt x="1166" y="1474"/>
                </a:cubicBezTo>
                <a:cubicBezTo>
                  <a:pt x="1171" y="1482"/>
                  <a:pt x="1171" y="1492"/>
                  <a:pt x="1172" y="1501"/>
                </a:cubicBezTo>
                <a:cubicBezTo>
                  <a:pt x="1172" y="1505"/>
                  <a:pt x="1175" y="1507"/>
                  <a:pt x="1177" y="1510"/>
                </a:cubicBezTo>
                <a:cubicBezTo>
                  <a:pt x="1190" y="1520"/>
                  <a:pt x="1203" y="1529"/>
                  <a:pt x="1214" y="1540"/>
                </a:cubicBezTo>
                <a:cubicBezTo>
                  <a:pt x="1222" y="1548"/>
                  <a:pt x="1233" y="1553"/>
                  <a:pt x="1244" y="1559"/>
                </a:cubicBezTo>
                <a:cubicBezTo>
                  <a:pt x="1263" y="1569"/>
                  <a:pt x="1283" y="1578"/>
                  <a:pt x="1304" y="1587"/>
                </a:cubicBezTo>
                <a:cubicBezTo>
                  <a:pt x="1313" y="1591"/>
                  <a:pt x="1322" y="1594"/>
                  <a:pt x="1331" y="1598"/>
                </a:cubicBezTo>
                <a:cubicBezTo>
                  <a:pt x="1337" y="1601"/>
                  <a:pt x="1343" y="1605"/>
                  <a:pt x="1347" y="1610"/>
                </a:cubicBezTo>
                <a:cubicBezTo>
                  <a:pt x="1352" y="1616"/>
                  <a:pt x="1353" y="1623"/>
                  <a:pt x="1350" y="1629"/>
                </a:cubicBezTo>
                <a:cubicBezTo>
                  <a:pt x="1346" y="1637"/>
                  <a:pt x="1341" y="1642"/>
                  <a:pt x="1332" y="1642"/>
                </a:cubicBezTo>
                <a:cubicBezTo>
                  <a:pt x="1303" y="1643"/>
                  <a:pt x="1274" y="1639"/>
                  <a:pt x="1246" y="1634"/>
                </a:cubicBezTo>
                <a:cubicBezTo>
                  <a:pt x="1230" y="1631"/>
                  <a:pt x="1215" y="1628"/>
                  <a:pt x="1199" y="1624"/>
                </a:cubicBezTo>
                <a:cubicBezTo>
                  <a:pt x="1195" y="1623"/>
                  <a:pt x="1190" y="1624"/>
                  <a:pt x="1185" y="1624"/>
                </a:cubicBezTo>
                <a:cubicBezTo>
                  <a:pt x="1169" y="1625"/>
                  <a:pt x="1154" y="1619"/>
                  <a:pt x="1139" y="1615"/>
                </a:cubicBezTo>
                <a:cubicBezTo>
                  <a:pt x="1131" y="1613"/>
                  <a:pt x="1123" y="1610"/>
                  <a:pt x="1115" y="1608"/>
                </a:cubicBezTo>
                <a:cubicBezTo>
                  <a:pt x="1111" y="1607"/>
                  <a:pt x="1109" y="1609"/>
                  <a:pt x="1109" y="1613"/>
                </a:cubicBezTo>
                <a:cubicBezTo>
                  <a:pt x="1108" y="1616"/>
                  <a:pt x="1108" y="1620"/>
                  <a:pt x="1108" y="1624"/>
                </a:cubicBezTo>
                <a:cubicBezTo>
                  <a:pt x="1107" y="1628"/>
                  <a:pt x="1105" y="1630"/>
                  <a:pt x="1101" y="1629"/>
                </a:cubicBezTo>
                <a:cubicBezTo>
                  <a:pt x="1072" y="1628"/>
                  <a:pt x="1042" y="1624"/>
                  <a:pt x="1014" y="1615"/>
                </a:cubicBezTo>
                <a:cubicBezTo>
                  <a:pt x="1010" y="1614"/>
                  <a:pt x="1006" y="1612"/>
                  <a:pt x="1003" y="1611"/>
                </a:cubicBezTo>
                <a:cubicBezTo>
                  <a:pt x="996" y="1608"/>
                  <a:pt x="995" y="1607"/>
                  <a:pt x="996" y="1599"/>
                </a:cubicBezTo>
                <a:cubicBezTo>
                  <a:pt x="997" y="1593"/>
                  <a:pt x="998" y="1586"/>
                  <a:pt x="999" y="1579"/>
                </a:cubicBezTo>
                <a:cubicBezTo>
                  <a:pt x="1000" y="1575"/>
                  <a:pt x="1000" y="1570"/>
                  <a:pt x="1000" y="1565"/>
                </a:cubicBezTo>
                <a:cubicBezTo>
                  <a:pt x="999" y="1555"/>
                  <a:pt x="1000" y="1546"/>
                  <a:pt x="1003" y="1537"/>
                </a:cubicBezTo>
                <a:cubicBezTo>
                  <a:pt x="1009" y="1523"/>
                  <a:pt x="1012" y="1508"/>
                  <a:pt x="1021" y="1495"/>
                </a:cubicBezTo>
                <a:cubicBezTo>
                  <a:pt x="1024" y="1491"/>
                  <a:pt x="1025" y="1485"/>
                  <a:pt x="1025" y="1480"/>
                </a:cubicBezTo>
                <a:cubicBezTo>
                  <a:pt x="1024" y="1477"/>
                  <a:pt x="1025" y="1474"/>
                  <a:pt x="1026" y="1471"/>
                </a:cubicBezTo>
                <a:cubicBezTo>
                  <a:pt x="1027" y="1466"/>
                  <a:pt x="1032" y="1463"/>
                  <a:pt x="1037" y="1464"/>
                </a:cubicBezTo>
                <a:cubicBezTo>
                  <a:pt x="1039" y="1465"/>
                  <a:pt x="1040" y="1465"/>
                  <a:pt x="1042" y="1466"/>
                </a:cubicBezTo>
                <a:cubicBezTo>
                  <a:pt x="1050" y="1466"/>
                  <a:pt x="1056" y="1467"/>
                  <a:pt x="1061" y="1458"/>
                </a:cubicBezTo>
                <a:cubicBezTo>
                  <a:pt x="1066" y="1449"/>
                  <a:pt x="1073" y="1440"/>
                  <a:pt x="1080" y="1431"/>
                </a:cubicBezTo>
                <a:cubicBezTo>
                  <a:pt x="1082" y="1427"/>
                  <a:pt x="1083" y="1424"/>
                  <a:pt x="1083" y="1420"/>
                </a:cubicBezTo>
                <a:cubicBezTo>
                  <a:pt x="1083" y="1406"/>
                  <a:pt x="1085" y="1393"/>
                  <a:pt x="1095" y="1383"/>
                </a:cubicBezTo>
                <a:cubicBezTo>
                  <a:pt x="1100" y="1378"/>
                  <a:pt x="1106" y="1374"/>
                  <a:pt x="1112" y="1370"/>
                </a:cubicBezTo>
                <a:cubicBezTo>
                  <a:pt x="1119" y="1366"/>
                  <a:pt x="1125" y="1361"/>
                  <a:pt x="1128" y="1353"/>
                </a:cubicBezTo>
                <a:cubicBezTo>
                  <a:pt x="1131" y="1344"/>
                  <a:pt x="1136" y="1337"/>
                  <a:pt x="1142" y="1330"/>
                </a:cubicBezTo>
                <a:cubicBezTo>
                  <a:pt x="1149" y="1323"/>
                  <a:pt x="1155" y="1315"/>
                  <a:pt x="1159" y="1306"/>
                </a:cubicBezTo>
                <a:cubicBezTo>
                  <a:pt x="1166" y="1290"/>
                  <a:pt x="1174" y="1275"/>
                  <a:pt x="1182" y="1260"/>
                </a:cubicBezTo>
                <a:cubicBezTo>
                  <a:pt x="1188" y="1250"/>
                  <a:pt x="1193" y="1239"/>
                  <a:pt x="1199" y="1228"/>
                </a:cubicBezTo>
                <a:cubicBezTo>
                  <a:pt x="1201" y="1225"/>
                  <a:pt x="1204" y="1222"/>
                  <a:pt x="1206" y="1219"/>
                </a:cubicBezTo>
                <a:cubicBezTo>
                  <a:pt x="1214" y="1208"/>
                  <a:pt x="1221" y="1197"/>
                  <a:pt x="1221" y="1183"/>
                </a:cubicBezTo>
                <a:cubicBezTo>
                  <a:pt x="1222" y="1175"/>
                  <a:pt x="1226" y="1169"/>
                  <a:pt x="1232" y="1164"/>
                </a:cubicBezTo>
                <a:cubicBezTo>
                  <a:pt x="1233" y="1163"/>
                  <a:pt x="1234" y="1162"/>
                  <a:pt x="1235" y="1160"/>
                </a:cubicBezTo>
                <a:cubicBezTo>
                  <a:pt x="1236" y="1159"/>
                  <a:pt x="1236" y="1158"/>
                  <a:pt x="1233" y="1157"/>
                </a:cubicBezTo>
                <a:cubicBezTo>
                  <a:pt x="1200" y="1153"/>
                  <a:pt x="1169" y="1143"/>
                  <a:pt x="1137" y="1133"/>
                </a:cubicBezTo>
                <a:cubicBezTo>
                  <a:pt x="1113" y="1125"/>
                  <a:pt x="1088" y="1117"/>
                  <a:pt x="1063" y="1111"/>
                </a:cubicBezTo>
                <a:cubicBezTo>
                  <a:pt x="1045" y="1107"/>
                  <a:pt x="1027" y="1106"/>
                  <a:pt x="1009" y="1103"/>
                </a:cubicBezTo>
                <a:cubicBezTo>
                  <a:pt x="995" y="1100"/>
                  <a:pt x="982" y="1097"/>
                  <a:pt x="968" y="1095"/>
                </a:cubicBezTo>
                <a:cubicBezTo>
                  <a:pt x="965" y="1094"/>
                  <a:pt x="963" y="1095"/>
                  <a:pt x="962" y="1097"/>
                </a:cubicBezTo>
                <a:cubicBezTo>
                  <a:pt x="959" y="1101"/>
                  <a:pt x="957" y="1104"/>
                  <a:pt x="954" y="1107"/>
                </a:cubicBezTo>
                <a:cubicBezTo>
                  <a:pt x="948" y="1114"/>
                  <a:pt x="940" y="1115"/>
                  <a:pt x="931" y="1115"/>
                </a:cubicBezTo>
                <a:cubicBezTo>
                  <a:pt x="930" y="1115"/>
                  <a:pt x="930" y="1115"/>
                  <a:pt x="929" y="1114"/>
                </a:cubicBezTo>
                <a:cubicBezTo>
                  <a:pt x="923" y="1113"/>
                  <a:pt x="919" y="1115"/>
                  <a:pt x="916" y="1120"/>
                </a:cubicBezTo>
                <a:cubicBezTo>
                  <a:pt x="897" y="1144"/>
                  <a:pt x="878" y="1169"/>
                  <a:pt x="861" y="1194"/>
                </a:cubicBezTo>
                <a:cubicBezTo>
                  <a:pt x="851" y="1208"/>
                  <a:pt x="843" y="1223"/>
                  <a:pt x="834" y="1237"/>
                </a:cubicBezTo>
                <a:cubicBezTo>
                  <a:pt x="823" y="1256"/>
                  <a:pt x="810" y="1274"/>
                  <a:pt x="798" y="1292"/>
                </a:cubicBezTo>
                <a:cubicBezTo>
                  <a:pt x="789" y="1305"/>
                  <a:pt x="782" y="1319"/>
                  <a:pt x="774" y="1332"/>
                </a:cubicBezTo>
                <a:cubicBezTo>
                  <a:pt x="759" y="1355"/>
                  <a:pt x="743" y="1377"/>
                  <a:pt x="727" y="1399"/>
                </a:cubicBezTo>
                <a:cubicBezTo>
                  <a:pt x="702" y="1434"/>
                  <a:pt x="677" y="1469"/>
                  <a:pt x="652" y="1504"/>
                </a:cubicBezTo>
                <a:cubicBezTo>
                  <a:pt x="648" y="1510"/>
                  <a:pt x="643" y="1513"/>
                  <a:pt x="638" y="1516"/>
                </a:cubicBezTo>
                <a:cubicBezTo>
                  <a:pt x="621" y="1525"/>
                  <a:pt x="612" y="1541"/>
                  <a:pt x="603" y="1556"/>
                </a:cubicBezTo>
                <a:cubicBezTo>
                  <a:pt x="595" y="1570"/>
                  <a:pt x="585" y="1581"/>
                  <a:pt x="574" y="1592"/>
                </a:cubicBezTo>
                <a:cubicBezTo>
                  <a:pt x="562" y="1603"/>
                  <a:pt x="554" y="1615"/>
                  <a:pt x="543" y="1627"/>
                </a:cubicBezTo>
                <a:cubicBezTo>
                  <a:pt x="532" y="1640"/>
                  <a:pt x="521" y="1652"/>
                  <a:pt x="511" y="1665"/>
                </a:cubicBezTo>
                <a:cubicBezTo>
                  <a:pt x="505" y="1672"/>
                  <a:pt x="500" y="1680"/>
                  <a:pt x="498" y="1689"/>
                </a:cubicBezTo>
                <a:cubicBezTo>
                  <a:pt x="495" y="1696"/>
                  <a:pt x="491" y="1702"/>
                  <a:pt x="486" y="1707"/>
                </a:cubicBezTo>
                <a:cubicBezTo>
                  <a:pt x="476" y="1716"/>
                  <a:pt x="467" y="1726"/>
                  <a:pt x="458" y="1736"/>
                </a:cubicBezTo>
                <a:cubicBezTo>
                  <a:pt x="455" y="1740"/>
                  <a:pt x="453" y="1743"/>
                  <a:pt x="449" y="1746"/>
                </a:cubicBezTo>
                <a:cubicBezTo>
                  <a:pt x="440" y="1756"/>
                  <a:pt x="437" y="1770"/>
                  <a:pt x="431" y="1782"/>
                </a:cubicBezTo>
                <a:cubicBezTo>
                  <a:pt x="425" y="1793"/>
                  <a:pt x="426" y="1805"/>
                  <a:pt x="424" y="1817"/>
                </a:cubicBezTo>
                <a:cubicBezTo>
                  <a:pt x="423" y="1828"/>
                  <a:pt x="420" y="1839"/>
                  <a:pt x="414" y="1849"/>
                </a:cubicBezTo>
                <a:cubicBezTo>
                  <a:pt x="412" y="1853"/>
                  <a:pt x="411" y="1857"/>
                  <a:pt x="409" y="1862"/>
                </a:cubicBezTo>
                <a:cubicBezTo>
                  <a:pt x="408" y="1865"/>
                  <a:pt x="406" y="1866"/>
                  <a:pt x="403" y="1866"/>
                </a:cubicBezTo>
                <a:cubicBezTo>
                  <a:pt x="397" y="1864"/>
                  <a:pt x="392" y="1866"/>
                  <a:pt x="386" y="1866"/>
                </a:cubicBezTo>
                <a:cubicBezTo>
                  <a:pt x="385" y="1866"/>
                  <a:pt x="384" y="1867"/>
                  <a:pt x="384" y="1866"/>
                </a:cubicBezTo>
                <a:cubicBezTo>
                  <a:pt x="380" y="1866"/>
                  <a:pt x="376" y="1865"/>
                  <a:pt x="375" y="1870"/>
                </a:cubicBezTo>
                <a:cubicBezTo>
                  <a:pt x="373" y="1874"/>
                  <a:pt x="369" y="1879"/>
                  <a:pt x="374" y="1885"/>
                </a:cubicBezTo>
                <a:cubicBezTo>
                  <a:pt x="375" y="1887"/>
                  <a:pt x="376" y="1889"/>
                  <a:pt x="375" y="1892"/>
                </a:cubicBezTo>
                <a:cubicBezTo>
                  <a:pt x="370" y="1903"/>
                  <a:pt x="367" y="1915"/>
                  <a:pt x="362" y="1926"/>
                </a:cubicBezTo>
                <a:cubicBezTo>
                  <a:pt x="362" y="1927"/>
                  <a:pt x="362" y="1929"/>
                  <a:pt x="360" y="1930"/>
                </a:cubicBezTo>
                <a:cubicBezTo>
                  <a:pt x="359" y="1930"/>
                  <a:pt x="360" y="1928"/>
                  <a:pt x="359" y="1927"/>
                </a:cubicBezTo>
                <a:cubicBezTo>
                  <a:pt x="348" y="1953"/>
                  <a:pt x="339" y="1981"/>
                  <a:pt x="330" y="2008"/>
                </a:cubicBezTo>
                <a:cubicBezTo>
                  <a:pt x="328" y="2014"/>
                  <a:pt x="327" y="2020"/>
                  <a:pt x="328" y="2026"/>
                </a:cubicBezTo>
                <a:cubicBezTo>
                  <a:pt x="329" y="2029"/>
                  <a:pt x="328" y="2032"/>
                  <a:pt x="328" y="2035"/>
                </a:cubicBezTo>
                <a:cubicBezTo>
                  <a:pt x="327" y="2042"/>
                  <a:pt x="327" y="2048"/>
                  <a:pt x="329" y="2054"/>
                </a:cubicBezTo>
                <a:cubicBezTo>
                  <a:pt x="330" y="2057"/>
                  <a:pt x="330" y="2060"/>
                  <a:pt x="330" y="2062"/>
                </a:cubicBezTo>
                <a:cubicBezTo>
                  <a:pt x="328" y="2069"/>
                  <a:pt x="332" y="2077"/>
                  <a:pt x="340" y="2076"/>
                </a:cubicBezTo>
                <a:cubicBezTo>
                  <a:pt x="341" y="2076"/>
                  <a:pt x="342" y="2076"/>
                  <a:pt x="343" y="2077"/>
                </a:cubicBezTo>
                <a:cubicBezTo>
                  <a:pt x="355" y="2077"/>
                  <a:pt x="361" y="2085"/>
                  <a:pt x="360" y="2096"/>
                </a:cubicBezTo>
                <a:cubicBezTo>
                  <a:pt x="360" y="2098"/>
                  <a:pt x="359" y="2099"/>
                  <a:pt x="358" y="2100"/>
                </a:cubicBezTo>
                <a:cubicBezTo>
                  <a:pt x="349" y="2105"/>
                  <a:pt x="339" y="2107"/>
                  <a:pt x="329" y="2107"/>
                </a:cubicBezTo>
                <a:cubicBezTo>
                  <a:pt x="313" y="2107"/>
                  <a:pt x="297" y="2106"/>
                  <a:pt x="281" y="2105"/>
                </a:cubicBezTo>
                <a:cubicBezTo>
                  <a:pt x="271" y="2104"/>
                  <a:pt x="260" y="2104"/>
                  <a:pt x="250" y="2103"/>
                </a:cubicBezTo>
                <a:cubicBezTo>
                  <a:pt x="236" y="2101"/>
                  <a:pt x="227" y="2092"/>
                  <a:pt x="222" y="2080"/>
                </a:cubicBezTo>
                <a:cubicBezTo>
                  <a:pt x="214" y="2061"/>
                  <a:pt x="209" y="2041"/>
                  <a:pt x="207" y="2020"/>
                </a:cubicBezTo>
                <a:cubicBezTo>
                  <a:pt x="206" y="2010"/>
                  <a:pt x="207" y="1999"/>
                  <a:pt x="208" y="1989"/>
                </a:cubicBezTo>
                <a:cubicBezTo>
                  <a:pt x="209" y="1977"/>
                  <a:pt x="209" y="1965"/>
                  <a:pt x="208" y="1953"/>
                </a:cubicBezTo>
                <a:cubicBezTo>
                  <a:pt x="207" y="1951"/>
                  <a:pt x="207" y="1950"/>
                  <a:pt x="205" y="1950"/>
                </a:cubicBezTo>
                <a:cubicBezTo>
                  <a:pt x="203" y="1950"/>
                  <a:pt x="201" y="1949"/>
                  <a:pt x="200" y="1950"/>
                </a:cubicBezTo>
                <a:cubicBezTo>
                  <a:pt x="192" y="1950"/>
                  <a:pt x="189" y="1946"/>
                  <a:pt x="186" y="1940"/>
                </a:cubicBezTo>
                <a:cubicBezTo>
                  <a:pt x="178" y="1922"/>
                  <a:pt x="172" y="1904"/>
                  <a:pt x="172" y="1884"/>
                </a:cubicBezTo>
                <a:cubicBezTo>
                  <a:pt x="172" y="1881"/>
                  <a:pt x="173" y="1877"/>
                  <a:pt x="173" y="1874"/>
                </a:cubicBezTo>
                <a:cubicBezTo>
                  <a:pt x="174" y="1870"/>
                  <a:pt x="176" y="1867"/>
                  <a:pt x="179" y="1865"/>
                </a:cubicBezTo>
                <a:cubicBezTo>
                  <a:pt x="197" y="1855"/>
                  <a:pt x="211" y="1841"/>
                  <a:pt x="229" y="1832"/>
                </a:cubicBezTo>
                <a:cubicBezTo>
                  <a:pt x="239" y="1827"/>
                  <a:pt x="250" y="1822"/>
                  <a:pt x="261" y="1818"/>
                </a:cubicBezTo>
                <a:cubicBezTo>
                  <a:pt x="266" y="1817"/>
                  <a:pt x="271" y="1815"/>
                  <a:pt x="277" y="1814"/>
                </a:cubicBezTo>
                <a:cubicBezTo>
                  <a:pt x="279" y="1813"/>
                  <a:pt x="280" y="1812"/>
                  <a:pt x="278" y="1810"/>
                </a:cubicBezTo>
                <a:cubicBezTo>
                  <a:pt x="274" y="1807"/>
                  <a:pt x="275" y="1804"/>
                  <a:pt x="276" y="1800"/>
                </a:cubicBezTo>
                <a:cubicBezTo>
                  <a:pt x="280" y="1789"/>
                  <a:pt x="284" y="1779"/>
                  <a:pt x="288" y="1768"/>
                </a:cubicBezTo>
                <a:cubicBezTo>
                  <a:pt x="290" y="1763"/>
                  <a:pt x="294" y="1759"/>
                  <a:pt x="299" y="1756"/>
                </a:cubicBezTo>
                <a:cubicBezTo>
                  <a:pt x="306" y="1750"/>
                  <a:pt x="312" y="1744"/>
                  <a:pt x="315" y="1736"/>
                </a:cubicBezTo>
                <a:cubicBezTo>
                  <a:pt x="322" y="1715"/>
                  <a:pt x="332" y="1696"/>
                  <a:pt x="338" y="1676"/>
                </a:cubicBezTo>
                <a:cubicBezTo>
                  <a:pt x="344" y="1660"/>
                  <a:pt x="351" y="1645"/>
                  <a:pt x="358" y="1630"/>
                </a:cubicBezTo>
                <a:cubicBezTo>
                  <a:pt x="366" y="1613"/>
                  <a:pt x="379" y="1601"/>
                  <a:pt x="388" y="1585"/>
                </a:cubicBezTo>
                <a:cubicBezTo>
                  <a:pt x="408" y="1555"/>
                  <a:pt x="429" y="1526"/>
                  <a:pt x="448" y="1494"/>
                </a:cubicBezTo>
                <a:cubicBezTo>
                  <a:pt x="464" y="1467"/>
                  <a:pt x="481" y="1440"/>
                  <a:pt x="500" y="1414"/>
                </a:cubicBezTo>
                <a:cubicBezTo>
                  <a:pt x="514" y="1395"/>
                  <a:pt x="528" y="1374"/>
                  <a:pt x="543" y="1355"/>
                </a:cubicBezTo>
                <a:cubicBezTo>
                  <a:pt x="552" y="1344"/>
                  <a:pt x="562" y="1337"/>
                  <a:pt x="575" y="1333"/>
                </a:cubicBezTo>
                <a:cubicBezTo>
                  <a:pt x="591" y="1327"/>
                  <a:pt x="598" y="1317"/>
                  <a:pt x="599" y="1301"/>
                </a:cubicBezTo>
                <a:cubicBezTo>
                  <a:pt x="600" y="1299"/>
                  <a:pt x="600" y="1296"/>
                  <a:pt x="601" y="1295"/>
                </a:cubicBezTo>
                <a:cubicBezTo>
                  <a:pt x="612" y="1279"/>
                  <a:pt x="616" y="1261"/>
                  <a:pt x="622" y="1243"/>
                </a:cubicBezTo>
                <a:cubicBezTo>
                  <a:pt x="629" y="1221"/>
                  <a:pt x="638" y="1199"/>
                  <a:pt x="648" y="1178"/>
                </a:cubicBezTo>
                <a:cubicBezTo>
                  <a:pt x="655" y="1162"/>
                  <a:pt x="660" y="1146"/>
                  <a:pt x="667" y="1131"/>
                </a:cubicBezTo>
                <a:cubicBezTo>
                  <a:pt x="674" y="1116"/>
                  <a:pt x="678" y="1101"/>
                  <a:pt x="683" y="1086"/>
                </a:cubicBezTo>
                <a:cubicBezTo>
                  <a:pt x="684" y="1081"/>
                  <a:pt x="687" y="1076"/>
                  <a:pt x="688" y="1070"/>
                </a:cubicBezTo>
                <a:cubicBezTo>
                  <a:pt x="689" y="1068"/>
                  <a:pt x="689" y="1066"/>
                  <a:pt x="687" y="1065"/>
                </a:cubicBezTo>
                <a:cubicBezTo>
                  <a:pt x="682" y="1063"/>
                  <a:pt x="683" y="1060"/>
                  <a:pt x="683" y="1057"/>
                </a:cubicBezTo>
                <a:cubicBezTo>
                  <a:pt x="684" y="1047"/>
                  <a:pt x="685" y="1037"/>
                  <a:pt x="687" y="1027"/>
                </a:cubicBezTo>
                <a:cubicBezTo>
                  <a:pt x="690" y="1008"/>
                  <a:pt x="693" y="990"/>
                  <a:pt x="695" y="971"/>
                </a:cubicBezTo>
                <a:cubicBezTo>
                  <a:pt x="699" y="940"/>
                  <a:pt x="705" y="911"/>
                  <a:pt x="712" y="881"/>
                </a:cubicBezTo>
                <a:cubicBezTo>
                  <a:pt x="716" y="861"/>
                  <a:pt x="724" y="843"/>
                  <a:pt x="729" y="824"/>
                </a:cubicBezTo>
                <a:cubicBezTo>
                  <a:pt x="738" y="793"/>
                  <a:pt x="750" y="763"/>
                  <a:pt x="760" y="732"/>
                </a:cubicBezTo>
                <a:cubicBezTo>
                  <a:pt x="768" y="709"/>
                  <a:pt x="774" y="684"/>
                  <a:pt x="778" y="660"/>
                </a:cubicBezTo>
                <a:cubicBezTo>
                  <a:pt x="782" y="634"/>
                  <a:pt x="781" y="608"/>
                  <a:pt x="781" y="582"/>
                </a:cubicBezTo>
                <a:cubicBezTo>
                  <a:pt x="781" y="570"/>
                  <a:pt x="781" y="559"/>
                  <a:pt x="781" y="547"/>
                </a:cubicBezTo>
                <a:cubicBezTo>
                  <a:pt x="781" y="545"/>
                  <a:pt x="782" y="543"/>
                  <a:pt x="780" y="542"/>
                </a:cubicBezTo>
                <a:cubicBezTo>
                  <a:pt x="778" y="541"/>
                  <a:pt x="776" y="543"/>
                  <a:pt x="775" y="544"/>
                </a:cubicBezTo>
                <a:cubicBezTo>
                  <a:pt x="761" y="555"/>
                  <a:pt x="748" y="567"/>
                  <a:pt x="735" y="579"/>
                </a:cubicBezTo>
                <a:cubicBezTo>
                  <a:pt x="716" y="595"/>
                  <a:pt x="698" y="610"/>
                  <a:pt x="680" y="627"/>
                </a:cubicBezTo>
                <a:cubicBezTo>
                  <a:pt x="671" y="635"/>
                  <a:pt x="662" y="643"/>
                  <a:pt x="654" y="652"/>
                </a:cubicBezTo>
                <a:cubicBezTo>
                  <a:pt x="626" y="680"/>
                  <a:pt x="597" y="707"/>
                  <a:pt x="569" y="735"/>
                </a:cubicBezTo>
                <a:cubicBezTo>
                  <a:pt x="548" y="755"/>
                  <a:pt x="528" y="776"/>
                  <a:pt x="511" y="800"/>
                </a:cubicBezTo>
                <a:cubicBezTo>
                  <a:pt x="507" y="805"/>
                  <a:pt x="503" y="809"/>
                  <a:pt x="499" y="815"/>
                </a:cubicBezTo>
                <a:cubicBezTo>
                  <a:pt x="497" y="818"/>
                  <a:pt x="494" y="818"/>
                  <a:pt x="492" y="817"/>
                </a:cubicBezTo>
                <a:cubicBezTo>
                  <a:pt x="487" y="814"/>
                  <a:pt x="482" y="812"/>
                  <a:pt x="477" y="809"/>
                </a:cubicBezTo>
                <a:cubicBezTo>
                  <a:pt x="475" y="808"/>
                  <a:pt x="473" y="807"/>
                  <a:pt x="472" y="809"/>
                </a:cubicBezTo>
                <a:cubicBezTo>
                  <a:pt x="461" y="819"/>
                  <a:pt x="451" y="829"/>
                  <a:pt x="444" y="841"/>
                </a:cubicBezTo>
                <a:cubicBezTo>
                  <a:pt x="441" y="846"/>
                  <a:pt x="439" y="851"/>
                  <a:pt x="437" y="856"/>
                </a:cubicBezTo>
                <a:cubicBezTo>
                  <a:pt x="435" y="861"/>
                  <a:pt x="431" y="863"/>
                  <a:pt x="425" y="864"/>
                </a:cubicBezTo>
                <a:cubicBezTo>
                  <a:pt x="420" y="864"/>
                  <a:pt x="415" y="865"/>
                  <a:pt x="410" y="866"/>
                </a:cubicBezTo>
                <a:cubicBezTo>
                  <a:pt x="406" y="866"/>
                  <a:pt x="405" y="868"/>
                  <a:pt x="405" y="872"/>
                </a:cubicBezTo>
                <a:cubicBezTo>
                  <a:pt x="404" y="881"/>
                  <a:pt x="407" y="890"/>
                  <a:pt x="409" y="900"/>
                </a:cubicBezTo>
                <a:cubicBezTo>
                  <a:pt x="410" y="908"/>
                  <a:pt x="408" y="915"/>
                  <a:pt x="401" y="920"/>
                </a:cubicBezTo>
                <a:cubicBezTo>
                  <a:pt x="399" y="922"/>
                  <a:pt x="400" y="923"/>
                  <a:pt x="401" y="925"/>
                </a:cubicBezTo>
                <a:cubicBezTo>
                  <a:pt x="404" y="928"/>
                  <a:pt x="407" y="932"/>
                  <a:pt x="410" y="935"/>
                </a:cubicBezTo>
                <a:cubicBezTo>
                  <a:pt x="429" y="956"/>
                  <a:pt x="449" y="977"/>
                  <a:pt x="468" y="998"/>
                </a:cubicBezTo>
                <a:cubicBezTo>
                  <a:pt x="479" y="1009"/>
                  <a:pt x="479" y="1015"/>
                  <a:pt x="472" y="1029"/>
                </a:cubicBezTo>
                <a:cubicBezTo>
                  <a:pt x="459" y="1055"/>
                  <a:pt x="442" y="1080"/>
                  <a:pt x="425" y="1104"/>
                </a:cubicBezTo>
                <a:cubicBezTo>
                  <a:pt x="405" y="1133"/>
                  <a:pt x="384" y="1162"/>
                  <a:pt x="364" y="1192"/>
                </a:cubicBezTo>
                <a:cubicBezTo>
                  <a:pt x="353" y="1207"/>
                  <a:pt x="341" y="1221"/>
                  <a:pt x="329" y="1236"/>
                </a:cubicBezTo>
                <a:cubicBezTo>
                  <a:pt x="325" y="1242"/>
                  <a:pt x="319" y="1247"/>
                  <a:pt x="311" y="1245"/>
                </a:cubicBezTo>
                <a:cubicBezTo>
                  <a:pt x="305" y="1243"/>
                  <a:pt x="301" y="1239"/>
                  <a:pt x="298" y="1234"/>
                </a:cubicBezTo>
                <a:cubicBezTo>
                  <a:pt x="295" y="1231"/>
                  <a:pt x="294" y="1230"/>
                  <a:pt x="290" y="1232"/>
                </a:cubicBezTo>
                <a:cubicBezTo>
                  <a:pt x="285" y="1236"/>
                  <a:pt x="281" y="1234"/>
                  <a:pt x="277" y="1229"/>
                </a:cubicBezTo>
                <a:cubicBezTo>
                  <a:pt x="276" y="1227"/>
                  <a:pt x="275" y="1225"/>
                  <a:pt x="273" y="1224"/>
                </a:cubicBezTo>
                <a:cubicBezTo>
                  <a:pt x="271" y="1222"/>
                  <a:pt x="269" y="1222"/>
                  <a:pt x="267" y="1225"/>
                </a:cubicBezTo>
                <a:cubicBezTo>
                  <a:pt x="263" y="1229"/>
                  <a:pt x="259" y="1232"/>
                  <a:pt x="254" y="1235"/>
                </a:cubicBezTo>
                <a:cubicBezTo>
                  <a:pt x="246" y="1239"/>
                  <a:pt x="239" y="1238"/>
                  <a:pt x="233" y="1232"/>
                </a:cubicBezTo>
                <a:cubicBezTo>
                  <a:pt x="230" y="1229"/>
                  <a:pt x="227" y="1226"/>
                  <a:pt x="224" y="1223"/>
                </a:cubicBezTo>
                <a:cubicBezTo>
                  <a:pt x="221" y="1220"/>
                  <a:pt x="218" y="1217"/>
                  <a:pt x="213" y="1216"/>
                </a:cubicBezTo>
                <a:cubicBezTo>
                  <a:pt x="210" y="1216"/>
                  <a:pt x="207" y="1213"/>
                  <a:pt x="208" y="1209"/>
                </a:cubicBezTo>
                <a:cubicBezTo>
                  <a:pt x="208" y="1206"/>
                  <a:pt x="207" y="1204"/>
                  <a:pt x="205" y="1202"/>
                </a:cubicBezTo>
                <a:cubicBezTo>
                  <a:pt x="191" y="1187"/>
                  <a:pt x="178" y="1171"/>
                  <a:pt x="164" y="1156"/>
                </a:cubicBezTo>
                <a:cubicBezTo>
                  <a:pt x="152" y="1142"/>
                  <a:pt x="140" y="1129"/>
                  <a:pt x="129" y="1115"/>
                </a:cubicBezTo>
                <a:cubicBezTo>
                  <a:pt x="116" y="1101"/>
                  <a:pt x="104" y="1086"/>
                  <a:pt x="92" y="1072"/>
                </a:cubicBezTo>
                <a:cubicBezTo>
                  <a:pt x="81" y="1059"/>
                  <a:pt x="70" y="1047"/>
                  <a:pt x="59" y="1034"/>
                </a:cubicBezTo>
                <a:cubicBezTo>
                  <a:pt x="50" y="1024"/>
                  <a:pt x="41" y="1013"/>
                  <a:pt x="32" y="1003"/>
                </a:cubicBezTo>
                <a:cubicBezTo>
                  <a:pt x="31" y="1001"/>
                  <a:pt x="29" y="1000"/>
                  <a:pt x="26" y="1000"/>
                </a:cubicBezTo>
                <a:cubicBezTo>
                  <a:pt x="21" y="1000"/>
                  <a:pt x="18" y="995"/>
                  <a:pt x="19" y="990"/>
                </a:cubicBezTo>
                <a:cubicBezTo>
                  <a:pt x="20" y="988"/>
                  <a:pt x="18" y="986"/>
                  <a:pt x="17" y="984"/>
                </a:cubicBezTo>
                <a:cubicBezTo>
                  <a:pt x="13" y="979"/>
                  <a:pt x="10" y="975"/>
                  <a:pt x="6" y="970"/>
                </a:cubicBezTo>
                <a:cubicBezTo>
                  <a:pt x="3" y="966"/>
                  <a:pt x="1" y="961"/>
                  <a:pt x="0" y="955"/>
                </a:cubicBezTo>
                <a:cubicBezTo>
                  <a:pt x="0" y="955"/>
                  <a:pt x="0" y="954"/>
                  <a:pt x="0" y="954"/>
                </a:cubicBezTo>
                <a:cubicBezTo>
                  <a:pt x="0" y="942"/>
                  <a:pt x="7" y="933"/>
                  <a:pt x="14" y="924"/>
                </a:cubicBezTo>
                <a:cubicBezTo>
                  <a:pt x="16" y="921"/>
                  <a:pt x="19" y="917"/>
                  <a:pt x="22" y="913"/>
                </a:cubicBezTo>
                <a:cubicBezTo>
                  <a:pt x="35" y="898"/>
                  <a:pt x="47" y="882"/>
                  <a:pt x="60" y="866"/>
                </a:cubicBezTo>
                <a:cubicBezTo>
                  <a:pt x="66" y="859"/>
                  <a:pt x="73" y="852"/>
                  <a:pt x="75" y="843"/>
                </a:cubicBezTo>
                <a:cubicBezTo>
                  <a:pt x="76" y="840"/>
                  <a:pt x="78" y="837"/>
                  <a:pt x="80" y="835"/>
                </a:cubicBezTo>
                <a:cubicBezTo>
                  <a:pt x="88" y="825"/>
                  <a:pt x="95" y="816"/>
                  <a:pt x="103" y="806"/>
                </a:cubicBezTo>
                <a:cubicBezTo>
                  <a:pt x="115" y="793"/>
                  <a:pt x="126" y="779"/>
                  <a:pt x="138" y="765"/>
                </a:cubicBezTo>
                <a:cubicBezTo>
                  <a:pt x="145" y="757"/>
                  <a:pt x="153" y="749"/>
                  <a:pt x="160" y="740"/>
                </a:cubicBezTo>
                <a:cubicBezTo>
                  <a:pt x="167" y="733"/>
                  <a:pt x="174" y="724"/>
                  <a:pt x="183" y="720"/>
                </a:cubicBezTo>
                <a:cubicBezTo>
                  <a:pt x="194" y="716"/>
                  <a:pt x="204" y="715"/>
                  <a:pt x="214" y="722"/>
                </a:cubicBezTo>
                <a:cubicBezTo>
                  <a:pt x="220" y="727"/>
                  <a:pt x="226" y="733"/>
                  <a:pt x="231" y="739"/>
                </a:cubicBezTo>
                <a:cubicBezTo>
                  <a:pt x="244" y="755"/>
                  <a:pt x="258" y="769"/>
                  <a:pt x="272" y="783"/>
                </a:cubicBezTo>
                <a:cubicBezTo>
                  <a:pt x="275" y="786"/>
                  <a:pt x="277" y="787"/>
                  <a:pt x="280" y="784"/>
                </a:cubicBezTo>
                <a:cubicBezTo>
                  <a:pt x="284" y="781"/>
                  <a:pt x="288" y="779"/>
                  <a:pt x="293" y="779"/>
                </a:cubicBezTo>
                <a:cubicBezTo>
                  <a:pt x="299" y="779"/>
                  <a:pt x="305" y="777"/>
                  <a:pt x="311" y="776"/>
                </a:cubicBezTo>
                <a:cubicBezTo>
                  <a:pt x="318" y="775"/>
                  <a:pt x="325" y="774"/>
                  <a:pt x="333" y="775"/>
                </a:cubicBezTo>
                <a:cubicBezTo>
                  <a:pt x="336" y="776"/>
                  <a:pt x="340" y="776"/>
                  <a:pt x="344" y="777"/>
                </a:cubicBezTo>
                <a:cubicBezTo>
                  <a:pt x="346" y="777"/>
                  <a:pt x="348" y="776"/>
                  <a:pt x="349" y="775"/>
                </a:cubicBezTo>
                <a:cubicBezTo>
                  <a:pt x="362" y="764"/>
                  <a:pt x="375" y="752"/>
                  <a:pt x="389" y="742"/>
                </a:cubicBezTo>
                <a:cubicBezTo>
                  <a:pt x="394" y="739"/>
                  <a:pt x="398" y="736"/>
                  <a:pt x="400" y="730"/>
                </a:cubicBezTo>
                <a:cubicBezTo>
                  <a:pt x="401" y="727"/>
                  <a:pt x="404" y="725"/>
                  <a:pt x="406" y="723"/>
                </a:cubicBezTo>
                <a:cubicBezTo>
                  <a:pt x="416" y="713"/>
                  <a:pt x="425" y="704"/>
                  <a:pt x="435" y="694"/>
                </a:cubicBezTo>
                <a:cubicBezTo>
                  <a:pt x="449" y="681"/>
                  <a:pt x="458" y="665"/>
                  <a:pt x="470" y="651"/>
                </a:cubicBezTo>
                <a:cubicBezTo>
                  <a:pt x="479" y="641"/>
                  <a:pt x="487" y="630"/>
                  <a:pt x="494" y="619"/>
                </a:cubicBezTo>
                <a:cubicBezTo>
                  <a:pt x="501" y="609"/>
                  <a:pt x="511" y="602"/>
                  <a:pt x="520" y="594"/>
                </a:cubicBezTo>
                <a:cubicBezTo>
                  <a:pt x="523" y="591"/>
                  <a:pt x="526" y="587"/>
                  <a:pt x="528" y="584"/>
                </a:cubicBezTo>
                <a:cubicBezTo>
                  <a:pt x="536" y="572"/>
                  <a:pt x="542" y="560"/>
                  <a:pt x="553" y="551"/>
                </a:cubicBezTo>
                <a:cubicBezTo>
                  <a:pt x="566" y="540"/>
                  <a:pt x="580" y="530"/>
                  <a:pt x="589" y="514"/>
                </a:cubicBezTo>
                <a:cubicBezTo>
                  <a:pt x="589" y="514"/>
                  <a:pt x="589" y="514"/>
                  <a:pt x="590" y="513"/>
                </a:cubicBezTo>
                <a:cubicBezTo>
                  <a:pt x="597" y="503"/>
                  <a:pt x="605" y="494"/>
                  <a:pt x="614" y="485"/>
                </a:cubicBezTo>
                <a:cubicBezTo>
                  <a:pt x="622" y="478"/>
                  <a:pt x="627" y="469"/>
                  <a:pt x="635" y="462"/>
                </a:cubicBezTo>
                <a:cubicBezTo>
                  <a:pt x="639" y="458"/>
                  <a:pt x="642" y="453"/>
                  <a:pt x="648" y="450"/>
                </a:cubicBezTo>
                <a:cubicBezTo>
                  <a:pt x="656" y="446"/>
                  <a:pt x="665" y="443"/>
                  <a:pt x="674" y="444"/>
                </a:cubicBezTo>
                <a:cubicBezTo>
                  <a:pt x="678" y="445"/>
                  <a:pt x="680" y="443"/>
                  <a:pt x="683" y="441"/>
                </a:cubicBezTo>
                <a:cubicBezTo>
                  <a:pt x="685" y="438"/>
                  <a:pt x="687" y="436"/>
                  <a:pt x="688" y="433"/>
                </a:cubicBezTo>
                <a:cubicBezTo>
                  <a:pt x="692" y="423"/>
                  <a:pt x="700" y="418"/>
                  <a:pt x="710" y="416"/>
                </a:cubicBezTo>
                <a:cubicBezTo>
                  <a:pt x="714" y="416"/>
                  <a:pt x="717" y="414"/>
                  <a:pt x="719" y="410"/>
                </a:cubicBezTo>
                <a:cubicBezTo>
                  <a:pt x="721" y="404"/>
                  <a:pt x="725" y="400"/>
                  <a:pt x="730" y="396"/>
                </a:cubicBezTo>
                <a:cubicBezTo>
                  <a:pt x="740" y="390"/>
                  <a:pt x="747" y="380"/>
                  <a:pt x="756" y="372"/>
                </a:cubicBezTo>
                <a:cubicBezTo>
                  <a:pt x="760" y="368"/>
                  <a:pt x="764" y="362"/>
                  <a:pt x="768" y="358"/>
                </a:cubicBezTo>
                <a:cubicBezTo>
                  <a:pt x="783" y="344"/>
                  <a:pt x="795" y="330"/>
                  <a:pt x="802" y="311"/>
                </a:cubicBezTo>
                <a:cubicBezTo>
                  <a:pt x="810" y="287"/>
                  <a:pt x="823" y="266"/>
                  <a:pt x="843" y="251"/>
                </a:cubicBezTo>
                <a:cubicBezTo>
                  <a:pt x="856" y="240"/>
                  <a:pt x="871" y="236"/>
                  <a:pt x="888" y="241"/>
                </a:cubicBezTo>
                <a:cubicBezTo>
                  <a:pt x="899" y="245"/>
                  <a:pt x="910" y="249"/>
                  <a:pt x="921" y="253"/>
                </a:cubicBezTo>
                <a:cubicBezTo>
                  <a:pt x="927" y="255"/>
                  <a:pt x="932" y="257"/>
                  <a:pt x="938" y="255"/>
                </a:cubicBezTo>
                <a:cubicBezTo>
                  <a:pt x="946" y="253"/>
                  <a:pt x="954" y="254"/>
                  <a:pt x="961" y="253"/>
                </a:cubicBezTo>
                <a:cubicBezTo>
                  <a:pt x="971" y="252"/>
                  <a:pt x="981" y="253"/>
                  <a:pt x="991" y="250"/>
                </a:cubicBezTo>
                <a:cubicBezTo>
                  <a:pt x="1006" y="246"/>
                  <a:pt x="1018" y="236"/>
                  <a:pt x="1028" y="224"/>
                </a:cubicBezTo>
                <a:cubicBezTo>
                  <a:pt x="1029" y="223"/>
                  <a:pt x="1030" y="222"/>
                  <a:pt x="1029" y="220"/>
                </a:cubicBezTo>
                <a:cubicBezTo>
                  <a:pt x="1028" y="214"/>
                  <a:pt x="1028" y="208"/>
                  <a:pt x="1026" y="202"/>
                </a:cubicBezTo>
                <a:cubicBezTo>
                  <a:pt x="1021" y="191"/>
                  <a:pt x="1017" y="179"/>
                  <a:pt x="1012" y="168"/>
                </a:cubicBezTo>
                <a:cubicBezTo>
                  <a:pt x="1003" y="148"/>
                  <a:pt x="1001" y="127"/>
                  <a:pt x="1005" y="105"/>
                </a:cubicBezTo>
                <a:cubicBezTo>
                  <a:pt x="1008" y="93"/>
                  <a:pt x="1013" y="81"/>
                  <a:pt x="1018" y="70"/>
                </a:cubicBezTo>
                <a:cubicBezTo>
                  <a:pt x="1020" y="64"/>
                  <a:pt x="1021" y="59"/>
                  <a:pt x="1024" y="53"/>
                </a:cubicBezTo>
                <a:cubicBezTo>
                  <a:pt x="1029" y="43"/>
                  <a:pt x="1039" y="38"/>
                  <a:pt x="1045" y="29"/>
                </a:cubicBezTo>
                <a:cubicBezTo>
                  <a:pt x="1045" y="28"/>
                  <a:pt x="1047" y="27"/>
                  <a:pt x="1048" y="26"/>
                </a:cubicBezTo>
                <a:cubicBezTo>
                  <a:pt x="1054" y="24"/>
                  <a:pt x="1058" y="20"/>
                  <a:pt x="1063" y="16"/>
                </a:cubicBezTo>
                <a:cubicBezTo>
                  <a:pt x="1072" y="11"/>
                  <a:pt x="1081" y="6"/>
                  <a:pt x="1091" y="5"/>
                </a:cubicBezTo>
                <a:cubicBezTo>
                  <a:pt x="1096" y="4"/>
                  <a:pt x="1102" y="2"/>
                  <a:pt x="1107" y="0"/>
                </a:cubicBezTo>
                <a:cubicBezTo>
                  <a:pt x="1114" y="0"/>
                  <a:pt x="1120" y="0"/>
                  <a:pt x="1126" y="0"/>
                </a:cubicBezTo>
                <a:cubicBezTo>
                  <a:pt x="1126" y="0"/>
                  <a:pt x="1127" y="1"/>
                  <a:pt x="1127" y="1"/>
                </a:cubicBezTo>
                <a:cubicBezTo>
                  <a:pt x="1140" y="1"/>
                  <a:pt x="1151" y="5"/>
                  <a:pt x="1163" y="9"/>
                </a:cubicBezTo>
                <a:cubicBezTo>
                  <a:pt x="1171" y="12"/>
                  <a:pt x="1180" y="16"/>
                  <a:pt x="1188" y="18"/>
                </a:cubicBezTo>
                <a:cubicBezTo>
                  <a:pt x="1199" y="20"/>
                  <a:pt x="1209" y="25"/>
                  <a:pt x="1219" y="31"/>
                </a:cubicBezTo>
                <a:cubicBezTo>
                  <a:pt x="1226" y="35"/>
                  <a:pt x="1233" y="41"/>
                  <a:pt x="1239" y="47"/>
                </a:cubicBezTo>
                <a:cubicBezTo>
                  <a:pt x="1247" y="56"/>
                  <a:pt x="1252" y="66"/>
                  <a:pt x="1250" y="77"/>
                </a:cubicBezTo>
                <a:cubicBezTo>
                  <a:pt x="1250" y="84"/>
                  <a:pt x="1251" y="89"/>
                  <a:pt x="1254" y="94"/>
                </a:cubicBezTo>
                <a:cubicBezTo>
                  <a:pt x="1256" y="98"/>
                  <a:pt x="1258" y="102"/>
                  <a:pt x="1260" y="105"/>
                </a:cubicBezTo>
                <a:cubicBezTo>
                  <a:pt x="1267" y="116"/>
                  <a:pt x="1269" y="127"/>
                  <a:pt x="1265" y="139"/>
                </a:cubicBezTo>
                <a:cubicBezTo>
                  <a:pt x="1263" y="145"/>
                  <a:pt x="1264" y="150"/>
                  <a:pt x="1268" y="155"/>
                </a:cubicBezTo>
                <a:cubicBezTo>
                  <a:pt x="1269" y="156"/>
                  <a:pt x="1270" y="157"/>
                  <a:pt x="1271" y="158"/>
                </a:cubicBezTo>
                <a:cubicBezTo>
                  <a:pt x="1277" y="166"/>
                  <a:pt x="1284" y="173"/>
                  <a:pt x="1288" y="181"/>
                </a:cubicBezTo>
                <a:cubicBezTo>
                  <a:pt x="1293" y="190"/>
                  <a:pt x="1289" y="198"/>
                  <a:pt x="1279" y="198"/>
                </a:cubicBezTo>
                <a:cubicBezTo>
                  <a:pt x="1278" y="198"/>
                  <a:pt x="1277" y="198"/>
                  <a:pt x="1276" y="198"/>
                </a:cubicBezTo>
                <a:cubicBezTo>
                  <a:pt x="1269" y="200"/>
                  <a:pt x="1267" y="204"/>
                  <a:pt x="1268" y="210"/>
                </a:cubicBezTo>
                <a:cubicBezTo>
                  <a:pt x="1270" y="215"/>
                  <a:pt x="1268" y="218"/>
                  <a:pt x="1264" y="220"/>
                </a:cubicBezTo>
                <a:cubicBezTo>
                  <a:pt x="1260" y="223"/>
                  <a:pt x="1259" y="227"/>
                  <a:pt x="1262" y="232"/>
                </a:cubicBezTo>
                <a:cubicBezTo>
                  <a:pt x="1262" y="233"/>
                  <a:pt x="1263" y="234"/>
                  <a:pt x="1264" y="236"/>
                </a:cubicBezTo>
                <a:cubicBezTo>
                  <a:pt x="1265" y="239"/>
                  <a:pt x="1266" y="242"/>
                  <a:pt x="1263" y="245"/>
                </a:cubicBezTo>
                <a:cubicBezTo>
                  <a:pt x="1259" y="249"/>
                  <a:pt x="1259" y="253"/>
                  <a:pt x="1260" y="258"/>
                </a:cubicBezTo>
                <a:cubicBezTo>
                  <a:pt x="1263" y="273"/>
                  <a:pt x="1254" y="286"/>
                  <a:pt x="1239" y="289"/>
                </a:cubicBezTo>
                <a:cubicBezTo>
                  <a:pt x="1230" y="290"/>
                  <a:pt x="1221" y="289"/>
                  <a:pt x="1213" y="288"/>
                </a:cubicBezTo>
                <a:cubicBezTo>
                  <a:pt x="1201" y="287"/>
                  <a:pt x="1189" y="286"/>
                  <a:pt x="1177" y="290"/>
                </a:cubicBezTo>
                <a:cubicBezTo>
                  <a:pt x="1174" y="292"/>
                  <a:pt x="1171" y="294"/>
                  <a:pt x="1168" y="297"/>
                </a:cubicBezTo>
                <a:cubicBezTo>
                  <a:pt x="1164" y="304"/>
                  <a:pt x="1159" y="311"/>
                  <a:pt x="1152" y="316"/>
                </a:cubicBezTo>
                <a:cubicBezTo>
                  <a:pt x="1151" y="318"/>
                  <a:pt x="1150" y="320"/>
                  <a:pt x="1150" y="322"/>
                </a:cubicBezTo>
                <a:cubicBezTo>
                  <a:pt x="1152" y="329"/>
                  <a:pt x="1153" y="335"/>
                  <a:pt x="1158" y="340"/>
                </a:cubicBezTo>
                <a:cubicBezTo>
                  <a:pt x="1165" y="347"/>
                  <a:pt x="1166" y="353"/>
                  <a:pt x="1162" y="361"/>
                </a:cubicBezTo>
                <a:cubicBezTo>
                  <a:pt x="1159" y="367"/>
                  <a:pt x="1160" y="369"/>
                  <a:pt x="1165" y="372"/>
                </a:cubicBezTo>
                <a:cubicBezTo>
                  <a:pt x="1169" y="375"/>
                  <a:pt x="1174" y="378"/>
                  <a:pt x="1177" y="382"/>
                </a:cubicBezTo>
                <a:cubicBezTo>
                  <a:pt x="1180" y="388"/>
                  <a:pt x="1185" y="393"/>
                  <a:pt x="1188" y="399"/>
                </a:cubicBezTo>
                <a:cubicBezTo>
                  <a:pt x="1190" y="403"/>
                  <a:pt x="1193" y="406"/>
                  <a:pt x="1197" y="409"/>
                </a:cubicBezTo>
                <a:cubicBezTo>
                  <a:pt x="1209" y="417"/>
                  <a:pt x="1216" y="429"/>
                  <a:pt x="1218" y="444"/>
                </a:cubicBezTo>
                <a:cubicBezTo>
                  <a:pt x="1221" y="457"/>
                  <a:pt x="1223" y="470"/>
                  <a:pt x="1225" y="483"/>
                </a:cubicBezTo>
                <a:cubicBezTo>
                  <a:pt x="1227" y="493"/>
                  <a:pt x="1229" y="502"/>
                  <a:pt x="1229" y="512"/>
                </a:cubicBezTo>
                <a:cubicBezTo>
                  <a:pt x="1228" y="517"/>
                  <a:pt x="1230" y="521"/>
                  <a:pt x="1234" y="523"/>
                </a:cubicBezTo>
                <a:cubicBezTo>
                  <a:pt x="1245" y="527"/>
                  <a:pt x="1251" y="534"/>
                  <a:pt x="1254" y="545"/>
                </a:cubicBezTo>
                <a:cubicBezTo>
                  <a:pt x="1255" y="547"/>
                  <a:pt x="1255" y="550"/>
                  <a:pt x="1258" y="552"/>
                </a:cubicBezTo>
                <a:cubicBezTo>
                  <a:pt x="1263" y="556"/>
                  <a:pt x="1266" y="561"/>
                  <a:pt x="1268" y="566"/>
                </a:cubicBezTo>
                <a:cubicBezTo>
                  <a:pt x="1272" y="576"/>
                  <a:pt x="1277" y="584"/>
                  <a:pt x="1286" y="590"/>
                </a:cubicBezTo>
                <a:cubicBezTo>
                  <a:pt x="1290" y="593"/>
                  <a:pt x="1294" y="596"/>
                  <a:pt x="1296" y="600"/>
                </a:cubicBezTo>
                <a:cubicBezTo>
                  <a:pt x="1297" y="604"/>
                  <a:pt x="1301" y="606"/>
                  <a:pt x="1303" y="609"/>
                </a:cubicBezTo>
                <a:cubicBezTo>
                  <a:pt x="1304" y="611"/>
                  <a:pt x="1306" y="610"/>
                  <a:pt x="1307" y="610"/>
                </a:cubicBezTo>
                <a:cubicBezTo>
                  <a:pt x="1316" y="604"/>
                  <a:pt x="1327" y="604"/>
                  <a:pt x="1337" y="599"/>
                </a:cubicBezTo>
                <a:cubicBezTo>
                  <a:pt x="1346" y="595"/>
                  <a:pt x="1356" y="590"/>
                  <a:pt x="1364" y="584"/>
                </a:cubicBezTo>
                <a:cubicBezTo>
                  <a:pt x="1367" y="581"/>
                  <a:pt x="1371" y="578"/>
                  <a:pt x="1375" y="577"/>
                </a:cubicBezTo>
                <a:cubicBezTo>
                  <a:pt x="1380" y="576"/>
                  <a:pt x="1382" y="574"/>
                  <a:pt x="1382" y="568"/>
                </a:cubicBezTo>
                <a:cubicBezTo>
                  <a:pt x="1382" y="567"/>
                  <a:pt x="1383" y="565"/>
                  <a:pt x="1384" y="563"/>
                </a:cubicBezTo>
                <a:cubicBezTo>
                  <a:pt x="1389" y="551"/>
                  <a:pt x="1398" y="544"/>
                  <a:pt x="1407" y="536"/>
                </a:cubicBezTo>
                <a:cubicBezTo>
                  <a:pt x="1416" y="528"/>
                  <a:pt x="1427" y="524"/>
                  <a:pt x="1433" y="514"/>
                </a:cubicBezTo>
                <a:cubicBezTo>
                  <a:pt x="1434" y="512"/>
                  <a:pt x="1436" y="511"/>
                  <a:pt x="1437" y="509"/>
                </a:cubicBezTo>
                <a:cubicBezTo>
                  <a:pt x="1449" y="498"/>
                  <a:pt x="1462" y="489"/>
                  <a:pt x="1473" y="477"/>
                </a:cubicBezTo>
                <a:cubicBezTo>
                  <a:pt x="1476" y="474"/>
                  <a:pt x="1478" y="475"/>
                  <a:pt x="1480" y="477"/>
                </a:cubicBezTo>
                <a:cubicBezTo>
                  <a:pt x="1489" y="487"/>
                  <a:pt x="1498" y="496"/>
                  <a:pt x="1506" y="505"/>
                </a:cubicBezTo>
                <a:cubicBezTo>
                  <a:pt x="1507" y="506"/>
                  <a:pt x="1509" y="508"/>
                  <a:pt x="1511" y="507"/>
                </a:cubicBezTo>
                <a:cubicBezTo>
                  <a:pt x="1512" y="506"/>
                  <a:pt x="1514" y="505"/>
                  <a:pt x="1514" y="503"/>
                </a:cubicBezTo>
                <a:cubicBezTo>
                  <a:pt x="1515" y="496"/>
                  <a:pt x="1515" y="488"/>
                  <a:pt x="1515" y="481"/>
                </a:cubicBezTo>
                <a:cubicBezTo>
                  <a:pt x="1515" y="478"/>
                  <a:pt x="1513" y="474"/>
                  <a:pt x="1510" y="473"/>
                </a:cubicBezTo>
                <a:cubicBezTo>
                  <a:pt x="1502" y="472"/>
                  <a:pt x="1494" y="462"/>
                  <a:pt x="1498" y="454"/>
                </a:cubicBezTo>
                <a:cubicBezTo>
                  <a:pt x="1502" y="447"/>
                  <a:pt x="1503" y="439"/>
                  <a:pt x="1506" y="431"/>
                </a:cubicBezTo>
                <a:cubicBezTo>
                  <a:pt x="1507" y="426"/>
                  <a:pt x="1509" y="420"/>
                  <a:pt x="1515" y="417"/>
                </a:cubicBezTo>
                <a:cubicBezTo>
                  <a:pt x="1527" y="409"/>
                  <a:pt x="1539" y="401"/>
                  <a:pt x="1551" y="394"/>
                </a:cubicBezTo>
                <a:cubicBezTo>
                  <a:pt x="1555" y="391"/>
                  <a:pt x="1560" y="389"/>
                  <a:pt x="1565" y="388"/>
                </a:cubicBezTo>
                <a:cubicBezTo>
                  <a:pt x="1574" y="387"/>
                  <a:pt x="1580" y="392"/>
                  <a:pt x="1583" y="400"/>
                </a:cubicBezTo>
                <a:cubicBezTo>
                  <a:pt x="1585" y="405"/>
                  <a:pt x="1585" y="411"/>
                  <a:pt x="1592" y="413"/>
                </a:cubicBezTo>
                <a:cubicBezTo>
                  <a:pt x="1596" y="414"/>
                  <a:pt x="1599" y="418"/>
                  <a:pt x="1598" y="423"/>
                </a:cubicBezTo>
                <a:cubicBezTo>
                  <a:pt x="1598" y="426"/>
                  <a:pt x="1599" y="428"/>
                  <a:pt x="1602" y="430"/>
                </a:cubicBezTo>
                <a:cubicBezTo>
                  <a:pt x="1609" y="435"/>
                  <a:pt x="1611" y="440"/>
                  <a:pt x="1607" y="448"/>
                </a:cubicBezTo>
                <a:cubicBezTo>
                  <a:pt x="1606" y="450"/>
                  <a:pt x="1605" y="452"/>
                  <a:pt x="1608" y="453"/>
                </a:cubicBezTo>
                <a:cubicBezTo>
                  <a:pt x="1612" y="454"/>
                  <a:pt x="1612" y="458"/>
                  <a:pt x="1613" y="461"/>
                </a:cubicBezTo>
                <a:cubicBezTo>
                  <a:pt x="1613" y="462"/>
                  <a:pt x="1613" y="462"/>
                  <a:pt x="1613" y="463"/>
                </a:cubicBezTo>
                <a:close/>
                <a:moveTo>
                  <a:pt x="336" y="819"/>
                </a:moveTo>
                <a:cubicBezTo>
                  <a:pt x="336" y="817"/>
                  <a:pt x="337" y="814"/>
                  <a:pt x="335" y="813"/>
                </a:cubicBezTo>
                <a:cubicBezTo>
                  <a:pt x="330" y="810"/>
                  <a:pt x="329" y="806"/>
                  <a:pt x="329" y="801"/>
                </a:cubicBezTo>
                <a:cubicBezTo>
                  <a:pt x="330" y="797"/>
                  <a:pt x="328" y="796"/>
                  <a:pt x="325" y="796"/>
                </a:cubicBezTo>
                <a:cubicBezTo>
                  <a:pt x="322" y="797"/>
                  <a:pt x="318" y="797"/>
                  <a:pt x="315" y="798"/>
                </a:cubicBezTo>
                <a:cubicBezTo>
                  <a:pt x="312" y="798"/>
                  <a:pt x="310" y="799"/>
                  <a:pt x="309" y="802"/>
                </a:cubicBezTo>
                <a:cubicBezTo>
                  <a:pt x="308" y="805"/>
                  <a:pt x="306" y="807"/>
                  <a:pt x="303" y="808"/>
                </a:cubicBezTo>
                <a:cubicBezTo>
                  <a:pt x="299" y="810"/>
                  <a:pt x="299" y="812"/>
                  <a:pt x="302" y="814"/>
                </a:cubicBezTo>
                <a:cubicBezTo>
                  <a:pt x="306" y="819"/>
                  <a:pt x="311" y="824"/>
                  <a:pt x="315" y="829"/>
                </a:cubicBezTo>
                <a:cubicBezTo>
                  <a:pt x="320" y="834"/>
                  <a:pt x="325" y="839"/>
                  <a:pt x="330" y="845"/>
                </a:cubicBezTo>
                <a:cubicBezTo>
                  <a:pt x="331" y="845"/>
                  <a:pt x="332" y="847"/>
                  <a:pt x="333" y="847"/>
                </a:cubicBezTo>
                <a:cubicBezTo>
                  <a:pt x="335" y="846"/>
                  <a:pt x="334" y="844"/>
                  <a:pt x="335" y="843"/>
                </a:cubicBezTo>
                <a:cubicBezTo>
                  <a:pt x="337" y="836"/>
                  <a:pt x="340" y="830"/>
                  <a:pt x="336" y="822"/>
                </a:cubicBezTo>
                <a:cubicBezTo>
                  <a:pt x="336" y="821"/>
                  <a:pt x="336" y="821"/>
                  <a:pt x="336" y="819"/>
                </a:cubicBez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6" name="Google Shape;196;p18"/>
          <p:cNvSpPr txBox="1"/>
          <p:nvPr/>
        </p:nvSpPr>
        <p:spPr>
          <a:xfrm>
            <a:off x="6862148" y="2243737"/>
            <a:ext cx="4353909" cy="2567541"/>
          </a:xfrm>
          <a:prstGeom prst="rect">
            <a:avLst/>
          </a:prstGeom>
          <a:noFill/>
          <a:ln>
            <a:noFill/>
          </a:ln>
        </p:spPr>
        <p:txBody>
          <a:bodyPr spcFirstLastPara="1" wrap="square" lIns="91425" tIns="45700" rIns="91425" bIns="45700" anchor="t" anchorCtr="0">
            <a:noAutofit/>
          </a:bodyPr>
          <a:lstStyle/>
          <a:p>
            <a:pPr algn="just"/>
            <a:r>
              <a:rPr lang="en-US" sz="2000" dirty="0">
                <a:latin typeface="Times New Roman" panose="02020603050405020304" pitchFamily="18" charset="0"/>
                <a:cs typeface="Times New Roman" panose="02020603050405020304" pitchFamily="18" charset="0"/>
              </a:rPr>
              <a:t>Operational Support Information System is a type of information system that supports day-to-day operations. OSIS provides information to support routine, repetitive, and structured decisions. Examples of Operational Support Information System used in KFC are: </a:t>
            </a:r>
          </a:p>
          <a:p>
            <a:pPr marL="742950" lvl="1"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Point of Sale (POS) System </a:t>
            </a:r>
          </a:p>
          <a:p>
            <a:pPr marL="742950" lvl="1"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Inventory Management System</a:t>
            </a:r>
          </a:p>
        </p:txBody>
      </p:sp>
      <p:sp>
        <p:nvSpPr>
          <p:cNvPr id="197" name="Google Shape;197;p18"/>
          <p:cNvSpPr txBox="1">
            <a:spLocks noGrp="1"/>
          </p:cNvSpPr>
          <p:nvPr>
            <p:ph type="title"/>
          </p:nvPr>
        </p:nvSpPr>
        <p:spPr>
          <a:xfrm>
            <a:off x="0" y="361291"/>
            <a:ext cx="12192000" cy="64638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3200"/>
              <a:buFont typeface="Arial"/>
              <a:buNone/>
            </a:pPr>
            <a:r>
              <a:rPr lang="en-US" b="1" dirty="0">
                <a:latin typeface="Arial" panose="020B0604020202020204" pitchFamily="34" charset="0"/>
                <a:cs typeface="Arial" panose="020B0604020202020204" pitchFamily="34" charset="0"/>
              </a:rPr>
              <a:t>OPERATIONAL SUPPORT INFORMATION SYSTEMS</a:t>
            </a:r>
            <a:endParaRPr b="1"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90A4B132-F6A1-D63B-DD03-B6315410A0DF}"/>
              </a:ext>
            </a:extLst>
          </p:cNvPr>
          <p:cNvSpPr/>
          <p:nvPr/>
        </p:nvSpPr>
        <p:spPr>
          <a:xfrm>
            <a:off x="-84474" y="6604275"/>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spTree>
    <p:extLst>
      <p:ext uri="{BB962C8B-B14F-4D97-AF65-F5344CB8AC3E}">
        <p14:creationId xmlns:p14="http://schemas.microsoft.com/office/powerpoint/2010/main" val="116870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0"/>
                                        </p:tgtEl>
                                        <p:attrNameLst>
                                          <p:attrName>style.visibility</p:attrName>
                                        </p:attrNameLst>
                                      </p:cBhvr>
                                      <p:to>
                                        <p:strVal val="visible"/>
                                      </p:to>
                                    </p:set>
                                    <p:anim calcmode="lin" valueType="num">
                                      <p:cBhvr additive="base">
                                        <p:cTn id="7" dur="500"/>
                                        <p:tgtEl>
                                          <p:spTgt spid="190"/>
                                        </p:tgtEl>
                                        <p:attrNameLst>
                                          <p:attrName>ppt_x</p:attrName>
                                        </p:attrNameLst>
                                      </p:cBhvr>
                                      <p:tavLst>
                                        <p:tav tm="0">
                                          <p:val>
                                            <p:strVal val="#ppt_x-1"/>
                                          </p:val>
                                        </p:tav>
                                        <p:tav tm="100000">
                                          <p:val>
                                            <p:strVal val="#ppt_x"/>
                                          </p:val>
                                        </p:tav>
                                      </p:tavLst>
                                    </p:anim>
                                  </p:childTnLst>
                                </p:cTn>
                              </p:par>
                              <p:par>
                                <p:cTn id="8" presetID="2" presetClass="entr" presetSubtype="1" fill="hold" nodeType="withEffect">
                                  <p:stCondLst>
                                    <p:cond delay="0"/>
                                  </p:stCondLst>
                                  <p:childTnLst>
                                    <p:set>
                                      <p:cBhvr>
                                        <p:cTn id="9" dur="1" fill="hold">
                                          <p:stCondLst>
                                            <p:cond delay="0"/>
                                          </p:stCondLst>
                                        </p:cTn>
                                        <p:tgtEl>
                                          <p:spTgt spid="191"/>
                                        </p:tgtEl>
                                        <p:attrNameLst>
                                          <p:attrName>style.visibility</p:attrName>
                                        </p:attrNameLst>
                                      </p:cBhvr>
                                      <p:to>
                                        <p:strVal val="visible"/>
                                      </p:to>
                                    </p:set>
                                    <p:anim calcmode="lin" valueType="num">
                                      <p:cBhvr additive="base">
                                        <p:cTn id="10" dur="500"/>
                                        <p:tgtEl>
                                          <p:spTgt spid="191"/>
                                        </p:tgtEl>
                                        <p:attrNameLst>
                                          <p:attrName>ppt_y</p:attrName>
                                        </p:attrNameLst>
                                      </p:cBhvr>
                                      <p:tavLst>
                                        <p:tav tm="0">
                                          <p:val>
                                            <p:strVal val="#ppt_y-1"/>
                                          </p:val>
                                        </p:tav>
                                        <p:tav tm="100000">
                                          <p:val>
                                            <p:strVal val="#ppt_y"/>
                                          </p:val>
                                        </p:tav>
                                      </p:tavLst>
                                    </p:anim>
                                  </p:childTnLst>
                                </p:cTn>
                              </p:par>
                              <p:par>
                                <p:cTn id="11" presetID="2" presetClass="entr" presetSubtype="2" fill="hold" nodeType="withEffect">
                                  <p:stCondLst>
                                    <p:cond delay="0"/>
                                  </p:stCondLst>
                                  <p:childTnLst>
                                    <p:set>
                                      <p:cBhvr>
                                        <p:cTn id="12" dur="1" fill="hold">
                                          <p:stCondLst>
                                            <p:cond delay="0"/>
                                          </p:stCondLst>
                                        </p:cTn>
                                        <p:tgtEl>
                                          <p:spTgt spid="192"/>
                                        </p:tgtEl>
                                        <p:attrNameLst>
                                          <p:attrName>style.visibility</p:attrName>
                                        </p:attrNameLst>
                                      </p:cBhvr>
                                      <p:to>
                                        <p:strVal val="visible"/>
                                      </p:to>
                                    </p:set>
                                    <p:anim calcmode="lin" valueType="num">
                                      <p:cBhvr additive="base">
                                        <p:cTn id="13" dur="500"/>
                                        <p:tgtEl>
                                          <p:spTgt spid="192"/>
                                        </p:tgtEl>
                                        <p:attrNameLst>
                                          <p:attrName>ppt_x</p:attrName>
                                        </p:attrNameLst>
                                      </p:cBhvr>
                                      <p:tavLst>
                                        <p:tav tm="0">
                                          <p:val>
                                            <p:strVal val="#ppt_x+1"/>
                                          </p:val>
                                        </p:tav>
                                        <p:tav tm="100000">
                                          <p:val>
                                            <p:strVal val="#ppt_x"/>
                                          </p:val>
                                        </p:tav>
                                      </p:tavLst>
                                    </p:anim>
                                  </p:childTnLst>
                                </p:cTn>
                              </p:par>
                              <p:par>
                                <p:cTn id="14" presetID="2" presetClass="entr" presetSubtype="4" fill="hold" nodeType="withEffect">
                                  <p:stCondLst>
                                    <p:cond delay="0"/>
                                  </p:stCondLst>
                                  <p:childTnLst>
                                    <p:set>
                                      <p:cBhvr>
                                        <p:cTn id="15" dur="1" fill="hold">
                                          <p:stCondLst>
                                            <p:cond delay="0"/>
                                          </p:stCondLst>
                                        </p:cTn>
                                        <p:tgtEl>
                                          <p:spTgt spid="193"/>
                                        </p:tgtEl>
                                        <p:attrNameLst>
                                          <p:attrName>style.visibility</p:attrName>
                                        </p:attrNameLst>
                                      </p:cBhvr>
                                      <p:to>
                                        <p:strVal val="visible"/>
                                      </p:to>
                                    </p:set>
                                    <p:anim calcmode="lin" valueType="num">
                                      <p:cBhvr additive="base">
                                        <p:cTn id="16" dur="500"/>
                                        <p:tgtEl>
                                          <p:spTgt spid="193"/>
                                        </p:tgtEl>
                                        <p:attrNameLst>
                                          <p:attrName>ppt_y</p:attrName>
                                        </p:attrNameLst>
                                      </p:cBhvr>
                                      <p:tavLst>
                                        <p:tav tm="0">
                                          <p:val>
                                            <p:strVal val="#ppt_y+1"/>
                                          </p:val>
                                        </p:tav>
                                        <p:tav tm="100000">
                                          <p:val>
                                            <p:strVal val="#ppt_y"/>
                                          </p:val>
                                        </p:tav>
                                      </p:tavLst>
                                    </p:anim>
                                  </p:childTnLst>
                                </p:cTn>
                              </p:par>
                              <p:par>
                                <p:cTn id="17" presetID="8" presetClass="emph" presetSubtype="0" fill="hold" nodeType="withEffect">
                                  <p:stCondLst>
                                    <p:cond delay="0"/>
                                  </p:stCondLst>
                                  <p:childTnLst>
                                    <p:animRot by="-21600000">
                                      <p:cBhvr>
                                        <p:cTn id="18" dur="5000" fill="hold"/>
                                        <p:tgtEl>
                                          <p:spTgt spid="190"/>
                                        </p:tgtEl>
                                        <p:attrNameLst>
                                          <p:attrName>r</p:attrName>
                                        </p:attrNameLst>
                                      </p:cBhvr>
                                    </p:animRot>
                                  </p:childTnLst>
                                </p:cTn>
                              </p:par>
                              <p:par>
                                <p:cTn id="19" presetID="8" presetClass="emph" presetSubtype="0" fill="hold" nodeType="withEffect">
                                  <p:stCondLst>
                                    <p:cond delay="0"/>
                                  </p:stCondLst>
                                  <p:childTnLst>
                                    <p:animRot by="-21600000">
                                      <p:cBhvr>
                                        <p:cTn id="20" dur="5000" fill="hold"/>
                                        <p:tgtEl>
                                          <p:spTgt spid="191"/>
                                        </p:tgtEl>
                                        <p:attrNameLst>
                                          <p:attrName>r</p:attrName>
                                        </p:attrNameLst>
                                      </p:cBhvr>
                                    </p:animRot>
                                  </p:childTnLst>
                                </p:cTn>
                              </p:par>
                              <p:par>
                                <p:cTn id="21" presetID="8" presetClass="emph" presetSubtype="0" fill="hold" nodeType="withEffect">
                                  <p:stCondLst>
                                    <p:cond delay="0"/>
                                  </p:stCondLst>
                                  <p:childTnLst>
                                    <p:animRot by="-21600000">
                                      <p:cBhvr>
                                        <p:cTn id="22" dur="5000" fill="hold"/>
                                        <p:tgtEl>
                                          <p:spTgt spid="192"/>
                                        </p:tgtEl>
                                        <p:attrNameLst>
                                          <p:attrName>r</p:attrName>
                                        </p:attrNameLst>
                                      </p:cBhvr>
                                    </p:animRot>
                                  </p:childTnLst>
                                </p:cTn>
                              </p:par>
                              <p:par>
                                <p:cTn id="23" presetID="8" presetClass="emph" presetSubtype="0" fill="hold" nodeType="withEffect">
                                  <p:stCondLst>
                                    <p:cond delay="0"/>
                                  </p:stCondLst>
                                  <p:childTnLst>
                                    <p:animRot by="-21600000">
                                      <p:cBhvr>
                                        <p:cTn id="24" dur="5000" fill="hold"/>
                                        <p:tgtEl>
                                          <p:spTgt spid="193"/>
                                        </p:tgtEl>
                                        <p:attrNameLst>
                                          <p:attrName>r</p:attrName>
                                        </p:attrNameLst>
                                      </p:cBhvr>
                                    </p:animRot>
                                  </p:childTnLst>
                                </p:cTn>
                              </p:par>
                              <p:par>
                                <p:cTn id="25" presetID="2" presetClass="entr" presetSubtype="8" fill="hold" nodeType="withEffect">
                                  <p:stCondLst>
                                    <p:cond delay="0"/>
                                  </p:stCondLst>
                                  <p:childTnLst>
                                    <p:set>
                                      <p:cBhvr>
                                        <p:cTn id="26" dur="1" fill="hold">
                                          <p:stCondLst>
                                            <p:cond delay="0"/>
                                          </p:stCondLst>
                                        </p:cTn>
                                        <p:tgtEl>
                                          <p:spTgt spid="194"/>
                                        </p:tgtEl>
                                        <p:attrNameLst>
                                          <p:attrName>style.visibility</p:attrName>
                                        </p:attrNameLst>
                                      </p:cBhvr>
                                      <p:to>
                                        <p:strVal val="visible"/>
                                      </p:to>
                                    </p:set>
                                    <p:anim calcmode="lin" valueType="num">
                                      <p:cBhvr additive="base">
                                        <p:cTn id="27" dur="500"/>
                                        <p:tgtEl>
                                          <p:spTgt spid="194"/>
                                        </p:tgtEl>
                                        <p:attrNameLst>
                                          <p:attrName>ppt_x</p:attrName>
                                        </p:attrNameLst>
                                      </p:cBhvr>
                                      <p:tavLst>
                                        <p:tav tm="0">
                                          <p:val>
                                            <p:strVal val="#ppt_x-1"/>
                                          </p:val>
                                        </p:tav>
                                        <p:tav tm="100000">
                                          <p:val>
                                            <p:strVal val="#ppt_x"/>
                                          </p:val>
                                        </p:tav>
                                      </p:tavLst>
                                    </p:anim>
                                  </p:childTnLst>
                                </p:cTn>
                              </p:par>
                              <p:par>
                                <p:cTn id="28" presetID="2" presetClass="entr" presetSubtype="4" fill="hold" nodeType="withEffect">
                                  <p:stCondLst>
                                    <p:cond delay="1000"/>
                                  </p:stCondLst>
                                  <p:childTnLst>
                                    <p:set>
                                      <p:cBhvr>
                                        <p:cTn id="29" dur="1" fill="hold">
                                          <p:stCondLst>
                                            <p:cond delay="0"/>
                                          </p:stCondLst>
                                        </p:cTn>
                                        <p:tgtEl>
                                          <p:spTgt spid="196"/>
                                        </p:tgtEl>
                                        <p:attrNameLst>
                                          <p:attrName>style.visibility</p:attrName>
                                        </p:attrNameLst>
                                      </p:cBhvr>
                                      <p:to>
                                        <p:strVal val="visible"/>
                                      </p:to>
                                    </p:set>
                                    <p:anim calcmode="lin" valueType="num">
                                      <p:cBhvr additive="base">
                                        <p:cTn id="30" dur="500"/>
                                        <p:tgtEl>
                                          <p:spTgt spid="19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grpSp>
        <p:nvGrpSpPr>
          <p:cNvPr id="142" name="Google Shape;142;p17"/>
          <p:cNvGrpSpPr/>
          <p:nvPr/>
        </p:nvGrpSpPr>
        <p:grpSpPr>
          <a:xfrm>
            <a:off x="0" y="0"/>
            <a:ext cx="1223889" cy="1345548"/>
            <a:chOff x="0" y="0"/>
            <a:chExt cx="6237928" cy="6858000"/>
          </a:xfrm>
        </p:grpSpPr>
        <p:sp>
          <p:nvSpPr>
            <p:cNvPr id="143" name="Google Shape;143;p17"/>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44" name="Google Shape;144;p17"/>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145" name="Google Shape;145;p17"/>
          <p:cNvSpPr/>
          <p:nvPr/>
        </p:nvSpPr>
        <p:spPr>
          <a:xfrm>
            <a:off x="2096897" y="2524099"/>
            <a:ext cx="65395" cy="2098604"/>
          </a:xfrm>
          <a:custGeom>
            <a:avLst/>
            <a:gdLst/>
            <a:ahLst/>
            <a:cxnLst/>
            <a:rect l="l" t="t" r="r" b="b"/>
            <a:pathLst>
              <a:path w="120000" h="1253448" extrusionOk="0">
                <a:moveTo>
                  <a:pt x="0" y="0"/>
                </a:moveTo>
                <a:lnTo>
                  <a:pt x="0" y="1253448"/>
                </a:lnTo>
              </a:path>
            </a:pathLst>
          </a:custGeom>
          <a:noFill/>
          <a:ln w="12700" cap="flat" cmpd="sng">
            <a:solidFill>
              <a:srgbClr val="7F7F7F"/>
            </a:solidFill>
            <a:prstDash val="dash"/>
            <a:miter lim="800000"/>
            <a:headEnd type="oval" w="med" len="med"/>
            <a:tailEnd type="oval"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47" name="Google Shape;147;p17"/>
          <p:cNvSpPr/>
          <p:nvPr/>
        </p:nvSpPr>
        <p:spPr>
          <a:xfrm flipH="1">
            <a:off x="9306228" y="2926764"/>
            <a:ext cx="109506" cy="2219906"/>
          </a:xfrm>
          <a:custGeom>
            <a:avLst/>
            <a:gdLst/>
            <a:ahLst/>
            <a:cxnLst/>
            <a:rect l="l" t="t" r="r" b="b"/>
            <a:pathLst>
              <a:path w="120000" h="1253448" extrusionOk="0">
                <a:moveTo>
                  <a:pt x="0" y="0"/>
                </a:moveTo>
                <a:lnTo>
                  <a:pt x="0" y="1253448"/>
                </a:lnTo>
              </a:path>
            </a:pathLst>
          </a:custGeom>
          <a:noFill/>
          <a:ln w="12700" cap="flat" cmpd="sng">
            <a:solidFill>
              <a:srgbClr val="7F7F7F"/>
            </a:solidFill>
            <a:prstDash val="dash"/>
            <a:miter lim="800000"/>
            <a:headEnd type="oval" w="med" len="med"/>
            <a:tailEnd type="oval"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grpSp>
        <p:nvGrpSpPr>
          <p:cNvPr id="148" name="Google Shape;148;p17"/>
          <p:cNvGrpSpPr/>
          <p:nvPr/>
        </p:nvGrpSpPr>
        <p:grpSpPr>
          <a:xfrm>
            <a:off x="1746107" y="315452"/>
            <a:ext cx="2572580" cy="2834565"/>
            <a:chOff x="2449363" y="2011284"/>
            <a:chExt cx="1578177" cy="1661663"/>
          </a:xfrm>
        </p:grpSpPr>
        <p:sp>
          <p:nvSpPr>
            <p:cNvPr id="149" name="Google Shape;149;p17"/>
            <p:cNvSpPr/>
            <p:nvPr/>
          </p:nvSpPr>
          <p:spPr>
            <a:xfrm>
              <a:off x="3103680" y="2011284"/>
              <a:ext cx="137978" cy="137978"/>
            </a:xfrm>
            <a:prstGeom prst="rtTriangl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50" name="Google Shape;150;p17"/>
            <p:cNvSpPr/>
            <p:nvPr/>
          </p:nvSpPr>
          <p:spPr>
            <a:xfrm>
              <a:off x="2501637" y="2128719"/>
              <a:ext cx="1525903" cy="1525903"/>
            </a:xfrm>
            <a:prstGeom prst="roundRect">
              <a:avLst>
                <a:gd name="adj" fmla="val 11772"/>
              </a:avLst>
            </a:prstGeom>
            <a:gradFill>
              <a:gsLst>
                <a:gs pos="0">
                  <a:srgbClr val="E2DDE1"/>
                </a:gs>
                <a:gs pos="76000">
                  <a:srgbClr val="F2F2F2"/>
                </a:gs>
                <a:gs pos="100000">
                  <a:srgbClr val="F2F2F2"/>
                </a:gs>
              </a:gsLst>
              <a:lin ang="7800000" scaled="0"/>
            </a:gradFill>
            <a:ln w="15875" cap="flat" cmpd="sng">
              <a:solidFill>
                <a:srgbClr val="F2F2F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51" name="Google Shape;151;p17"/>
            <p:cNvSpPr/>
            <p:nvPr/>
          </p:nvSpPr>
          <p:spPr>
            <a:xfrm>
              <a:off x="2673020" y="2011284"/>
              <a:ext cx="443202" cy="723338"/>
            </a:xfrm>
            <a:custGeom>
              <a:avLst/>
              <a:gdLst/>
              <a:ahLst/>
              <a:cxnLst/>
              <a:rect l="l" t="t" r="r" b="b"/>
              <a:pathLst>
                <a:path w="395618" h="645678" extrusionOk="0">
                  <a:moveTo>
                    <a:pt x="0" y="638213"/>
                  </a:moveTo>
                  <a:lnTo>
                    <a:pt x="0" y="0"/>
                  </a:lnTo>
                  <a:lnTo>
                    <a:pt x="395618" y="0"/>
                  </a:lnTo>
                  <a:lnTo>
                    <a:pt x="395618" y="645678"/>
                  </a:lnTo>
                  <a:lnTo>
                    <a:pt x="201541" y="503853"/>
                  </a:lnTo>
                  <a:lnTo>
                    <a:pt x="0" y="638213"/>
                  </a:lnTo>
                  <a:close/>
                </a:path>
              </a:pathLst>
            </a:cu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Arial"/>
                <a:ea typeface="Arial"/>
                <a:cs typeface="Arial"/>
                <a:sym typeface="Arial"/>
              </a:endParaRPr>
            </a:p>
          </p:txBody>
        </p:sp>
        <p:sp>
          <p:nvSpPr>
            <p:cNvPr id="152" name="Google Shape;152;p17"/>
            <p:cNvSpPr/>
            <p:nvPr/>
          </p:nvSpPr>
          <p:spPr>
            <a:xfrm>
              <a:off x="2449363" y="2079552"/>
              <a:ext cx="890516"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dirty="0">
                  <a:solidFill>
                    <a:schemeClr val="lt1"/>
                  </a:solidFill>
                  <a:latin typeface="Arial"/>
                  <a:ea typeface="Arial"/>
                  <a:cs typeface="Arial"/>
                  <a:sym typeface="Arial"/>
                </a:rPr>
                <a:t>01</a:t>
              </a:r>
              <a:endParaRPr sz="2400" b="1" dirty="0">
                <a:solidFill>
                  <a:schemeClr val="lt1"/>
                </a:solidFill>
                <a:latin typeface="Arial"/>
                <a:ea typeface="Arial"/>
                <a:cs typeface="Arial"/>
                <a:sym typeface="Arial"/>
              </a:endParaRPr>
            </a:p>
          </p:txBody>
        </p:sp>
        <p:sp>
          <p:nvSpPr>
            <p:cNvPr id="154" name="Google Shape;154;p17"/>
            <p:cNvSpPr txBox="1"/>
            <p:nvPr/>
          </p:nvSpPr>
          <p:spPr>
            <a:xfrm>
              <a:off x="2744736" y="3026616"/>
              <a:ext cx="1039867"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effectLst/>
                  <a:latin typeface="Arial" panose="020B0604020202020204" pitchFamily="34" charset="0"/>
                  <a:ea typeface="Calibri" panose="020F0502020204030204" pitchFamily="34" charset="0"/>
                  <a:cs typeface="Arial" panose="020B0604020202020204" pitchFamily="34" charset="0"/>
                </a:rPr>
                <a:t>Point of Sale (POS) System</a:t>
              </a:r>
              <a:endParaRPr b="1" dirty="0">
                <a:latin typeface="Arial" panose="020B0604020202020204" pitchFamily="34" charset="0"/>
                <a:cs typeface="Arial" panose="020B0604020202020204" pitchFamily="34" charset="0"/>
              </a:endParaRPr>
            </a:p>
          </p:txBody>
        </p:sp>
      </p:grpSp>
      <p:sp>
        <p:nvSpPr>
          <p:cNvPr id="178" name="Google Shape;178;p17"/>
          <p:cNvSpPr txBox="1"/>
          <p:nvPr/>
        </p:nvSpPr>
        <p:spPr>
          <a:xfrm>
            <a:off x="1722504" y="4681704"/>
            <a:ext cx="3807439" cy="1660516"/>
          </a:xfrm>
          <a:prstGeom prst="rect">
            <a:avLst/>
          </a:prstGeom>
          <a:noFill/>
          <a:ln>
            <a:noFill/>
          </a:ln>
        </p:spPr>
        <p:txBody>
          <a:bodyPr spcFirstLastPara="1" wrap="square" lIns="91425" tIns="45700" rIns="91425" bIns="45700" anchor="t" anchorCtr="0">
            <a:noAutofit/>
          </a:bodyPr>
          <a:lstStyle/>
          <a:p>
            <a:pPr lvl="0"/>
            <a:r>
              <a:rPr lang="en-US" dirty="0">
                <a:solidFill>
                  <a:schemeClr val="accent1">
                    <a:lumMod val="75000"/>
                  </a:schemeClr>
                </a:solidFill>
              </a:rPr>
              <a:t>Point of Sale (POS) System</a:t>
            </a:r>
            <a:endParaRPr lang="en-US" sz="1800" dirty="0">
              <a:solidFill>
                <a:schemeClr val="accent1">
                  <a:lumMod val="75000"/>
                </a:schemeClr>
              </a:solidFill>
              <a:latin typeface="Arial"/>
              <a:ea typeface="Arial"/>
              <a:cs typeface="Arial"/>
              <a:sym typeface="Arial"/>
            </a:endParaRPr>
          </a:p>
          <a:p>
            <a:pPr algn="just"/>
            <a:r>
              <a:rPr lang="en-US" dirty="0"/>
              <a:t>A POS system is used to process transactions at the restaurant. At KFC, a POS system could be used to process orders, calculate taxes, and generate receipts. </a:t>
            </a:r>
          </a:p>
        </p:txBody>
      </p:sp>
      <p:pic>
        <p:nvPicPr>
          <p:cNvPr id="3" name="Picture 2" descr="A picture containing text, night sky&#10;&#10;Description automatically generated">
            <a:extLst>
              <a:ext uri="{FF2B5EF4-FFF2-40B4-BE49-F238E27FC236}">
                <a16:creationId xmlns:a16="http://schemas.microsoft.com/office/drawing/2014/main" id="{A2DEF0A8-1C65-BE1A-C392-F7B2D530E4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2946" y="700410"/>
            <a:ext cx="857796" cy="857796"/>
          </a:xfrm>
          <a:prstGeom prst="rect">
            <a:avLst/>
          </a:prstGeom>
        </p:spPr>
      </p:pic>
      <p:grpSp>
        <p:nvGrpSpPr>
          <p:cNvPr id="4" name="Google Shape;148;p17">
            <a:extLst>
              <a:ext uri="{FF2B5EF4-FFF2-40B4-BE49-F238E27FC236}">
                <a16:creationId xmlns:a16="http://schemas.microsoft.com/office/drawing/2014/main" id="{FC260B6D-7491-97ED-EB88-BFD3323E5B31}"/>
              </a:ext>
            </a:extLst>
          </p:cNvPr>
          <p:cNvGrpSpPr/>
          <p:nvPr/>
        </p:nvGrpSpPr>
        <p:grpSpPr>
          <a:xfrm>
            <a:off x="7522523" y="3569738"/>
            <a:ext cx="2572580" cy="2834565"/>
            <a:chOff x="2449363" y="2011284"/>
            <a:chExt cx="1578177" cy="1661663"/>
          </a:xfrm>
        </p:grpSpPr>
        <p:sp>
          <p:nvSpPr>
            <p:cNvPr id="5" name="Google Shape;149;p17">
              <a:extLst>
                <a:ext uri="{FF2B5EF4-FFF2-40B4-BE49-F238E27FC236}">
                  <a16:creationId xmlns:a16="http://schemas.microsoft.com/office/drawing/2014/main" id="{1F43B8F4-FA91-7556-768E-EAD62E67DDDD}"/>
                </a:ext>
              </a:extLst>
            </p:cNvPr>
            <p:cNvSpPr/>
            <p:nvPr/>
          </p:nvSpPr>
          <p:spPr>
            <a:xfrm>
              <a:off x="3103680" y="2011284"/>
              <a:ext cx="137978" cy="137978"/>
            </a:xfrm>
            <a:prstGeom prst="rtTriangl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6" name="Google Shape;150;p17">
              <a:extLst>
                <a:ext uri="{FF2B5EF4-FFF2-40B4-BE49-F238E27FC236}">
                  <a16:creationId xmlns:a16="http://schemas.microsoft.com/office/drawing/2014/main" id="{4568F8A1-8F9C-9308-BA57-9EF5CCA2E552}"/>
                </a:ext>
              </a:extLst>
            </p:cNvPr>
            <p:cNvSpPr/>
            <p:nvPr/>
          </p:nvSpPr>
          <p:spPr>
            <a:xfrm>
              <a:off x="2501637" y="2128719"/>
              <a:ext cx="1525903" cy="1525903"/>
            </a:xfrm>
            <a:prstGeom prst="roundRect">
              <a:avLst>
                <a:gd name="adj" fmla="val 11772"/>
              </a:avLst>
            </a:prstGeom>
            <a:gradFill>
              <a:gsLst>
                <a:gs pos="0">
                  <a:srgbClr val="E2DDE1"/>
                </a:gs>
                <a:gs pos="76000">
                  <a:srgbClr val="F2F2F2"/>
                </a:gs>
                <a:gs pos="100000">
                  <a:srgbClr val="F2F2F2"/>
                </a:gs>
              </a:gsLst>
              <a:lin ang="7800000" scaled="0"/>
            </a:gradFill>
            <a:ln w="15875" cap="flat" cmpd="sng">
              <a:solidFill>
                <a:srgbClr val="F2F2F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7" name="Google Shape;151;p17">
              <a:extLst>
                <a:ext uri="{FF2B5EF4-FFF2-40B4-BE49-F238E27FC236}">
                  <a16:creationId xmlns:a16="http://schemas.microsoft.com/office/drawing/2014/main" id="{90DB6FB4-45BF-C646-17E6-78C4160AA5D6}"/>
                </a:ext>
              </a:extLst>
            </p:cNvPr>
            <p:cNvSpPr/>
            <p:nvPr/>
          </p:nvSpPr>
          <p:spPr>
            <a:xfrm>
              <a:off x="2673020" y="2011284"/>
              <a:ext cx="443202" cy="723338"/>
            </a:xfrm>
            <a:custGeom>
              <a:avLst/>
              <a:gdLst/>
              <a:ahLst/>
              <a:cxnLst/>
              <a:rect l="l" t="t" r="r" b="b"/>
              <a:pathLst>
                <a:path w="395618" h="645678" extrusionOk="0">
                  <a:moveTo>
                    <a:pt x="0" y="638213"/>
                  </a:moveTo>
                  <a:lnTo>
                    <a:pt x="0" y="0"/>
                  </a:lnTo>
                  <a:lnTo>
                    <a:pt x="395618" y="0"/>
                  </a:lnTo>
                  <a:lnTo>
                    <a:pt x="395618" y="645678"/>
                  </a:lnTo>
                  <a:lnTo>
                    <a:pt x="201541" y="503853"/>
                  </a:lnTo>
                  <a:lnTo>
                    <a:pt x="0" y="638213"/>
                  </a:lnTo>
                  <a:close/>
                </a:path>
              </a:pathLst>
            </a:cu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Arial"/>
                <a:ea typeface="Arial"/>
                <a:cs typeface="Arial"/>
                <a:sym typeface="Arial"/>
              </a:endParaRPr>
            </a:p>
          </p:txBody>
        </p:sp>
        <p:sp>
          <p:nvSpPr>
            <p:cNvPr id="8" name="Google Shape;152;p17">
              <a:extLst>
                <a:ext uri="{FF2B5EF4-FFF2-40B4-BE49-F238E27FC236}">
                  <a16:creationId xmlns:a16="http://schemas.microsoft.com/office/drawing/2014/main" id="{3FA68B58-690E-A286-AF09-8ADB6A05CFA0}"/>
                </a:ext>
              </a:extLst>
            </p:cNvPr>
            <p:cNvSpPr/>
            <p:nvPr/>
          </p:nvSpPr>
          <p:spPr>
            <a:xfrm>
              <a:off x="2449363" y="2079552"/>
              <a:ext cx="890516"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dirty="0">
                  <a:solidFill>
                    <a:schemeClr val="lt1"/>
                  </a:solidFill>
                  <a:latin typeface="Arial"/>
                  <a:ea typeface="Arial"/>
                  <a:cs typeface="Arial"/>
                  <a:sym typeface="Arial"/>
                </a:rPr>
                <a:t>02</a:t>
              </a:r>
              <a:endParaRPr sz="2400" b="1" dirty="0">
                <a:solidFill>
                  <a:schemeClr val="lt1"/>
                </a:solidFill>
                <a:latin typeface="Arial"/>
                <a:ea typeface="Arial"/>
                <a:cs typeface="Arial"/>
                <a:sym typeface="Arial"/>
              </a:endParaRPr>
            </a:p>
          </p:txBody>
        </p:sp>
        <p:sp>
          <p:nvSpPr>
            <p:cNvPr id="9" name="Google Shape;154;p17">
              <a:extLst>
                <a:ext uri="{FF2B5EF4-FFF2-40B4-BE49-F238E27FC236}">
                  <a16:creationId xmlns:a16="http://schemas.microsoft.com/office/drawing/2014/main" id="{0869221A-338A-3099-0A62-2CB6E62132B0}"/>
                </a:ext>
              </a:extLst>
            </p:cNvPr>
            <p:cNvSpPr txBox="1"/>
            <p:nvPr/>
          </p:nvSpPr>
          <p:spPr>
            <a:xfrm>
              <a:off x="2744736" y="3026616"/>
              <a:ext cx="1039867" cy="646331"/>
            </a:xfrm>
            <a:prstGeom prst="rect">
              <a:avLst/>
            </a:prstGeom>
            <a:noFill/>
            <a:ln>
              <a:noFill/>
            </a:ln>
          </p:spPr>
          <p:txBody>
            <a:bodyPr spcFirstLastPara="1" wrap="square" lIns="91425" tIns="45700" rIns="91425" bIns="45700" anchor="t" anchorCtr="0">
              <a:noAutofit/>
            </a:bodyPr>
            <a:lstStyle/>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Inventory Management System</a:t>
              </a:r>
            </a:p>
          </p:txBody>
        </p:sp>
      </p:grpSp>
      <p:pic>
        <p:nvPicPr>
          <p:cNvPr id="10" name="Picture 9" descr="A picture containing text, night sky&#10;&#10;Description automatically generated">
            <a:extLst>
              <a:ext uri="{FF2B5EF4-FFF2-40B4-BE49-F238E27FC236}">
                <a16:creationId xmlns:a16="http://schemas.microsoft.com/office/drawing/2014/main" id="{F63928B3-2739-C0F6-78CA-B2CA2005D6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0701" y="3915310"/>
            <a:ext cx="857796" cy="857796"/>
          </a:xfrm>
          <a:prstGeom prst="rect">
            <a:avLst/>
          </a:prstGeom>
        </p:spPr>
      </p:pic>
      <p:sp>
        <p:nvSpPr>
          <p:cNvPr id="11" name="Google Shape;178;p17">
            <a:extLst>
              <a:ext uri="{FF2B5EF4-FFF2-40B4-BE49-F238E27FC236}">
                <a16:creationId xmlns:a16="http://schemas.microsoft.com/office/drawing/2014/main" id="{13A7666C-918A-792F-8BB5-DBB5BC959598}"/>
              </a:ext>
            </a:extLst>
          </p:cNvPr>
          <p:cNvSpPr txBox="1"/>
          <p:nvPr/>
        </p:nvSpPr>
        <p:spPr>
          <a:xfrm>
            <a:off x="8004009" y="509613"/>
            <a:ext cx="3807439" cy="1660516"/>
          </a:xfrm>
          <a:prstGeom prst="rect">
            <a:avLst/>
          </a:prstGeom>
          <a:noFill/>
          <a:ln>
            <a:noFill/>
          </a:ln>
        </p:spPr>
        <p:txBody>
          <a:bodyPr spcFirstLastPara="1" wrap="square" lIns="91425" tIns="45700" rIns="91425" bIns="45700" anchor="t" anchorCtr="0">
            <a:noAutofit/>
          </a:bodyPr>
          <a:lstStyle/>
          <a:p>
            <a:r>
              <a:rPr lang="en-US" dirty="0">
                <a:solidFill>
                  <a:schemeClr val="accent1">
                    <a:lumMod val="75000"/>
                  </a:schemeClr>
                </a:solidFill>
              </a:rPr>
              <a:t> Inventory Management System</a:t>
            </a:r>
            <a:endParaRPr lang="en-US" sz="1800" dirty="0">
              <a:solidFill>
                <a:schemeClr val="accent1">
                  <a:lumMod val="75000"/>
                </a:schemeClr>
              </a:solidFill>
              <a:latin typeface="Arial"/>
              <a:ea typeface="Arial"/>
              <a:cs typeface="Arial"/>
              <a:sym typeface="Arial"/>
            </a:endParaRPr>
          </a:p>
          <a:p>
            <a:pPr algn="just"/>
            <a:r>
              <a:rPr lang="en-US" dirty="0"/>
              <a:t>An inventory management system is used to manage the inventory levels of raw materials, finished goods, and supplies. At KFC, an inventory management system could be used to track the inventory levels of chicken, buns, sauces, and other ingredients.</a:t>
            </a:r>
          </a:p>
        </p:txBody>
      </p:sp>
      <p:sp>
        <p:nvSpPr>
          <p:cNvPr id="12" name="Rectangle 11">
            <a:extLst>
              <a:ext uri="{FF2B5EF4-FFF2-40B4-BE49-F238E27FC236}">
                <a16:creationId xmlns:a16="http://schemas.microsoft.com/office/drawing/2014/main" id="{0CCBC099-5381-E6BF-059A-460C8B710A7D}"/>
              </a:ext>
            </a:extLst>
          </p:cNvPr>
          <p:cNvSpPr/>
          <p:nvPr/>
        </p:nvSpPr>
        <p:spPr>
          <a:xfrm>
            <a:off x="-84474" y="6604275"/>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8"/>
                                        </p:tgtEl>
                                        <p:attrNameLst>
                                          <p:attrName>style.visibility</p:attrName>
                                        </p:attrNameLst>
                                      </p:cBhvr>
                                      <p:to>
                                        <p:strVal val="visible"/>
                                      </p:to>
                                    </p:set>
                                    <p:animEffect transition="in" filter="fade">
                                      <p:cBhvr>
                                        <p:cTn id="7" dur="1000"/>
                                        <p:tgtEl>
                                          <p:spTgt spid="14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45"/>
                                        </p:tgtEl>
                                        <p:attrNameLst>
                                          <p:attrName>style.visibility</p:attrName>
                                        </p:attrNameLst>
                                      </p:cBhvr>
                                      <p:to>
                                        <p:strVal val="visible"/>
                                      </p:to>
                                    </p:set>
                                    <p:animEffect transition="in" filter="fade">
                                      <p:cBhvr>
                                        <p:cTn id="11" dur="500"/>
                                        <p:tgtEl>
                                          <p:spTgt spid="145"/>
                                        </p:tgtEl>
                                      </p:cBhvr>
                                    </p:animEffect>
                                  </p:childTnLst>
                                </p:cTn>
                              </p:par>
                              <p:par>
                                <p:cTn id="12" presetID="10" presetClass="entr" presetSubtype="0" fill="hold" nodeType="withEffect">
                                  <p:stCondLst>
                                    <p:cond delay="0"/>
                                  </p:stCondLst>
                                  <p:childTnLst>
                                    <p:set>
                                      <p:cBhvr>
                                        <p:cTn id="13" dur="1" fill="hold">
                                          <p:stCondLst>
                                            <p:cond delay="0"/>
                                          </p:stCondLst>
                                        </p:cTn>
                                        <p:tgtEl>
                                          <p:spTgt spid="147"/>
                                        </p:tgtEl>
                                        <p:attrNameLst>
                                          <p:attrName>style.visibility</p:attrName>
                                        </p:attrNameLst>
                                      </p:cBhvr>
                                      <p:to>
                                        <p:strVal val="visible"/>
                                      </p:to>
                                    </p:set>
                                    <p:animEffect transition="in" filter="fade">
                                      <p:cBhvr>
                                        <p:cTn id="14" dur="500"/>
                                        <p:tgtEl>
                                          <p:spTgt spid="147"/>
                                        </p:tgtEl>
                                      </p:cBhvr>
                                    </p:animEffect>
                                  </p:childTnLst>
                                </p:cTn>
                              </p:par>
                            </p:childTnLst>
                          </p:cTn>
                        </p:par>
                        <p:par>
                          <p:cTn id="15" fill="hold">
                            <p:stCondLst>
                              <p:cond delay="1500"/>
                            </p:stCondLst>
                            <p:childTnLst>
                              <p:par>
                                <p:cTn id="16" presetID="10" presetClass="entr" presetSubtype="0" fill="hold" nodeType="afterEffect">
                                  <p:stCondLst>
                                    <p:cond delay="0"/>
                                  </p:stCondLst>
                                  <p:childTnLst>
                                    <p:set>
                                      <p:cBhvr>
                                        <p:cTn id="17" dur="1" fill="hold">
                                          <p:stCondLst>
                                            <p:cond delay="0"/>
                                          </p:stCondLst>
                                        </p:cTn>
                                        <p:tgtEl>
                                          <p:spTgt spid="178"/>
                                        </p:tgtEl>
                                        <p:attrNameLst>
                                          <p:attrName>style.visibility</p:attrName>
                                        </p:attrNameLst>
                                      </p:cBhvr>
                                      <p:to>
                                        <p:strVal val="visible"/>
                                      </p:to>
                                    </p:set>
                                    <p:animEffect transition="in" filter="fade">
                                      <p:cBhvr>
                                        <p:cTn id="18" dur="500"/>
                                        <p:tgtEl>
                                          <p:spTgt spid="178"/>
                                        </p:tgtEl>
                                      </p:cBhvr>
                                    </p:animEffect>
                                  </p:childTnLst>
                                </p:cTn>
                              </p:par>
                              <p:par>
                                <p:cTn id="19" presetID="10"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childTnLst>
                                </p:cTn>
                              </p:par>
                            </p:childTnLst>
                          </p:cTn>
                        </p:par>
                        <p:par>
                          <p:cTn id="22" fill="hold">
                            <p:stCondLst>
                              <p:cond delay="2500"/>
                            </p:stCondLst>
                            <p:childTnLst>
                              <p:par>
                                <p:cTn id="23" presetID="10" presetClass="entr" presetSubtype="0"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grpSp>
        <p:nvGrpSpPr>
          <p:cNvPr id="187" name="Google Shape;187;p18"/>
          <p:cNvGrpSpPr/>
          <p:nvPr/>
        </p:nvGrpSpPr>
        <p:grpSpPr>
          <a:xfrm>
            <a:off x="0" y="0"/>
            <a:ext cx="1223889" cy="1345548"/>
            <a:chOff x="0" y="0"/>
            <a:chExt cx="6237928" cy="6858000"/>
          </a:xfrm>
        </p:grpSpPr>
        <p:sp>
          <p:nvSpPr>
            <p:cNvPr id="188" name="Google Shape;188;p18"/>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89" name="Google Shape;189;p18"/>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EF002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190" name="Google Shape;190;p18"/>
          <p:cNvSpPr/>
          <p:nvPr/>
        </p:nvSpPr>
        <p:spPr>
          <a:xfrm>
            <a:off x="975943" y="4610033"/>
            <a:ext cx="1666358" cy="1664147"/>
          </a:xfrm>
          <a:custGeom>
            <a:avLst/>
            <a:gdLst/>
            <a:ahLst/>
            <a:cxnLst/>
            <a:rect l="l" t="t" r="r" b="b"/>
            <a:pathLst>
              <a:path w="638" h="637" extrusionOk="0">
                <a:moveTo>
                  <a:pt x="603" y="352"/>
                </a:moveTo>
                <a:cubicBezTo>
                  <a:pt x="638" y="346"/>
                  <a:pt x="638" y="346"/>
                  <a:pt x="638" y="346"/>
                </a:cubicBezTo>
                <a:cubicBezTo>
                  <a:pt x="638" y="290"/>
                  <a:pt x="638" y="290"/>
                  <a:pt x="638" y="290"/>
                </a:cubicBezTo>
                <a:cubicBezTo>
                  <a:pt x="603" y="284"/>
                  <a:pt x="603" y="284"/>
                  <a:pt x="603" y="284"/>
                </a:cubicBezTo>
                <a:cubicBezTo>
                  <a:pt x="573" y="284"/>
                  <a:pt x="573" y="284"/>
                  <a:pt x="573" y="284"/>
                </a:cubicBezTo>
                <a:cubicBezTo>
                  <a:pt x="570" y="261"/>
                  <a:pt x="564" y="240"/>
                  <a:pt x="556" y="221"/>
                </a:cubicBezTo>
                <a:cubicBezTo>
                  <a:pt x="582" y="205"/>
                  <a:pt x="582" y="205"/>
                  <a:pt x="582" y="205"/>
                </a:cubicBezTo>
                <a:cubicBezTo>
                  <a:pt x="609" y="184"/>
                  <a:pt x="609" y="184"/>
                  <a:pt x="609" y="184"/>
                </a:cubicBezTo>
                <a:cubicBezTo>
                  <a:pt x="580" y="134"/>
                  <a:pt x="580" y="134"/>
                  <a:pt x="580" y="134"/>
                </a:cubicBezTo>
                <a:cubicBezTo>
                  <a:pt x="547" y="146"/>
                  <a:pt x="547" y="146"/>
                  <a:pt x="547" y="146"/>
                </a:cubicBezTo>
                <a:cubicBezTo>
                  <a:pt x="521" y="162"/>
                  <a:pt x="521" y="162"/>
                  <a:pt x="521" y="162"/>
                </a:cubicBezTo>
                <a:cubicBezTo>
                  <a:pt x="509" y="145"/>
                  <a:pt x="493" y="128"/>
                  <a:pt x="476" y="116"/>
                </a:cubicBezTo>
                <a:cubicBezTo>
                  <a:pt x="491" y="90"/>
                  <a:pt x="491" y="90"/>
                  <a:pt x="491" y="90"/>
                </a:cubicBezTo>
                <a:cubicBezTo>
                  <a:pt x="503" y="57"/>
                  <a:pt x="503" y="57"/>
                  <a:pt x="503" y="57"/>
                </a:cubicBezTo>
                <a:cubicBezTo>
                  <a:pt x="453" y="28"/>
                  <a:pt x="453" y="28"/>
                  <a:pt x="453" y="28"/>
                </a:cubicBezTo>
                <a:cubicBezTo>
                  <a:pt x="432" y="56"/>
                  <a:pt x="432" y="56"/>
                  <a:pt x="432" y="56"/>
                </a:cubicBezTo>
                <a:cubicBezTo>
                  <a:pt x="417" y="81"/>
                  <a:pt x="417" y="81"/>
                  <a:pt x="417" y="81"/>
                </a:cubicBezTo>
                <a:cubicBezTo>
                  <a:pt x="397" y="74"/>
                  <a:pt x="376" y="68"/>
                  <a:pt x="353" y="65"/>
                </a:cubicBezTo>
                <a:cubicBezTo>
                  <a:pt x="353" y="34"/>
                  <a:pt x="353" y="34"/>
                  <a:pt x="353" y="34"/>
                </a:cubicBezTo>
                <a:cubicBezTo>
                  <a:pt x="347" y="0"/>
                  <a:pt x="347" y="0"/>
                  <a:pt x="347" y="0"/>
                </a:cubicBezTo>
                <a:cubicBezTo>
                  <a:pt x="291" y="0"/>
                  <a:pt x="291" y="0"/>
                  <a:pt x="291" y="0"/>
                </a:cubicBezTo>
                <a:cubicBezTo>
                  <a:pt x="285" y="34"/>
                  <a:pt x="285" y="34"/>
                  <a:pt x="285" y="34"/>
                </a:cubicBezTo>
                <a:cubicBezTo>
                  <a:pt x="285" y="65"/>
                  <a:pt x="285" y="65"/>
                  <a:pt x="285" y="65"/>
                </a:cubicBezTo>
                <a:cubicBezTo>
                  <a:pt x="262" y="68"/>
                  <a:pt x="243" y="74"/>
                  <a:pt x="221" y="81"/>
                </a:cubicBezTo>
                <a:cubicBezTo>
                  <a:pt x="208" y="56"/>
                  <a:pt x="208" y="56"/>
                  <a:pt x="208" y="56"/>
                </a:cubicBezTo>
                <a:cubicBezTo>
                  <a:pt x="185" y="28"/>
                  <a:pt x="185" y="28"/>
                  <a:pt x="185" y="28"/>
                </a:cubicBezTo>
                <a:cubicBezTo>
                  <a:pt x="135" y="57"/>
                  <a:pt x="135" y="57"/>
                  <a:pt x="135" y="57"/>
                </a:cubicBezTo>
                <a:cubicBezTo>
                  <a:pt x="149" y="90"/>
                  <a:pt x="149" y="90"/>
                  <a:pt x="149" y="90"/>
                </a:cubicBezTo>
                <a:cubicBezTo>
                  <a:pt x="162" y="116"/>
                  <a:pt x="162" y="116"/>
                  <a:pt x="162" y="116"/>
                </a:cubicBezTo>
                <a:cubicBezTo>
                  <a:pt x="146" y="128"/>
                  <a:pt x="131" y="145"/>
                  <a:pt x="117" y="162"/>
                </a:cubicBezTo>
                <a:cubicBezTo>
                  <a:pt x="91" y="146"/>
                  <a:pt x="91" y="146"/>
                  <a:pt x="91" y="146"/>
                </a:cubicBezTo>
                <a:cubicBezTo>
                  <a:pt x="58" y="134"/>
                  <a:pt x="58" y="134"/>
                  <a:pt x="58" y="134"/>
                </a:cubicBezTo>
                <a:cubicBezTo>
                  <a:pt x="29" y="184"/>
                  <a:pt x="29" y="184"/>
                  <a:pt x="29" y="184"/>
                </a:cubicBezTo>
                <a:cubicBezTo>
                  <a:pt x="56" y="205"/>
                  <a:pt x="56" y="205"/>
                  <a:pt x="56" y="205"/>
                </a:cubicBezTo>
                <a:cubicBezTo>
                  <a:pt x="82" y="221"/>
                  <a:pt x="82" y="221"/>
                  <a:pt x="82" y="221"/>
                </a:cubicBezTo>
                <a:cubicBezTo>
                  <a:pt x="75" y="240"/>
                  <a:pt x="69" y="261"/>
                  <a:pt x="66" y="284"/>
                </a:cubicBezTo>
                <a:cubicBezTo>
                  <a:pt x="37" y="284"/>
                  <a:pt x="37" y="284"/>
                  <a:pt x="37" y="284"/>
                </a:cubicBezTo>
                <a:cubicBezTo>
                  <a:pt x="0" y="290"/>
                  <a:pt x="0" y="290"/>
                  <a:pt x="0" y="290"/>
                </a:cubicBezTo>
                <a:cubicBezTo>
                  <a:pt x="0" y="346"/>
                  <a:pt x="0" y="346"/>
                  <a:pt x="0" y="346"/>
                </a:cubicBezTo>
                <a:cubicBezTo>
                  <a:pt x="37" y="352"/>
                  <a:pt x="37" y="352"/>
                  <a:pt x="37" y="352"/>
                </a:cubicBezTo>
                <a:cubicBezTo>
                  <a:pt x="66" y="352"/>
                  <a:pt x="66" y="352"/>
                  <a:pt x="66" y="352"/>
                </a:cubicBezTo>
                <a:cubicBezTo>
                  <a:pt x="69" y="373"/>
                  <a:pt x="75" y="395"/>
                  <a:pt x="82" y="414"/>
                </a:cubicBezTo>
                <a:cubicBezTo>
                  <a:pt x="56" y="429"/>
                  <a:pt x="56" y="429"/>
                  <a:pt x="56" y="429"/>
                </a:cubicBezTo>
                <a:cubicBezTo>
                  <a:pt x="29" y="452"/>
                  <a:pt x="29" y="452"/>
                  <a:pt x="29" y="452"/>
                </a:cubicBezTo>
                <a:cubicBezTo>
                  <a:pt x="58" y="502"/>
                  <a:pt x="58" y="502"/>
                  <a:pt x="58" y="502"/>
                </a:cubicBezTo>
                <a:cubicBezTo>
                  <a:pt x="91" y="488"/>
                  <a:pt x="91" y="488"/>
                  <a:pt x="91" y="488"/>
                </a:cubicBezTo>
                <a:cubicBezTo>
                  <a:pt x="117" y="475"/>
                  <a:pt x="117" y="475"/>
                  <a:pt x="117" y="475"/>
                </a:cubicBezTo>
                <a:cubicBezTo>
                  <a:pt x="131" y="491"/>
                  <a:pt x="146" y="507"/>
                  <a:pt x="162" y="520"/>
                </a:cubicBezTo>
                <a:cubicBezTo>
                  <a:pt x="149" y="546"/>
                  <a:pt x="149" y="546"/>
                  <a:pt x="149" y="546"/>
                </a:cubicBezTo>
                <a:cubicBezTo>
                  <a:pt x="135" y="579"/>
                  <a:pt x="135" y="579"/>
                  <a:pt x="135" y="579"/>
                </a:cubicBezTo>
                <a:cubicBezTo>
                  <a:pt x="185" y="608"/>
                  <a:pt x="185" y="608"/>
                  <a:pt x="185" y="608"/>
                </a:cubicBezTo>
                <a:cubicBezTo>
                  <a:pt x="208" y="581"/>
                  <a:pt x="208" y="581"/>
                  <a:pt x="208" y="581"/>
                </a:cubicBezTo>
                <a:cubicBezTo>
                  <a:pt x="221" y="555"/>
                  <a:pt x="221" y="555"/>
                  <a:pt x="221" y="555"/>
                </a:cubicBezTo>
                <a:cubicBezTo>
                  <a:pt x="243" y="563"/>
                  <a:pt x="262" y="569"/>
                  <a:pt x="285" y="572"/>
                </a:cubicBezTo>
                <a:cubicBezTo>
                  <a:pt x="285" y="600"/>
                  <a:pt x="285" y="600"/>
                  <a:pt x="285" y="600"/>
                </a:cubicBezTo>
                <a:cubicBezTo>
                  <a:pt x="291" y="637"/>
                  <a:pt x="291" y="637"/>
                  <a:pt x="291" y="637"/>
                </a:cubicBezTo>
                <a:cubicBezTo>
                  <a:pt x="347" y="637"/>
                  <a:pt x="347" y="637"/>
                  <a:pt x="347" y="637"/>
                </a:cubicBezTo>
                <a:cubicBezTo>
                  <a:pt x="353" y="600"/>
                  <a:pt x="353" y="600"/>
                  <a:pt x="353" y="600"/>
                </a:cubicBezTo>
                <a:cubicBezTo>
                  <a:pt x="353" y="572"/>
                  <a:pt x="353" y="572"/>
                  <a:pt x="353" y="572"/>
                </a:cubicBezTo>
                <a:cubicBezTo>
                  <a:pt x="376" y="569"/>
                  <a:pt x="397" y="563"/>
                  <a:pt x="417" y="555"/>
                </a:cubicBezTo>
                <a:cubicBezTo>
                  <a:pt x="432" y="581"/>
                  <a:pt x="432" y="581"/>
                  <a:pt x="432" y="581"/>
                </a:cubicBezTo>
                <a:cubicBezTo>
                  <a:pt x="453" y="608"/>
                  <a:pt x="453" y="608"/>
                  <a:pt x="453" y="608"/>
                </a:cubicBezTo>
                <a:cubicBezTo>
                  <a:pt x="503" y="579"/>
                  <a:pt x="503" y="579"/>
                  <a:pt x="503" y="579"/>
                </a:cubicBezTo>
                <a:cubicBezTo>
                  <a:pt x="491" y="546"/>
                  <a:pt x="491" y="546"/>
                  <a:pt x="491" y="546"/>
                </a:cubicBezTo>
                <a:cubicBezTo>
                  <a:pt x="476" y="520"/>
                  <a:pt x="476" y="520"/>
                  <a:pt x="476" y="520"/>
                </a:cubicBezTo>
                <a:cubicBezTo>
                  <a:pt x="493" y="507"/>
                  <a:pt x="509" y="491"/>
                  <a:pt x="521" y="475"/>
                </a:cubicBezTo>
                <a:cubicBezTo>
                  <a:pt x="547" y="488"/>
                  <a:pt x="547" y="488"/>
                  <a:pt x="547" y="488"/>
                </a:cubicBezTo>
                <a:cubicBezTo>
                  <a:pt x="580" y="502"/>
                  <a:pt x="580" y="502"/>
                  <a:pt x="580" y="502"/>
                </a:cubicBezTo>
                <a:cubicBezTo>
                  <a:pt x="609" y="452"/>
                  <a:pt x="609" y="452"/>
                  <a:pt x="609" y="452"/>
                </a:cubicBezTo>
                <a:cubicBezTo>
                  <a:pt x="582" y="429"/>
                  <a:pt x="582" y="429"/>
                  <a:pt x="582" y="429"/>
                </a:cubicBezTo>
                <a:cubicBezTo>
                  <a:pt x="556" y="414"/>
                  <a:pt x="556" y="414"/>
                  <a:pt x="556" y="414"/>
                </a:cubicBezTo>
                <a:cubicBezTo>
                  <a:pt x="564" y="395"/>
                  <a:pt x="570" y="373"/>
                  <a:pt x="573" y="352"/>
                </a:cubicBezTo>
                <a:lnTo>
                  <a:pt x="603" y="352"/>
                </a:lnTo>
                <a:close/>
                <a:moveTo>
                  <a:pt x="319" y="493"/>
                </a:moveTo>
                <a:cubicBezTo>
                  <a:pt x="223" y="493"/>
                  <a:pt x="145" y="414"/>
                  <a:pt x="145" y="318"/>
                </a:cubicBezTo>
                <a:cubicBezTo>
                  <a:pt x="145" y="222"/>
                  <a:pt x="223" y="144"/>
                  <a:pt x="319" y="144"/>
                </a:cubicBezTo>
                <a:cubicBezTo>
                  <a:pt x="415" y="144"/>
                  <a:pt x="493" y="222"/>
                  <a:pt x="493" y="318"/>
                </a:cubicBezTo>
                <a:cubicBezTo>
                  <a:pt x="493" y="414"/>
                  <a:pt x="415" y="493"/>
                  <a:pt x="319" y="493"/>
                </a:cubicBez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1" name="Google Shape;191;p18"/>
          <p:cNvSpPr/>
          <p:nvPr/>
        </p:nvSpPr>
        <p:spPr>
          <a:xfrm>
            <a:off x="2414517" y="3808367"/>
            <a:ext cx="2089859" cy="2086542"/>
          </a:xfrm>
          <a:custGeom>
            <a:avLst/>
            <a:gdLst/>
            <a:ahLst/>
            <a:cxnLst/>
            <a:rect l="l" t="t" r="r" b="b"/>
            <a:pathLst>
              <a:path w="800" h="799" extrusionOk="0">
                <a:moveTo>
                  <a:pt x="766" y="435"/>
                </a:moveTo>
                <a:cubicBezTo>
                  <a:pt x="800" y="428"/>
                  <a:pt x="800" y="428"/>
                  <a:pt x="800" y="428"/>
                </a:cubicBezTo>
                <a:cubicBezTo>
                  <a:pt x="800" y="371"/>
                  <a:pt x="800" y="371"/>
                  <a:pt x="800" y="371"/>
                </a:cubicBezTo>
                <a:cubicBezTo>
                  <a:pt x="766" y="365"/>
                  <a:pt x="766" y="365"/>
                  <a:pt x="766" y="365"/>
                </a:cubicBezTo>
                <a:cubicBezTo>
                  <a:pt x="737" y="365"/>
                  <a:pt x="737" y="365"/>
                  <a:pt x="737" y="365"/>
                </a:cubicBezTo>
                <a:cubicBezTo>
                  <a:pt x="735" y="344"/>
                  <a:pt x="731" y="322"/>
                  <a:pt x="725" y="303"/>
                </a:cubicBezTo>
                <a:cubicBezTo>
                  <a:pt x="751" y="292"/>
                  <a:pt x="751" y="292"/>
                  <a:pt x="751" y="292"/>
                </a:cubicBezTo>
                <a:cubicBezTo>
                  <a:pt x="781" y="273"/>
                  <a:pt x="781" y="273"/>
                  <a:pt x="781" y="273"/>
                </a:cubicBezTo>
                <a:cubicBezTo>
                  <a:pt x="760" y="220"/>
                  <a:pt x="760" y="220"/>
                  <a:pt x="760" y="220"/>
                </a:cubicBezTo>
                <a:cubicBezTo>
                  <a:pt x="725" y="229"/>
                  <a:pt x="725" y="229"/>
                  <a:pt x="725" y="229"/>
                </a:cubicBezTo>
                <a:cubicBezTo>
                  <a:pt x="699" y="239"/>
                  <a:pt x="699" y="239"/>
                  <a:pt x="699" y="239"/>
                </a:cubicBezTo>
                <a:cubicBezTo>
                  <a:pt x="689" y="220"/>
                  <a:pt x="676" y="203"/>
                  <a:pt x="663" y="186"/>
                </a:cubicBezTo>
                <a:cubicBezTo>
                  <a:pt x="684" y="165"/>
                  <a:pt x="684" y="165"/>
                  <a:pt x="684" y="165"/>
                </a:cubicBezTo>
                <a:cubicBezTo>
                  <a:pt x="704" y="136"/>
                  <a:pt x="704" y="136"/>
                  <a:pt x="704" y="136"/>
                </a:cubicBezTo>
                <a:cubicBezTo>
                  <a:pt x="664" y="97"/>
                  <a:pt x="664" y="97"/>
                  <a:pt x="664" y="97"/>
                </a:cubicBezTo>
                <a:cubicBezTo>
                  <a:pt x="636" y="117"/>
                  <a:pt x="636" y="117"/>
                  <a:pt x="636" y="117"/>
                </a:cubicBezTo>
                <a:cubicBezTo>
                  <a:pt x="614" y="138"/>
                  <a:pt x="614" y="138"/>
                  <a:pt x="614" y="138"/>
                </a:cubicBezTo>
                <a:cubicBezTo>
                  <a:pt x="598" y="124"/>
                  <a:pt x="580" y="112"/>
                  <a:pt x="561" y="102"/>
                </a:cubicBezTo>
                <a:cubicBezTo>
                  <a:pt x="572" y="76"/>
                  <a:pt x="572" y="76"/>
                  <a:pt x="572" y="76"/>
                </a:cubicBezTo>
                <a:cubicBezTo>
                  <a:pt x="580" y="41"/>
                  <a:pt x="580" y="41"/>
                  <a:pt x="580" y="41"/>
                </a:cubicBezTo>
                <a:cubicBezTo>
                  <a:pt x="528" y="20"/>
                  <a:pt x="528" y="20"/>
                  <a:pt x="528" y="20"/>
                </a:cubicBezTo>
                <a:cubicBezTo>
                  <a:pt x="509" y="49"/>
                  <a:pt x="509" y="49"/>
                  <a:pt x="509" y="49"/>
                </a:cubicBezTo>
                <a:cubicBezTo>
                  <a:pt x="498" y="76"/>
                  <a:pt x="498" y="76"/>
                  <a:pt x="498" y="76"/>
                </a:cubicBezTo>
                <a:cubicBezTo>
                  <a:pt x="478" y="70"/>
                  <a:pt x="457" y="65"/>
                  <a:pt x="436" y="64"/>
                </a:cubicBezTo>
                <a:cubicBezTo>
                  <a:pt x="436" y="35"/>
                  <a:pt x="436" y="35"/>
                  <a:pt x="436" y="35"/>
                </a:cubicBezTo>
                <a:cubicBezTo>
                  <a:pt x="430" y="0"/>
                  <a:pt x="430" y="0"/>
                  <a:pt x="430" y="0"/>
                </a:cubicBezTo>
                <a:cubicBezTo>
                  <a:pt x="372" y="0"/>
                  <a:pt x="372" y="0"/>
                  <a:pt x="372" y="0"/>
                </a:cubicBezTo>
                <a:cubicBezTo>
                  <a:pt x="366" y="35"/>
                  <a:pt x="366" y="35"/>
                  <a:pt x="366" y="35"/>
                </a:cubicBezTo>
                <a:cubicBezTo>
                  <a:pt x="366" y="64"/>
                  <a:pt x="366" y="64"/>
                  <a:pt x="366" y="64"/>
                </a:cubicBezTo>
                <a:cubicBezTo>
                  <a:pt x="345" y="65"/>
                  <a:pt x="324" y="70"/>
                  <a:pt x="304" y="76"/>
                </a:cubicBezTo>
                <a:cubicBezTo>
                  <a:pt x="292" y="49"/>
                  <a:pt x="292" y="49"/>
                  <a:pt x="292" y="49"/>
                </a:cubicBezTo>
                <a:cubicBezTo>
                  <a:pt x="274" y="20"/>
                  <a:pt x="274" y="20"/>
                  <a:pt x="274" y="20"/>
                </a:cubicBezTo>
                <a:cubicBezTo>
                  <a:pt x="221" y="41"/>
                  <a:pt x="221" y="41"/>
                  <a:pt x="221" y="41"/>
                </a:cubicBezTo>
                <a:cubicBezTo>
                  <a:pt x="230" y="76"/>
                  <a:pt x="230" y="76"/>
                  <a:pt x="230" y="76"/>
                </a:cubicBezTo>
                <a:cubicBezTo>
                  <a:pt x="241" y="102"/>
                  <a:pt x="241" y="102"/>
                  <a:pt x="241" y="102"/>
                </a:cubicBezTo>
                <a:cubicBezTo>
                  <a:pt x="221" y="112"/>
                  <a:pt x="204" y="124"/>
                  <a:pt x="188" y="138"/>
                </a:cubicBezTo>
                <a:cubicBezTo>
                  <a:pt x="167" y="117"/>
                  <a:pt x="167" y="117"/>
                  <a:pt x="167" y="117"/>
                </a:cubicBezTo>
                <a:cubicBezTo>
                  <a:pt x="138" y="97"/>
                  <a:pt x="138" y="97"/>
                  <a:pt x="138" y="97"/>
                </a:cubicBezTo>
                <a:cubicBezTo>
                  <a:pt x="99" y="136"/>
                  <a:pt x="99" y="136"/>
                  <a:pt x="99" y="136"/>
                </a:cubicBezTo>
                <a:cubicBezTo>
                  <a:pt x="118" y="165"/>
                  <a:pt x="118" y="165"/>
                  <a:pt x="118" y="165"/>
                </a:cubicBezTo>
                <a:cubicBezTo>
                  <a:pt x="139" y="186"/>
                  <a:pt x="139" y="186"/>
                  <a:pt x="139" y="186"/>
                </a:cubicBezTo>
                <a:cubicBezTo>
                  <a:pt x="126" y="203"/>
                  <a:pt x="114" y="220"/>
                  <a:pt x="103" y="239"/>
                </a:cubicBezTo>
                <a:cubicBezTo>
                  <a:pt x="77" y="229"/>
                  <a:pt x="77" y="229"/>
                  <a:pt x="77" y="229"/>
                </a:cubicBezTo>
                <a:cubicBezTo>
                  <a:pt x="43" y="220"/>
                  <a:pt x="43" y="220"/>
                  <a:pt x="43" y="220"/>
                </a:cubicBezTo>
                <a:cubicBezTo>
                  <a:pt x="20" y="273"/>
                  <a:pt x="20" y="273"/>
                  <a:pt x="20" y="273"/>
                </a:cubicBezTo>
                <a:cubicBezTo>
                  <a:pt x="50" y="292"/>
                  <a:pt x="50" y="292"/>
                  <a:pt x="50" y="292"/>
                </a:cubicBezTo>
                <a:cubicBezTo>
                  <a:pt x="77" y="303"/>
                  <a:pt x="77" y="303"/>
                  <a:pt x="77" y="303"/>
                </a:cubicBezTo>
                <a:cubicBezTo>
                  <a:pt x="71" y="322"/>
                  <a:pt x="67" y="344"/>
                  <a:pt x="64" y="365"/>
                </a:cubicBezTo>
                <a:cubicBezTo>
                  <a:pt x="37" y="365"/>
                  <a:pt x="37" y="365"/>
                  <a:pt x="37" y="365"/>
                </a:cubicBezTo>
                <a:cubicBezTo>
                  <a:pt x="0" y="371"/>
                  <a:pt x="0" y="371"/>
                  <a:pt x="0" y="371"/>
                </a:cubicBezTo>
                <a:cubicBezTo>
                  <a:pt x="0" y="428"/>
                  <a:pt x="0" y="428"/>
                  <a:pt x="0" y="428"/>
                </a:cubicBezTo>
                <a:cubicBezTo>
                  <a:pt x="37" y="435"/>
                  <a:pt x="37" y="435"/>
                  <a:pt x="37" y="435"/>
                </a:cubicBezTo>
                <a:cubicBezTo>
                  <a:pt x="64" y="435"/>
                  <a:pt x="64" y="435"/>
                  <a:pt x="64" y="435"/>
                </a:cubicBezTo>
                <a:cubicBezTo>
                  <a:pt x="67" y="456"/>
                  <a:pt x="71" y="477"/>
                  <a:pt x="77" y="497"/>
                </a:cubicBezTo>
                <a:cubicBezTo>
                  <a:pt x="50" y="507"/>
                  <a:pt x="50" y="507"/>
                  <a:pt x="50" y="507"/>
                </a:cubicBezTo>
                <a:cubicBezTo>
                  <a:pt x="20" y="527"/>
                  <a:pt x="20" y="527"/>
                  <a:pt x="20" y="527"/>
                </a:cubicBezTo>
                <a:cubicBezTo>
                  <a:pt x="43" y="580"/>
                  <a:pt x="43" y="580"/>
                  <a:pt x="43" y="580"/>
                </a:cubicBezTo>
                <a:cubicBezTo>
                  <a:pt x="77" y="571"/>
                  <a:pt x="77" y="571"/>
                  <a:pt x="77" y="571"/>
                </a:cubicBezTo>
                <a:cubicBezTo>
                  <a:pt x="103" y="560"/>
                  <a:pt x="103" y="560"/>
                  <a:pt x="103" y="560"/>
                </a:cubicBezTo>
                <a:cubicBezTo>
                  <a:pt x="114" y="580"/>
                  <a:pt x="126" y="596"/>
                  <a:pt x="139" y="613"/>
                </a:cubicBezTo>
                <a:cubicBezTo>
                  <a:pt x="118" y="634"/>
                  <a:pt x="118" y="634"/>
                  <a:pt x="118" y="634"/>
                </a:cubicBezTo>
                <a:cubicBezTo>
                  <a:pt x="99" y="663"/>
                  <a:pt x="99" y="663"/>
                  <a:pt x="99" y="663"/>
                </a:cubicBezTo>
                <a:cubicBezTo>
                  <a:pt x="138" y="702"/>
                  <a:pt x="138" y="702"/>
                  <a:pt x="138" y="702"/>
                </a:cubicBezTo>
                <a:cubicBezTo>
                  <a:pt x="167" y="683"/>
                  <a:pt x="167" y="683"/>
                  <a:pt x="167" y="683"/>
                </a:cubicBezTo>
                <a:cubicBezTo>
                  <a:pt x="188" y="662"/>
                  <a:pt x="188" y="662"/>
                  <a:pt x="188" y="662"/>
                </a:cubicBezTo>
                <a:cubicBezTo>
                  <a:pt x="204" y="675"/>
                  <a:pt x="221" y="687"/>
                  <a:pt x="241" y="698"/>
                </a:cubicBezTo>
                <a:cubicBezTo>
                  <a:pt x="230" y="724"/>
                  <a:pt x="230" y="724"/>
                  <a:pt x="230" y="724"/>
                </a:cubicBezTo>
                <a:cubicBezTo>
                  <a:pt x="221" y="758"/>
                  <a:pt x="221" y="758"/>
                  <a:pt x="221" y="758"/>
                </a:cubicBezTo>
                <a:cubicBezTo>
                  <a:pt x="274" y="781"/>
                  <a:pt x="274" y="781"/>
                  <a:pt x="274" y="781"/>
                </a:cubicBezTo>
                <a:cubicBezTo>
                  <a:pt x="292" y="751"/>
                  <a:pt x="292" y="751"/>
                  <a:pt x="292" y="751"/>
                </a:cubicBezTo>
                <a:cubicBezTo>
                  <a:pt x="304" y="724"/>
                  <a:pt x="304" y="724"/>
                  <a:pt x="304" y="724"/>
                </a:cubicBezTo>
                <a:cubicBezTo>
                  <a:pt x="324" y="730"/>
                  <a:pt x="345" y="734"/>
                  <a:pt x="366" y="736"/>
                </a:cubicBezTo>
                <a:cubicBezTo>
                  <a:pt x="366" y="764"/>
                  <a:pt x="366" y="764"/>
                  <a:pt x="366" y="764"/>
                </a:cubicBezTo>
                <a:cubicBezTo>
                  <a:pt x="372" y="799"/>
                  <a:pt x="372" y="799"/>
                  <a:pt x="372" y="799"/>
                </a:cubicBezTo>
                <a:cubicBezTo>
                  <a:pt x="430" y="799"/>
                  <a:pt x="430" y="799"/>
                  <a:pt x="430" y="799"/>
                </a:cubicBezTo>
                <a:cubicBezTo>
                  <a:pt x="436" y="764"/>
                  <a:pt x="436" y="764"/>
                  <a:pt x="436" y="764"/>
                </a:cubicBezTo>
                <a:cubicBezTo>
                  <a:pt x="436" y="736"/>
                  <a:pt x="436" y="736"/>
                  <a:pt x="436" y="736"/>
                </a:cubicBezTo>
                <a:cubicBezTo>
                  <a:pt x="457" y="734"/>
                  <a:pt x="478" y="730"/>
                  <a:pt x="498" y="724"/>
                </a:cubicBezTo>
                <a:cubicBezTo>
                  <a:pt x="509" y="751"/>
                  <a:pt x="509" y="751"/>
                  <a:pt x="509" y="751"/>
                </a:cubicBezTo>
                <a:cubicBezTo>
                  <a:pt x="528" y="781"/>
                  <a:pt x="528" y="781"/>
                  <a:pt x="528" y="781"/>
                </a:cubicBezTo>
                <a:cubicBezTo>
                  <a:pt x="580" y="758"/>
                  <a:pt x="580" y="758"/>
                  <a:pt x="580" y="758"/>
                </a:cubicBezTo>
                <a:cubicBezTo>
                  <a:pt x="572" y="724"/>
                  <a:pt x="572" y="724"/>
                  <a:pt x="572" y="724"/>
                </a:cubicBezTo>
                <a:cubicBezTo>
                  <a:pt x="561" y="698"/>
                  <a:pt x="561" y="698"/>
                  <a:pt x="561" y="698"/>
                </a:cubicBezTo>
                <a:cubicBezTo>
                  <a:pt x="580" y="687"/>
                  <a:pt x="598" y="675"/>
                  <a:pt x="614" y="662"/>
                </a:cubicBezTo>
                <a:cubicBezTo>
                  <a:pt x="636" y="683"/>
                  <a:pt x="636" y="683"/>
                  <a:pt x="636" y="683"/>
                </a:cubicBezTo>
                <a:cubicBezTo>
                  <a:pt x="664" y="702"/>
                  <a:pt x="664" y="702"/>
                  <a:pt x="664" y="702"/>
                </a:cubicBezTo>
                <a:cubicBezTo>
                  <a:pt x="704" y="663"/>
                  <a:pt x="704" y="663"/>
                  <a:pt x="704" y="663"/>
                </a:cubicBezTo>
                <a:cubicBezTo>
                  <a:pt x="684" y="634"/>
                  <a:pt x="684" y="634"/>
                  <a:pt x="684" y="634"/>
                </a:cubicBezTo>
                <a:cubicBezTo>
                  <a:pt x="663" y="613"/>
                  <a:pt x="663" y="613"/>
                  <a:pt x="663" y="613"/>
                </a:cubicBezTo>
                <a:cubicBezTo>
                  <a:pt x="676" y="596"/>
                  <a:pt x="689" y="580"/>
                  <a:pt x="699" y="560"/>
                </a:cubicBezTo>
                <a:cubicBezTo>
                  <a:pt x="725" y="571"/>
                  <a:pt x="725" y="571"/>
                  <a:pt x="725" y="571"/>
                </a:cubicBezTo>
                <a:cubicBezTo>
                  <a:pt x="760" y="580"/>
                  <a:pt x="760" y="580"/>
                  <a:pt x="760" y="580"/>
                </a:cubicBezTo>
                <a:cubicBezTo>
                  <a:pt x="781" y="527"/>
                  <a:pt x="781" y="527"/>
                  <a:pt x="781" y="527"/>
                </a:cubicBezTo>
                <a:cubicBezTo>
                  <a:pt x="751" y="507"/>
                  <a:pt x="751" y="507"/>
                  <a:pt x="751" y="507"/>
                </a:cubicBezTo>
                <a:cubicBezTo>
                  <a:pt x="725" y="497"/>
                  <a:pt x="725" y="497"/>
                  <a:pt x="725" y="497"/>
                </a:cubicBezTo>
                <a:cubicBezTo>
                  <a:pt x="731" y="477"/>
                  <a:pt x="735" y="456"/>
                  <a:pt x="737" y="435"/>
                </a:cubicBezTo>
                <a:lnTo>
                  <a:pt x="766" y="435"/>
                </a:lnTo>
                <a:close/>
                <a:moveTo>
                  <a:pt x="400" y="650"/>
                </a:moveTo>
                <a:cubicBezTo>
                  <a:pt x="262" y="650"/>
                  <a:pt x="150" y="538"/>
                  <a:pt x="150" y="400"/>
                </a:cubicBezTo>
                <a:cubicBezTo>
                  <a:pt x="150" y="261"/>
                  <a:pt x="262" y="149"/>
                  <a:pt x="400" y="149"/>
                </a:cubicBezTo>
                <a:cubicBezTo>
                  <a:pt x="539" y="149"/>
                  <a:pt x="651" y="261"/>
                  <a:pt x="651" y="400"/>
                </a:cubicBezTo>
                <a:cubicBezTo>
                  <a:pt x="651" y="538"/>
                  <a:pt x="539" y="650"/>
                  <a:pt x="400" y="650"/>
                </a:cubicBez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2" name="Google Shape;192;p18"/>
          <p:cNvSpPr/>
          <p:nvPr/>
        </p:nvSpPr>
        <p:spPr>
          <a:xfrm>
            <a:off x="4198085" y="3419145"/>
            <a:ext cx="1368913" cy="1392134"/>
          </a:xfrm>
          <a:custGeom>
            <a:avLst/>
            <a:gdLst/>
            <a:ahLst/>
            <a:cxnLst/>
            <a:rect l="l" t="t" r="r" b="b"/>
            <a:pathLst>
              <a:path w="524" h="533" extrusionOk="0">
                <a:moveTo>
                  <a:pt x="466" y="295"/>
                </a:moveTo>
                <a:cubicBezTo>
                  <a:pt x="467" y="286"/>
                  <a:pt x="467" y="276"/>
                  <a:pt x="467" y="267"/>
                </a:cubicBezTo>
                <a:cubicBezTo>
                  <a:pt x="467" y="256"/>
                  <a:pt x="467" y="245"/>
                  <a:pt x="466" y="236"/>
                </a:cubicBezTo>
                <a:cubicBezTo>
                  <a:pt x="493" y="227"/>
                  <a:pt x="493" y="227"/>
                  <a:pt x="493" y="227"/>
                </a:cubicBezTo>
                <a:cubicBezTo>
                  <a:pt x="524" y="211"/>
                  <a:pt x="524" y="211"/>
                  <a:pt x="524" y="211"/>
                </a:cubicBezTo>
                <a:cubicBezTo>
                  <a:pt x="506" y="156"/>
                  <a:pt x="506" y="156"/>
                  <a:pt x="506" y="156"/>
                </a:cubicBezTo>
                <a:cubicBezTo>
                  <a:pt x="472" y="162"/>
                  <a:pt x="472" y="162"/>
                  <a:pt x="472" y="162"/>
                </a:cubicBezTo>
                <a:cubicBezTo>
                  <a:pt x="444" y="171"/>
                  <a:pt x="444" y="171"/>
                  <a:pt x="444" y="171"/>
                </a:cubicBezTo>
                <a:cubicBezTo>
                  <a:pt x="435" y="153"/>
                  <a:pt x="423" y="136"/>
                  <a:pt x="410" y="123"/>
                </a:cubicBezTo>
                <a:cubicBezTo>
                  <a:pt x="426" y="99"/>
                  <a:pt x="426" y="99"/>
                  <a:pt x="426" y="99"/>
                </a:cubicBezTo>
                <a:cubicBezTo>
                  <a:pt x="441" y="67"/>
                  <a:pt x="441" y="67"/>
                  <a:pt x="441" y="67"/>
                </a:cubicBezTo>
                <a:cubicBezTo>
                  <a:pt x="396" y="33"/>
                  <a:pt x="396" y="33"/>
                  <a:pt x="396" y="33"/>
                </a:cubicBezTo>
                <a:cubicBezTo>
                  <a:pt x="370" y="59"/>
                  <a:pt x="370" y="59"/>
                  <a:pt x="370" y="59"/>
                </a:cubicBezTo>
                <a:cubicBezTo>
                  <a:pt x="354" y="82"/>
                  <a:pt x="354" y="82"/>
                  <a:pt x="354" y="82"/>
                </a:cubicBezTo>
                <a:cubicBezTo>
                  <a:pt x="335" y="73"/>
                  <a:pt x="317" y="67"/>
                  <a:pt x="296" y="64"/>
                </a:cubicBezTo>
                <a:cubicBezTo>
                  <a:pt x="296" y="35"/>
                  <a:pt x="296" y="35"/>
                  <a:pt x="296" y="35"/>
                </a:cubicBezTo>
                <a:cubicBezTo>
                  <a:pt x="290" y="0"/>
                  <a:pt x="290" y="0"/>
                  <a:pt x="290" y="0"/>
                </a:cubicBezTo>
                <a:cubicBezTo>
                  <a:pt x="234" y="0"/>
                  <a:pt x="234" y="0"/>
                  <a:pt x="234" y="0"/>
                </a:cubicBezTo>
                <a:cubicBezTo>
                  <a:pt x="228" y="35"/>
                  <a:pt x="228" y="35"/>
                  <a:pt x="228" y="35"/>
                </a:cubicBezTo>
                <a:cubicBezTo>
                  <a:pt x="228" y="64"/>
                  <a:pt x="228" y="64"/>
                  <a:pt x="228" y="64"/>
                </a:cubicBezTo>
                <a:cubicBezTo>
                  <a:pt x="208" y="67"/>
                  <a:pt x="189" y="73"/>
                  <a:pt x="171" y="82"/>
                </a:cubicBezTo>
                <a:cubicBezTo>
                  <a:pt x="154" y="59"/>
                  <a:pt x="154" y="59"/>
                  <a:pt x="154" y="59"/>
                </a:cubicBezTo>
                <a:cubicBezTo>
                  <a:pt x="128" y="33"/>
                  <a:pt x="128" y="33"/>
                  <a:pt x="128" y="33"/>
                </a:cubicBezTo>
                <a:cubicBezTo>
                  <a:pt x="83" y="67"/>
                  <a:pt x="83" y="67"/>
                  <a:pt x="83" y="67"/>
                </a:cubicBezTo>
                <a:cubicBezTo>
                  <a:pt x="98" y="99"/>
                  <a:pt x="98" y="99"/>
                  <a:pt x="98" y="99"/>
                </a:cubicBezTo>
                <a:cubicBezTo>
                  <a:pt x="116" y="123"/>
                  <a:pt x="116" y="123"/>
                  <a:pt x="116" y="123"/>
                </a:cubicBezTo>
                <a:cubicBezTo>
                  <a:pt x="101" y="136"/>
                  <a:pt x="91" y="153"/>
                  <a:pt x="80" y="171"/>
                </a:cubicBezTo>
                <a:cubicBezTo>
                  <a:pt x="53" y="162"/>
                  <a:pt x="53" y="162"/>
                  <a:pt x="53" y="162"/>
                </a:cubicBezTo>
                <a:cubicBezTo>
                  <a:pt x="18" y="156"/>
                  <a:pt x="18" y="156"/>
                  <a:pt x="18" y="156"/>
                </a:cubicBezTo>
                <a:cubicBezTo>
                  <a:pt x="0" y="211"/>
                  <a:pt x="0" y="211"/>
                  <a:pt x="0" y="211"/>
                </a:cubicBezTo>
                <a:cubicBezTo>
                  <a:pt x="32" y="227"/>
                  <a:pt x="32" y="227"/>
                  <a:pt x="32" y="227"/>
                </a:cubicBezTo>
                <a:cubicBezTo>
                  <a:pt x="59" y="236"/>
                  <a:pt x="59" y="236"/>
                  <a:pt x="59" y="236"/>
                </a:cubicBezTo>
                <a:cubicBezTo>
                  <a:pt x="57" y="245"/>
                  <a:pt x="57" y="256"/>
                  <a:pt x="57" y="267"/>
                </a:cubicBezTo>
                <a:cubicBezTo>
                  <a:pt x="57" y="276"/>
                  <a:pt x="57" y="286"/>
                  <a:pt x="59" y="295"/>
                </a:cubicBezTo>
                <a:cubicBezTo>
                  <a:pt x="32" y="304"/>
                  <a:pt x="32" y="304"/>
                  <a:pt x="32" y="304"/>
                </a:cubicBezTo>
                <a:cubicBezTo>
                  <a:pt x="0" y="321"/>
                  <a:pt x="0" y="321"/>
                  <a:pt x="0" y="321"/>
                </a:cubicBezTo>
                <a:cubicBezTo>
                  <a:pt x="18" y="376"/>
                  <a:pt x="18" y="376"/>
                  <a:pt x="18" y="376"/>
                </a:cubicBezTo>
                <a:cubicBezTo>
                  <a:pt x="53" y="369"/>
                  <a:pt x="53" y="369"/>
                  <a:pt x="53" y="369"/>
                </a:cubicBezTo>
                <a:cubicBezTo>
                  <a:pt x="80" y="362"/>
                  <a:pt x="80" y="362"/>
                  <a:pt x="80" y="362"/>
                </a:cubicBezTo>
                <a:cubicBezTo>
                  <a:pt x="91" y="379"/>
                  <a:pt x="101" y="395"/>
                  <a:pt x="116" y="410"/>
                </a:cubicBezTo>
                <a:cubicBezTo>
                  <a:pt x="98" y="433"/>
                  <a:pt x="98" y="433"/>
                  <a:pt x="98" y="433"/>
                </a:cubicBezTo>
                <a:cubicBezTo>
                  <a:pt x="83" y="465"/>
                  <a:pt x="83" y="465"/>
                  <a:pt x="83" y="465"/>
                </a:cubicBezTo>
                <a:cubicBezTo>
                  <a:pt x="128" y="498"/>
                  <a:pt x="128" y="498"/>
                  <a:pt x="128" y="498"/>
                </a:cubicBezTo>
                <a:cubicBezTo>
                  <a:pt x="154" y="474"/>
                  <a:pt x="154" y="474"/>
                  <a:pt x="154" y="474"/>
                </a:cubicBezTo>
                <a:cubicBezTo>
                  <a:pt x="171" y="450"/>
                  <a:pt x="171" y="450"/>
                  <a:pt x="171" y="450"/>
                </a:cubicBezTo>
                <a:cubicBezTo>
                  <a:pt x="189" y="459"/>
                  <a:pt x="208" y="465"/>
                  <a:pt x="228" y="468"/>
                </a:cubicBezTo>
                <a:cubicBezTo>
                  <a:pt x="228" y="498"/>
                  <a:pt x="228" y="498"/>
                  <a:pt x="228" y="498"/>
                </a:cubicBezTo>
                <a:cubicBezTo>
                  <a:pt x="234" y="533"/>
                  <a:pt x="234" y="533"/>
                  <a:pt x="234" y="533"/>
                </a:cubicBezTo>
                <a:cubicBezTo>
                  <a:pt x="290" y="533"/>
                  <a:pt x="290" y="533"/>
                  <a:pt x="290" y="533"/>
                </a:cubicBezTo>
                <a:cubicBezTo>
                  <a:pt x="296" y="498"/>
                  <a:pt x="296" y="498"/>
                  <a:pt x="296" y="498"/>
                </a:cubicBezTo>
                <a:cubicBezTo>
                  <a:pt x="296" y="468"/>
                  <a:pt x="296" y="468"/>
                  <a:pt x="296" y="468"/>
                </a:cubicBezTo>
                <a:cubicBezTo>
                  <a:pt x="317" y="465"/>
                  <a:pt x="335" y="459"/>
                  <a:pt x="354" y="450"/>
                </a:cubicBezTo>
                <a:cubicBezTo>
                  <a:pt x="370" y="474"/>
                  <a:pt x="370" y="474"/>
                  <a:pt x="370" y="474"/>
                </a:cubicBezTo>
                <a:cubicBezTo>
                  <a:pt x="396" y="498"/>
                  <a:pt x="396" y="498"/>
                  <a:pt x="396" y="498"/>
                </a:cubicBezTo>
                <a:cubicBezTo>
                  <a:pt x="441" y="465"/>
                  <a:pt x="441" y="465"/>
                  <a:pt x="441" y="465"/>
                </a:cubicBezTo>
                <a:cubicBezTo>
                  <a:pt x="426" y="433"/>
                  <a:pt x="426" y="433"/>
                  <a:pt x="426" y="433"/>
                </a:cubicBezTo>
                <a:cubicBezTo>
                  <a:pt x="410" y="410"/>
                  <a:pt x="410" y="410"/>
                  <a:pt x="410" y="410"/>
                </a:cubicBezTo>
                <a:cubicBezTo>
                  <a:pt x="423" y="395"/>
                  <a:pt x="435" y="379"/>
                  <a:pt x="444" y="362"/>
                </a:cubicBezTo>
                <a:cubicBezTo>
                  <a:pt x="472" y="369"/>
                  <a:pt x="472" y="369"/>
                  <a:pt x="472" y="369"/>
                </a:cubicBezTo>
                <a:cubicBezTo>
                  <a:pt x="506" y="376"/>
                  <a:pt x="506" y="376"/>
                  <a:pt x="506" y="376"/>
                </a:cubicBezTo>
                <a:cubicBezTo>
                  <a:pt x="524" y="321"/>
                  <a:pt x="524" y="321"/>
                  <a:pt x="524" y="321"/>
                </a:cubicBezTo>
                <a:cubicBezTo>
                  <a:pt x="493" y="304"/>
                  <a:pt x="493" y="304"/>
                  <a:pt x="493" y="304"/>
                </a:cubicBezTo>
                <a:lnTo>
                  <a:pt x="466" y="295"/>
                </a:lnTo>
                <a:close/>
                <a:moveTo>
                  <a:pt x="262" y="417"/>
                </a:moveTo>
                <a:cubicBezTo>
                  <a:pt x="179" y="417"/>
                  <a:pt x="112" y="350"/>
                  <a:pt x="112" y="267"/>
                </a:cubicBezTo>
                <a:cubicBezTo>
                  <a:pt x="112" y="183"/>
                  <a:pt x="179" y="116"/>
                  <a:pt x="262" y="116"/>
                </a:cubicBezTo>
                <a:cubicBezTo>
                  <a:pt x="345" y="116"/>
                  <a:pt x="412" y="183"/>
                  <a:pt x="412" y="267"/>
                </a:cubicBezTo>
                <a:cubicBezTo>
                  <a:pt x="412" y="350"/>
                  <a:pt x="345" y="417"/>
                  <a:pt x="262" y="417"/>
                </a:cubicBez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3" name="Google Shape;193;p18"/>
          <p:cNvSpPr/>
          <p:nvPr/>
        </p:nvSpPr>
        <p:spPr>
          <a:xfrm>
            <a:off x="4945569" y="2243738"/>
            <a:ext cx="1666358" cy="1666359"/>
          </a:xfrm>
          <a:custGeom>
            <a:avLst/>
            <a:gdLst/>
            <a:ahLst/>
            <a:cxnLst/>
            <a:rect l="l" t="t" r="r" b="b"/>
            <a:pathLst>
              <a:path w="638" h="638" extrusionOk="0">
                <a:moveTo>
                  <a:pt x="603" y="353"/>
                </a:moveTo>
                <a:cubicBezTo>
                  <a:pt x="638" y="347"/>
                  <a:pt x="638" y="347"/>
                  <a:pt x="638" y="347"/>
                </a:cubicBezTo>
                <a:cubicBezTo>
                  <a:pt x="638" y="291"/>
                  <a:pt x="638" y="291"/>
                  <a:pt x="638" y="291"/>
                </a:cubicBezTo>
                <a:cubicBezTo>
                  <a:pt x="603" y="285"/>
                  <a:pt x="603" y="285"/>
                  <a:pt x="603" y="285"/>
                </a:cubicBezTo>
                <a:cubicBezTo>
                  <a:pt x="572" y="285"/>
                  <a:pt x="572" y="285"/>
                  <a:pt x="572" y="285"/>
                </a:cubicBezTo>
                <a:cubicBezTo>
                  <a:pt x="569" y="262"/>
                  <a:pt x="563" y="241"/>
                  <a:pt x="556" y="221"/>
                </a:cubicBezTo>
                <a:cubicBezTo>
                  <a:pt x="582" y="206"/>
                  <a:pt x="582" y="206"/>
                  <a:pt x="582" y="206"/>
                </a:cubicBezTo>
                <a:cubicBezTo>
                  <a:pt x="609" y="185"/>
                  <a:pt x="609" y="185"/>
                  <a:pt x="609" y="185"/>
                </a:cubicBezTo>
                <a:cubicBezTo>
                  <a:pt x="580" y="135"/>
                  <a:pt x="580" y="135"/>
                  <a:pt x="580" y="135"/>
                </a:cubicBezTo>
                <a:cubicBezTo>
                  <a:pt x="547" y="147"/>
                  <a:pt x="547" y="147"/>
                  <a:pt x="547" y="147"/>
                </a:cubicBezTo>
                <a:cubicBezTo>
                  <a:pt x="521" y="162"/>
                  <a:pt x="521" y="162"/>
                  <a:pt x="521" y="162"/>
                </a:cubicBezTo>
                <a:cubicBezTo>
                  <a:pt x="509" y="146"/>
                  <a:pt x="492" y="129"/>
                  <a:pt x="476" y="117"/>
                </a:cubicBezTo>
                <a:cubicBezTo>
                  <a:pt x="491" y="91"/>
                  <a:pt x="491" y="91"/>
                  <a:pt x="491" y="91"/>
                </a:cubicBezTo>
                <a:cubicBezTo>
                  <a:pt x="503" y="58"/>
                  <a:pt x="503" y="58"/>
                  <a:pt x="503" y="58"/>
                </a:cubicBezTo>
                <a:cubicBezTo>
                  <a:pt x="453" y="29"/>
                  <a:pt x="453" y="29"/>
                  <a:pt x="453" y="29"/>
                </a:cubicBezTo>
                <a:cubicBezTo>
                  <a:pt x="432" y="56"/>
                  <a:pt x="432" y="56"/>
                  <a:pt x="432" y="56"/>
                </a:cubicBezTo>
                <a:cubicBezTo>
                  <a:pt x="416" y="82"/>
                  <a:pt x="416" y="82"/>
                  <a:pt x="416" y="82"/>
                </a:cubicBezTo>
                <a:cubicBezTo>
                  <a:pt x="397" y="74"/>
                  <a:pt x="376" y="68"/>
                  <a:pt x="353" y="65"/>
                </a:cubicBezTo>
                <a:cubicBezTo>
                  <a:pt x="353" y="35"/>
                  <a:pt x="353" y="35"/>
                  <a:pt x="353" y="35"/>
                </a:cubicBezTo>
                <a:cubicBezTo>
                  <a:pt x="347" y="0"/>
                  <a:pt x="347" y="0"/>
                  <a:pt x="347" y="0"/>
                </a:cubicBezTo>
                <a:cubicBezTo>
                  <a:pt x="291" y="0"/>
                  <a:pt x="291" y="0"/>
                  <a:pt x="291" y="0"/>
                </a:cubicBezTo>
                <a:cubicBezTo>
                  <a:pt x="285" y="35"/>
                  <a:pt x="285" y="35"/>
                  <a:pt x="285" y="35"/>
                </a:cubicBezTo>
                <a:cubicBezTo>
                  <a:pt x="285" y="65"/>
                  <a:pt x="285" y="65"/>
                  <a:pt x="285" y="65"/>
                </a:cubicBezTo>
                <a:cubicBezTo>
                  <a:pt x="262" y="68"/>
                  <a:pt x="242" y="74"/>
                  <a:pt x="221" y="82"/>
                </a:cubicBezTo>
                <a:cubicBezTo>
                  <a:pt x="208" y="56"/>
                  <a:pt x="208" y="56"/>
                  <a:pt x="208" y="56"/>
                </a:cubicBezTo>
                <a:cubicBezTo>
                  <a:pt x="185" y="29"/>
                  <a:pt x="185" y="29"/>
                  <a:pt x="185" y="29"/>
                </a:cubicBezTo>
                <a:cubicBezTo>
                  <a:pt x="135" y="58"/>
                  <a:pt x="135" y="58"/>
                  <a:pt x="135" y="58"/>
                </a:cubicBezTo>
                <a:cubicBezTo>
                  <a:pt x="148" y="91"/>
                  <a:pt x="148" y="91"/>
                  <a:pt x="148" y="91"/>
                </a:cubicBezTo>
                <a:cubicBezTo>
                  <a:pt x="162" y="117"/>
                  <a:pt x="162" y="117"/>
                  <a:pt x="162" y="117"/>
                </a:cubicBezTo>
                <a:cubicBezTo>
                  <a:pt x="145" y="129"/>
                  <a:pt x="130" y="146"/>
                  <a:pt x="117" y="162"/>
                </a:cubicBezTo>
                <a:cubicBezTo>
                  <a:pt x="91" y="147"/>
                  <a:pt x="91" y="147"/>
                  <a:pt x="91" y="147"/>
                </a:cubicBezTo>
                <a:cubicBezTo>
                  <a:pt x="58" y="135"/>
                  <a:pt x="58" y="135"/>
                  <a:pt x="58" y="135"/>
                </a:cubicBezTo>
                <a:cubicBezTo>
                  <a:pt x="29" y="185"/>
                  <a:pt x="29" y="185"/>
                  <a:pt x="29" y="185"/>
                </a:cubicBezTo>
                <a:cubicBezTo>
                  <a:pt x="56" y="206"/>
                  <a:pt x="56" y="206"/>
                  <a:pt x="56" y="206"/>
                </a:cubicBezTo>
                <a:cubicBezTo>
                  <a:pt x="82" y="221"/>
                  <a:pt x="82" y="221"/>
                  <a:pt x="82" y="221"/>
                </a:cubicBezTo>
                <a:cubicBezTo>
                  <a:pt x="74" y="241"/>
                  <a:pt x="68" y="262"/>
                  <a:pt x="65" y="285"/>
                </a:cubicBezTo>
                <a:cubicBezTo>
                  <a:pt x="36" y="285"/>
                  <a:pt x="36" y="285"/>
                  <a:pt x="36" y="285"/>
                </a:cubicBezTo>
                <a:cubicBezTo>
                  <a:pt x="0" y="291"/>
                  <a:pt x="0" y="291"/>
                  <a:pt x="0" y="291"/>
                </a:cubicBezTo>
                <a:cubicBezTo>
                  <a:pt x="0" y="347"/>
                  <a:pt x="0" y="347"/>
                  <a:pt x="0" y="347"/>
                </a:cubicBezTo>
                <a:cubicBezTo>
                  <a:pt x="36" y="353"/>
                  <a:pt x="36" y="353"/>
                  <a:pt x="36" y="353"/>
                </a:cubicBezTo>
                <a:cubicBezTo>
                  <a:pt x="65" y="353"/>
                  <a:pt x="65" y="353"/>
                  <a:pt x="65" y="353"/>
                </a:cubicBezTo>
                <a:cubicBezTo>
                  <a:pt x="68" y="374"/>
                  <a:pt x="74" y="395"/>
                  <a:pt x="82" y="415"/>
                </a:cubicBezTo>
                <a:cubicBezTo>
                  <a:pt x="56" y="430"/>
                  <a:pt x="56" y="430"/>
                  <a:pt x="56" y="430"/>
                </a:cubicBezTo>
                <a:cubicBezTo>
                  <a:pt x="29" y="453"/>
                  <a:pt x="29" y="453"/>
                  <a:pt x="29" y="453"/>
                </a:cubicBezTo>
                <a:cubicBezTo>
                  <a:pt x="58" y="503"/>
                  <a:pt x="58" y="503"/>
                  <a:pt x="58" y="503"/>
                </a:cubicBezTo>
                <a:cubicBezTo>
                  <a:pt x="91" y="489"/>
                  <a:pt x="91" y="489"/>
                  <a:pt x="91" y="489"/>
                </a:cubicBezTo>
                <a:cubicBezTo>
                  <a:pt x="117" y="476"/>
                  <a:pt x="117" y="476"/>
                  <a:pt x="117" y="476"/>
                </a:cubicBezTo>
                <a:cubicBezTo>
                  <a:pt x="130" y="492"/>
                  <a:pt x="145" y="507"/>
                  <a:pt x="162" y="521"/>
                </a:cubicBezTo>
                <a:cubicBezTo>
                  <a:pt x="148" y="547"/>
                  <a:pt x="148" y="547"/>
                  <a:pt x="148" y="547"/>
                </a:cubicBezTo>
                <a:cubicBezTo>
                  <a:pt x="135" y="580"/>
                  <a:pt x="135" y="580"/>
                  <a:pt x="135" y="580"/>
                </a:cubicBezTo>
                <a:cubicBezTo>
                  <a:pt x="185" y="609"/>
                  <a:pt x="185" y="609"/>
                  <a:pt x="185" y="609"/>
                </a:cubicBezTo>
                <a:cubicBezTo>
                  <a:pt x="208" y="582"/>
                  <a:pt x="208" y="582"/>
                  <a:pt x="208" y="582"/>
                </a:cubicBezTo>
                <a:cubicBezTo>
                  <a:pt x="221" y="556"/>
                  <a:pt x="221" y="556"/>
                  <a:pt x="221" y="556"/>
                </a:cubicBezTo>
                <a:cubicBezTo>
                  <a:pt x="242" y="563"/>
                  <a:pt x="262" y="570"/>
                  <a:pt x="285" y="573"/>
                </a:cubicBezTo>
                <a:cubicBezTo>
                  <a:pt x="285" y="601"/>
                  <a:pt x="285" y="601"/>
                  <a:pt x="285" y="601"/>
                </a:cubicBezTo>
                <a:cubicBezTo>
                  <a:pt x="291" y="638"/>
                  <a:pt x="291" y="638"/>
                  <a:pt x="291" y="638"/>
                </a:cubicBezTo>
                <a:cubicBezTo>
                  <a:pt x="347" y="638"/>
                  <a:pt x="347" y="638"/>
                  <a:pt x="347" y="638"/>
                </a:cubicBezTo>
                <a:cubicBezTo>
                  <a:pt x="353" y="601"/>
                  <a:pt x="353" y="601"/>
                  <a:pt x="353" y="601"/>
                </a:cubicBezTo>
                <a:cubicBezTo>
                  <a:pt x="353" y="573"/>
                  <a:pt x="353" y="573"/>
                  <a:pt x="353" y="573"/>
                </a:cubicBezTo>
                <a:cubicBezTo>
                  <a:pt x="376" y="570"/>
                  <a:pt x="397" y="563"/>
                  <a:pt x="416" y="556"/>
                </a:cubicBezTo>
                <a:cubicBezTo>
                  <a:pt x="432" y="582"/>
                  <a:pt x="432" y="582"/>
                  <a:pt x="432" y="582"/>
                </a:cubicBezTo>
                <a:cubicBezTo>
                  <a:pt x="453" y="609"/>
                  <a:pt x="453" y="609"/>
                  <a:pt x="453" y="609"/>
                </a:cubicBezTo>
                <a:cubicBezTo>
                  <a:pt x="503" y="580"/>
                  <a:pt x="503" y="580"/>
                  <a:pt x="503" y="580"/>
                </a:cubicBezTo>
                <a:cubicBezTo>
                  <a:pt x="491" y="547"/>
                  <a:pt x="491" y="547"/>
                  <a:pt x="491" y="547"/>
                </a:cubicBezTo>
                <a:cubicBezTo>
                  <a:pt x="476" y="521"/>
                  <a:pt x="476" y="521"/>
                  <a:pt x="476" y="521"/>
                </a:cubicBezTo>
                <a:cubicBezTo>
                  <a:pt x="492" y="507"/>
                  <a:pt x="509" y="492"/>
                  <a:pt x="521" y="476"/>
                </a:cubicBezTo>
                <a:cubicBezTo>
                  <a:pt x="547" y="489"/>
                  <a:pt x="547" y="489"/>
                  <a:pt x="547" y="489"/>
                </a:cubicBezTo>
                <a:cubicBezTo>
                  <a:pt x="580" y="503"/>
                  <a:pt x="580" y="503"/>
                  <a:pt x="580" y="503"/>
                </a:cubicBezTo>
                <a:cubicBezTo>
                  <a:pt x="609" y="453"/>
                  <a:pt x="609" y="453"/>
                  <a:pt x="609" y="453"/>
                </a:cubicBezTo>
                <a:cubicBezTo>
                  <a:pt x="582" y="430"/>
                  <a:pt x="582" y="430"/>
                  <a:pt x="582" y="430"/>
                </a:cubicBezTo>
                <a:cubicBezTo>
                  <a:pt x="556" y="415"/>
                  <a:pt x="556" y="415"/>
                  <a:pt x="556" y="415"/>
                </a:cubicBezTo>
                <a:cubicBezTo>
                  <a:pt x="563" y="395"/>
                  <a:pt x="569" y="374"/>
                  <a:pt x="572" y="353"/>
                </a:cubicBezTo>
                <a:lnTo>
                  <a:pt x="603" y="353"/>
                </a:lnTo>
                <a:close/>
                <a:moveTo>
                  <a:pt x="319" y="503"/>
                </a:moveTo>
                <a:cubicBezTo>
                  <a:pt x="217" y="503"/>
                  <a:pt x="135" y="420"/>
                  <a:pt x="135" y="319"/>
                </a:cubicBezTo>
                <a:cubicBezTo>
                  <a:pt x="135" y="217"/>
                  <a:pt x="217" y="135"/>
                  <a:pt x="319" y="135"/>
                </a:cubicBezTo>
                <a:cubicBezTo>
                  <a:pt x="420" y="135"/>
                  <a:pt x="503" y="217"/>
                  <a:pt x="503" y="319"/>
                </a:cubicBezTo>
                <a:cubicBezTo>
                  <a:pt x="503" y="420"/>
                  <a:pt x="420" y="503"/>
                  <a:pt x="319" y="503"/>
                </a:cubicBez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4" name="Google Shape;194;p18"/>
          <p:cNvSpPr/>
          <p:nvPr/>
        </p:nvSpPr>
        <p:spPr>
          <a:xfrm>
            <a:off x="1243408" y="2026897"/>
            <a:ext cx="1976927" cy="2583136"/>
          </a:xfrm>
          <a:custGeom>
            <a:avLst/>
            <a:gdLst/>
            <a:ahLst/>
            <a:cxnLst/>
            <a:rect l="l" t="t" r="r" b="b"/>
            <a:pathLst>
              <a:path w="1613" h="2107" extrusionOk="0">
                <a:moveTo>
                  <a:pt x="1613" y="463"/>
                </a:moveTo>
                <a:cubicBezTo>
                  <a:pt x="1612" y="468"/>
                  <a:pt x="1610" y="473"/>
                  <a:pt x="1605" y="475"/>
                </a:cubicBezTo>
                <a:cubicBezTo>
                  <a:pt x="1605" y="476"/>
                  <a:pt x="1604" y="476"/>
                  <a:pt x="1604" y="477"/>
                </a:cubicBezTo>
                <a:cubicBezTo>
                  <a:pt x="1596" y="493"/>
                  <a:pt x="1580" y="502"/>
                  <a:pt x="1570" y="515"/>
                </a:cubicBezTo>
                <a:cubicBezTo>
                  <a:pt x="1568" y="517"/>
                  <a:pt x="1566" y="518"/>
                  <a:pt x="1568" y="521"/>
                </a:cubicBezTo>
                <a:cubicBezTo>
                  <a:pt x="1569" y="522"/>
                  <a:pt x="1568" y="522"/>
                  <a:pt x="1567" y="523"/>
                </a:cubicBezTo>
                <a:cubicBezTo>
                  <a:pt x="1564" y="529"/>
                  <a:pt x="1560" y="534"/>
                  <a:pt x="1553" y="538"/>
                </a:cubicBezTo>
                <a:cubicBezTo>
                  <a:pt x="1550" y="540"/>
                  <a:pt x="1548" y="543"/>
                  <a:pt x="1545" y="546"/>
                </a:cubicBezTo>
                <a:cubicBezTo>
                  <a:pt x="1544" y="548"/>
                  <a:pt x="1545" y="550"/>
                  <a:pt x="1547" y="552"/>
                </a:cubicBezTo>
                <a:cubicBezTo>
                  <a:pt x="1553" y="561"/>
                  <a:pt x="1560" y="569"/>
                  <a:pt x="1566" y="577"/>
                </a:cubicBezTo>
                <a:cubicBezTo>
                  <a:pt x="1570" y="582"/>
                  <a:pt x="1570" y="583"/>
                  <a:pt x="1565" y="586"/>
                </a:cubicBezTo>
                <a:cubicBezTo>
                  <a:pt x="1543" y="600"/>
                  <a:pt x="1521" y="614"/>
                  <a:pt x="1500" y="629"/>
                </a:cubicBezTo>
                <a:cubicBezTo>
                  <a:pt x="1486" y="639"/>
                  <a:pt x="1471" y="648"/>
                  <a:pt x="1458" y="659"/>
                </a:cubicBezTo>
                <a:cubicBezTo>
                  <a:pt x="1445" y="668"/>
                  <a:pt x="1431" y="677"/>
                  <a:pt x="1418" y="686"/>
                </a:cubicBezTo>
                <a:cubicBezTo>
                  <a:pt x="1402" y="697"/>
                  <a:pt x="1387" y="709"/>
                  <a:pt x="1373" y="722"/>
                </a:cubicBezTo>
                <a:cubicBezTo>
                  <a:pt x="1361" y="735"/>
                  <a:pt x="1346" y="743"/>
                  <a:pt x="1331" y="751"/>
                </a:cubicBezTo>
                <a:cubicBezTo>
                  <a:pt x="1326" y="754"/>
                  <a:pt x="1320" y="757"/>
                  <a:pt x="1315" y="761"/>
                </a:cubicBezTo>
                <a:cubicBezTo>
                  <a:pt x="1305" y="767"/>
                  <a:pt x="1296" y="767"/>
                  <a:pt x="1287" y="761"/>
                </a:cubicBezTo>
                <a:cubicBezTo>
                  <a:pt x="1264" y="748"/>
                  <a:pt x="1242" y="735"/>
                  <a:pt x="1222" y="718"/>
                </a:cubicBezTo>
                <a:cubicBezTo>
                  <a:pt x="1205" y="704"/>
                  <a:pt x="1188" y="690"/>
                  <a:pt x="1172" y="674"/>
                </a:cubicBezTo>
                <a:cubicBezTo>
                  <a:pt x="1169" y="672"/>
                  <a:pt x="1168" y="671"/>
                  <a:pt x="1166" y="675"/>
                </a:cubicBezTo>
                <a:cubicBezTo>
                  <a:pt x="1159" y="692"/>
                  <a:pt x="1151" y="708"/>
                  <a:pt x="1141" y="723"/>
                </a:cubicBezTo>
                <a:cubicBezTo>
                  <a:pt x="1137" y="729"/>
                  <a:pt x="1136" y="737"/>
                  <a:pt x="1136" y="745"/>
                </a:cubicBezTo>
                <a:cubicBezTo>
                  <a:pt x="1136" y="761"/>
                  <a:pt x="1130" y="776"/>
                  <a:pt x="1120" y="789"/>
                </a:cubicBezTo>
                <a:cubicBezTo>
                  <a:pt x="1112" y="800"/>
                  <a:pt x="1106" y="812"/>
                  <a:pt x="1098" y="823"/>
                </a:cubicBezTo>
                <a:cubicBezTo>
                  <a:pt x="1096" y="827"/>
                  <a:pt x="1093" y="831"/>
                  <a:pt x="1090" y="835"/>
                </a:cubicBezTo>
                <a:cubicBezTo>
                  <a:pt x="1085" y="841"/>
                  <a:pt x="1082" y="848"/>
                  <a:pt x="1081" y="856"/>
                </a:cubicBezTo>
                <a:cubicBezTo>
                  <a:pt x="1079" y="861"/>
                  <a:pt x="1081" y="866"/>
                  <a:pt x="1086" y="869"/>
                </a:cubicBezTo>
                <a:cubicBezTo>
                  <a:pt x="1093" y="874"/>
                  <a:pt x="1101" y="877"/>
                  <a:pt x="1109" y="879"/>
                </a:cubicBezTo>
                <a:cubicBezTo>
                  <a:pt x="1129" y="885"/>
                  <a:pt x="1149" y="892"/>
                  <a:pt x="1167" y="902"/>
                </a:cubicBezTo>
                <a:cubicBezTo>
                  <a:pt x="1183" y="911"/>
                  <a:pt x="1200" y="916"/>
                  <a:pt x="1217" y="921"/>
                </a:cubicBezTo>
                <a:cubicBezTo>
                  <a:pt x="1236" y="928"/>
                  <a:pt x="1255" y="935"/>
                  <a:pt x="1274" y="941"/>
                </a:cubicBezTo>
                <a:cubicBezTo>
                  <a:pt x="1286" y="945"/>
                  <a:pt x="1297" y="953"/>
                  <a:pt x="1309" y="958"/>
                </a:cubicBezTo>
                <a:cubicBezTo>
                  <a:pt x="1328" y="966"/>
                  <a:pt x="1346" y="974"/>
                  <a:pt x="1364" y="983"/>
                </a:cubicBezTo>
                <a:cubicBezTo>
                  <a:pt x="1386" y="994"/>
                  <a:pt x="1411" y="1001"/>
                  <a:pt x="1431" y="1015"/>
                </a:cubicBezTo>
                <a:cubicBezTo>
                  <a:pt x="1440" y="1021"/>
                  <a:pt x="1446" y="1029"/>
                  <a:pt x="1451" y="1038"/>
                </a:cubicBezTo>
                <a:cubicBezTo>
                  <a:pt x="1458" y="1050"/>
                  <a:pt x="1464" y="1063"/>
                  <a:pt x="1468" y="1076"/>
                </a:cubicBezTo>
                <a:cubicBezTo>
                  <a:pt x="1471" y="1090"/>
                  <a:pt x="1469" y="1103"/>
                  <a:pt x="1463" y="1115"/>
                </a:cubicBezTo>
                <a:cubicBezTo>
                  <a:pt x="1451" y="1141"/>
                  <a:pt x="1435" y="1164"/>
                  <a:pt x="1420" y="1188"/>
                </a:cubicBezTo>
                <a:cubicBezTo>
                  <a:pt x="1405" y="1211"/>
                  <a:pt x="1390" y="1234"/>
                  <a:pt x="1373" y="1256"/>
                </a:cubicBezTo>
                <a:cubicBezTo>
                  <a:pt x="1359" y="1273"/>
                  <a:pt x="1347" y="1292"/>
                  <a:pt x="1333" y="1310"/>
                </a:cubicBezTo>
                <a:cubicBezTo>
                  <a:pt x="1322" y="1324"/>
                  <a:pt x="1310" y="1338"/>
                  <a:pt x="1297" y="1352"/>
                </a:cubicBezTo>
                <a:cubicBezTo>
                  <a:pt x="1282" y="1367"/>
                  <a:pt x="1269" y="1385"/>
                  <a:pt x="1258" y="1404"/>
                </a:cubicBezTo>
                <a:cubicBezTo>
                  <a:pt x="1246" y="1425"/>
                  <a:pt x="1232" y="1444"/>
                  <a:pt x="1216" y="1462"/>
                </a:cubicBezTo>
                <a:cubicBezTo>
                  <a:pt x="1214" y="1464"/>
                  <a:pt x="1213" y="1466"/>
                  <a:pt x="1211" y="1469"/>
                </a:cubicBezTo>
                <a:cubicBezTo>
                  <a:pt x="1206" y="1475"/>
                  <a:pt x="1202" y="1477"/>
                  <a:pt x="1195" y="1474"/>
                </a:cubicBezTo>
                <a:cubicBezTo>
                  <a:pt x="1187" y="1472"/>
                  <a:pt x="1179" y="1471"/>
                  <a:pt x="1172" y="1468"/>
                </a:cubicBezTo>
                <a:cubicBezTo>
                  <a:pt x="1170" y="1467"/>
                  <a:pt x="1168" y="1468"/>
                  <a:pt x="1167" y="1469"/>
                </a:cubicBezTo>
                <a:cubicBezTo>
                  <a:pt x="1165" y="1470"/>
                  <a:pt x="1165" y="1472"/>
                  <a:pt x="1166" y="1474"/>
                </a:cubicBezTo>
                <a:cubicBezTo>
                  <a:pt x="1171" y="1482"/>
                  <a:pt x="1171" y="1492"/>
                  <a:pt x="1172" y="1501"/>
                </a:cubicBezTo>
                <a:cubicBezTo>
                  <a:pt x="1172" y="1505"/>
                  <a:pt x="1175" y="1507"/>
                  <a:pt x="1177" y="1510"/>
                </a:cubicBezTo>
                <a:cubicBezTo>
                  <a:pt x="1190" y="1520"/>
                  <a:pt x="1203" y="1529"/>
                  <a:pt x="1214" y="1540"/>
                </a:cubicBezTo>
                <a:cubicBezTo>
                  <a:pt x="1222" y="1548"/>
                  <a:pt x="1233" y="1553"/>
                  <a:pt x="1244" y="1559"/>
                </a:cubicBezTo>
                <a:cubicBezTo>
                  <a:pt x="1263" y="1569"/>
                  <a:pt x="1283" y="1578"/>
                  <a:pt x="1304" y="1587"/>
                </a:cubicBezTo>
                <a:cubicBezTo>
                  <a:pt x="1313" y="1591"/>
                  <a:pt x="1322" y="1594"/>
                  <a:pt x="1331" y="1598"/>
                </a:cubicBezTo>
                <a:cubicBezTo>
                  <a:pt x="1337" y="1601"/>
                  <a:pt x="1343" y="1605"/>
                  <a:pt x="1347" y="1610"/>
                </a:cubicBezTo>
                <a:cubicBezTo>
                  <a:pt x="1352" y="1616"/>
                  <a:pt x="1353" y="1623"/>
                  <a:pt x="1350" y="1629"/>
                </a:cubicBezTo>
                <a:cubicBezTo>
                  <a:pt x="1346" y="1637"/>
                  <a:pt x="1341" y="1642"/>
                  <a:pt x="1332" y="1642"/>
                </a:cubicBezTo>
                <a:cubicBezTo>
                  <a:pt x="1303" y="1643"/>
                  <a:pt x="1274" y="1639"/>
                  <a:pt x="1246" y="1634"/>
                </a:cubicBezTo>
                <a:cubicBezTo>
                  <a:pt x="1230" y="1631"/>
                  <a:pt x="1215" y="1628"/>
                  <a:pt x="1199" y="1624"/>
                </a:cubicBezTo>
                <a:cubicBezTo>
                  <a:pt x="1195" y="1623"/>
                  <a:pt x="1190" y="1624"/>
                  <a:pt x="1185" y="1624"/>
                </a:cubicBezTo>
                <a:cubicBezTo>
                  <a:pt x="1169" y="1625"/>
                  <a:pt x="1154" y="1619"/>
                  <a:pt x="1139" y="1615"/>
                </a:cubicBezTo>
                <a:cubicBezTo>
                  <a:pt x="1131" y="1613"/>
                  <a:pt x="1123" y="1610"/>
                  <a:pt x="1115" y="1608"/>
                </a:cubicBezTo>
                <a:cubicBezTo>
                  <a:pt x="1111" y="1607"/>
                  <a:pt x="1109" y="1609"/>
                  <a:pt x="1109" y="1613"/>
                </a:cubicBezTo>
                <a:cubicBezTo>
                  <a:pt x="1108" y="1616"/>
                  <a:pt x="1108" y="1620"/>
                  <a:pt x="1108" y="1624"/>
                </a:cubicBezTo>
                <a:cubicBezTo>
                  <a:pt x="1107" y="1628"/>
                  <a:pt x="1105" y="1630"/>
                  <a:pt x="1101" y="1629"/>
                </a:cubicBezTo>
                <a:cubicBezTo>
                  <a:pt x="1072" y="1628"/>
                  <a:pt x="1042" y="1624"/>
                  <a:pt x="1014" y="1615"/>
                </a:cubicBezTo>
                <a:cubicBezTo>
                  <a:pt x="1010" y="1614"/>
                  <a:pt x="1006" y="1612"/>
                  <a:pt x="1003" y="1611"/>
                </a:cubicBezTo>
                <a:cubicBezTo>
                  <a:pt x="996" y="1608"/>
                  <a:pt x="995" y="1607"/>
                  <a:pt x="996" y="1599"/>
                </a:cubicBezTo>
                <a:cubicBezTo>
                  <a:pt x="997" y="1593"/>
                  <a:pt x="998" y="1586"/>
                  <a:pt x="999" y="1579"/>
                </a:cubicBezTo>
                <a:cubicBezTo>
                  <a:pt x="1000" y="1575"/>
                  <a:pt x="1000" y="1570"/>
                  <a:pt x="1000" y="1565"/>
                </a:cubicBezTo>
                <a:cubicBezTo>
                  <a:pt x="999" y="1555"/>
                  <a:pt x="1000" y="1546"/>
                  <a:pt x="1003" y="1537"/>
                </a:cubicBezTo>
                <a:cubicBezTo>
                  <a:pt x="1009" y="1523"/>
                  <a:pt x="1012" y="1508"/>
                  <a:pt x="1021" y="1495"/>
                </a:cubicBezTo>
                <a:cubicBezTo>
                  <a:pt x="1024" y="1491"/>
                  <a:pt x="1025" y="1485"/>
                  <a:pt x="1025" y="1480"/>
                </a:cubicBezTo>
                <a:cubicBezTo>
                  <a:pt x="1024" y="1477"/>
                  <a:pt x="1025" y="1474"/>
                  <a:pt x="1026" y="1471"/>
                </a:cubicBezTo>
                <a:cubicBezTo>
                  <a:pt x="1027" y="1466"/>
                  <a:pt x="1032" y="1463"/>
                  <a:pt x="1037" y="1464"/>
                </a:cubicBezTo>
                <a:cubicBezTo>
                  <a:pt x="1039" y="1465"/>
                  <a:pt x="1040" y="1465"/>
                  <a:pt x="1042" y="1466"/>
                </a:cubicBezTo>
                <a:cubicBezTo>
                  <a:pt x="1050" y="1466"/>
                  <a:pt x="1056" y="1467"/>
                  <a:pt x="1061" y="1458"/>
                </a:cubicBezTo>
                <a:cubicBezTo>
                  <a:pt x="1066" y="1449"/>
                  <a:pt x="1073" y="1440"/>
                  <a:pt x="1080" y="1431"/>
                </a:cubicBezTo>
                <a:cubicBezTo>
                  <a:pt x="1082" y="1427"/>
                  <a:pt x="1083" y="1424"/>
                  <a:pt x="1083" y="1420"/>
                </a:cubicBezTo>
                <a:cubicBezTo>
                  <a:pt x="1083" y="1406"/>
                  <a:pt x="1085" y="1393"/>
                  <a:pt x="1095" y="1383"/>
                </a:cubicBezTo>
                <a:cubicBezTo>
                  <a:pt x="1100" y="1378"/>
                  <a:pt x="1106" y="1374"/>
                  <a:pt x="1112" y="1370"/>
                </a:cubicBezTo>
                <a:cubicBezTo>
                  <a:pt x="1119" y="1366"/>
                  <a:pt x="1125" y="1361"/>
                  <a:pt x="1128" y="1353"/>
                </a:cubicBezTo>
                <a:cubicBezTo>
                  <a:pt x="1131" y="1344"/>
                  <a:pt x="1136" y="1337"/>
                  <a:pt x="1142" y="1330"/>
                </a:cubicBezTo>
                <a:cubicBezTo>
                  <a:pt x="1149" y="1323"/>
                  <a:pt x="1155" y="1315"/>
                  <a:pt x="1159" y="1306"/>
                </a:cubicBezTo>
                <a:cubicBezTo>
                  <a:pt x="1166" y="1290"/>
                  <a:pt x="1174" y="1275"/>
                  <a:pt x="1182" y="1260"/>
                </a:cubicBezTo>
                <a:cubicBezTo>
                  <a:pt x="1188" y="1250"/>
                  <a:pt x="1193" y="1239"/>
                  <a:pt x="1199" y="1228"/>
                </a:cubicBezTo>
                <a:cubicBezTo>
                  <a:pt x="1201" y="1225"/>
                  <a:pt x="1204" y="1222"/>
                  <a:pt x="1206" y="1219"/>
                </a:cubicBezTo>
                <a:cubicBezTo>
                  <a:pt x="1214" y="1208"/>
                  <a:pt x="1221" y="1197"/>
                  <a:pt x="1221" y="1183"/>
                </a:cubicBezTo>
                <a:cubicBezTo>
                  <a:pt x="1222" y="1175"/>
                  <a:pt x="1226" y="1169"/>
                  <a:pt x="1232" y="1164"/>
                </a:cubicBezTo>
                <a:cubicBezTo>
                  <a:pt x="1233" y="1163"/>
                  <a:pt x="1234" y="1162"/>
                  <a:pt x="1235" y="1160"/>
                </a:cubicBezTo>
                <a:cubicBezTo>
                  <a:pt x="1236" y="1159"/>
                  <a:pt x="1236" y="1158"/>
                  <a:pt x="1233" y="1157"/>
                </a:cubicBezTo>
                <a:cubicBezTo>
                  <a:pt x="1200" y="1153"/>
                  <a:pt x="1169" y="1143"/>
                  <a:pt x="1137" y="1133"/>
                </a:cubicBezTo>
                <a:cubicBezTo>
                  <a:pt x="1113" y="1125"/>
                  <a:pt x="1088" y="1117"/>
                  <a:pt x="1063" y="1111"/>
                </a:cubicBezTo>
                <a:cubicBezTo>
                  <a:pt x="1045" y="1107"/>
                  <a:pt x="1027" y="1106"/>
                  <a:pt x="1009" y="1103"/>
                </a:cubicBezTo>
                <a:cubicBezTo>
                  <a:pt x="995" y="1100"/>
                  <a:pt x="982" y="1097"/>
                  <a:pt x="968" y="1095"/>
                </a:cubicBezTo>
                <a:cubicBezTo>
                  <a:pt x="965" y="1094"/>
                  <a:pt x="963" y="1095"/>
                  <a:pt x="962" y="1097"/>
                </a:cubicBezTo>
                <a:cubicBezTo>
                  <a:pt x="959" y="1101"/>
                  <a:pt x="957" y="1104"/>
                  <a:pt x="954" y="1107"/>
                </a:cubicBezTo>
                <a:cubicBezTo>
                  <a:pt x="948" y="1114"/>
                  <a:pt x="940" y="1115"/>
                  <a:pt x="931" y="1115"/>
                </a:cubicBezTo>
                <a:cubicBezTo>
                  <a:pt x="930" y="1115"/>
                  <a:pt x="930" y="1115"/>
                  <a:pt x="929" y="1114"/>
                </a:cubicBezTo>
                <a:cubicBezTo>
                  <a:pt x="923" y="1113"/>
                  <a:pt x="919" y="1115"/>
                  <a:pt x="916" y="1120"/>
                </a:cubicBezTo>
                <a:cubicBezTo>
                  <a:pt x="897" y="1144"/>
                  <a:pt x="878" y="1169"/>
                  <a:pt x="861" y="1194"/>
                </a:cubicBezTo>
                <a:cubicBezTo>
                  <a:pt x="851" y="1208"/>
                  <a:pt x="843" y="1223"/>
                  <a:pt x="834" y="1237"/>
                </a:cubicBezTo>
                <a:cubicBezTo>
                  <a:pt x="823" y="1256"/>
                  <a:pt x="810" y="1274"/>
                  <a:pt x="798" y="1292"/>
                </a:cubicBezTo>
                <a:cubicBezTo>
                  <a:pt x="789" y="1305"/>
                  <a:pt x="782" y="1319"/>
                  <a:pt x="774" y="1332"/>
                </a:cubicBezTo>
                <a:cubicBezTo>
                  <a:pt x="759" y="1355"/>
                  <a:pt x="743" y="1377"/>
                  <a:pt x="727" y="1399"/>
                </a:cubicBezTo>
                <a:cubicBezTo>
                  <a:pt x="702" y="1434"/>
                  <a:pt x="677" y="1469"/>
                  <a:pt x="652" y="1504"/>
                </a:cubicBezTo>
                <a:cubicBezTo>
                  <a:pt x="648" y="1510"/>
                  <a:pt x="643" y="1513"/>
                  <a:pt x="638" y="1516"/>
                </a:cubicBezTo>
                <a:cubicBezTo>
                  <a:pt x="621" y="1525"/>
                  <a:pt x="612" y="1541"/>
                  <a:pt x="603" y="1556"/>
                </a:cubicBezTo>
                <a:cubicBezTo>
                  <a:pt x="595" y="1570"/>
                  <a:pt x="585" y="1581"/>
                  <a:pt x="574" y="1592"/>
                </a:cubicBezTo>
                <a:cubicBezTo>
                  <a:pt x="562" y="1603"/>
                  <a:pt x="554" y="1615"/>
                  <a:pt x="543" y="1627"/>
                </a:cubicBezTo>
                <a:cubicBezTo>
                  <a:pt x="532" y="1640"/>
                  <a:pt x="521" y="1652"/>
                  <a:pt x="511" y="1665"/>
                </a:cubicBezTo>
                <a:cubicBezTo>
                  <a:pt x="505" y="1672"/>
                  <a:pt x="500" y="1680"/>
                  <a:pt x="498" y="1689"/>
                </a:cubicBezTo>
                <a:cubicBezTo>
                  <a:pt x="495" y="1696"/>
                  <a:pt x="491" y="1702"/>
                  <a:pt x="486" y="1707"/>
                </a:cubicBezTo>
                <a:cubicBezTo>
                  <a:pt x="476" y="1716"/>
                  <a:pt x="467" y="1726"/>
                  <a:pt x="458" y="1736"/>
                </a:cubicBezTo>
                <a:cubicBezTo>
                  <a:pt x="455" y="1740"/>
                  <a:pt x="453" y="1743"/>
                  <a:pt x="449" y="1746"/>
                </a:cubicBezTo>
                <a:cubicBezTo>
                  <a:pt x="440" y="1756"/>
                  <a:pt x="437" y="1770"/>
                  <a:pt x="431" y="1782"/>
                </a:cubicBezTo>
                <a:cubicBezTo>
                  <a:pt x="425" y="1793"/>
                  <a:pt x="426" y="1805"/>
                  <a:pt x="424" y="1817"/>
                </a:cubicBezTo>
                <a:cubicBezTo>
                  <a:pt x="423" y="1828"/>
                  <a:pt x="420" y="1839"/>
                  <a:pt x="414" y="1849"/>
                </a:cubicBezTo>
                <a:cubicBezTo>
                  <a:pt x="412" y="1853"/>
                  <a:pt x="411" y="1857"/>
                  <a:pt x="409" y="1862"/>
                </a:cubicBezTo>
                <a:cubicBezTo>
                  <a:pt x="408" y="1865"/>
                  <a:pt x="406" y="1866"/>
                  <a:pt x="403" y="1866"/>
                </a:cubicBezTo>
                <a:cubicBezTo>
                  <a:pt x="397" y="1864"/>
                  <a:pt x="392" y="1866"/>
                  <a:pt x="386" y="1866"/>
                </a:cubicBezTo>
                <a:cubicBezTo>
                  <a:pt x="385" y="1866"/>
                  <a:pt x="384" y="1867"/>
                  <a:pt x="384" y="1866"/>
                </a:cubicBezTo>
                <a:cubicBezTo>
                  <a:pt x="380" y="1866"/>
                  <a:pt x="376" y="1865"/>
                  <a:pt x="375" y="1870"/>
                </a:cubicBezTo>
                <a:cubicBezTo>
                  <a:pt x="373" y="1874"/>
                  <a:pt x="369" y="1879"/>
                  <a:pt x="374" y="1885"/>
                </a:cubicBezTo>
                <a:cubicBezTo>
                  <a:pt x="375" y="1887"/>
                  <a:pt x="376" y="1889"/>
                  <a:pt x="375" y="1892"/>
                </a:cubicBezTo>
                <a:cubicBezTo>
                  <a:pt x="370" y="1903"/>
                  <a:pt x="367" y="1915"/>
                  <a:pt x="362" y="1926"/>
                </a:cubicBezTo>
                <a:cubicBezTo>
                  <a:pt x="362" y="1927"/>
                  <a:pt x="362" y="1929"/>
                  <a:pt x="360" y="1930"/>
                </a:cubicBezTo>
                <a:cubicBezTo>
                  <a:pt x="359" y="1930"/>
                  <a:pt x="360" y="1928"/>
                  <a:pt x="359" y="1927"/>
                </a:cubicBezTo>
                <a:cubicBezTo>
                  <a:pt x="348" y="1953"/>
                  <a:pt x="339" y="1981"/>
                  <a:pt x="330" y="2008"/>
                </a:cubicBezTo>
                <a:cubicBezTo>
                  <a:pt x="328" y="2014"/>
                  <a:pt x="327" y="2020"/>
                  <a:pt x="328" y="2026"/>
                </a:cubicBezTo>
                <a:cubicBezTo>
                  <a:pt x="329" y="2029"/>
                  <a:pt x="328" y="2032"/>
                  <a:pt x="328" y="2035"/>
                </a:cubicBezTo>
                <a:cubicBezTo>
                  <a:pt x="327" y="2042"/>
                  <a:pt x="327" y="2048"/>
                  <a:pt x="329" y="2054"/>
                </a:cubicBezTo>
                <a:cubicBezTo>
                  <a:pt x="330" y="2057"/>
                  <a:pt x="330" y="2060"/>
                  <a:pt x="330" y="2062"/>
                </a:cubicBezTo>
                <a:cubicBezTo>
                  <a:pt x="328" y="2069"/>
                  <a:pt x="332" y="2077"/>
                  <a:pt x="340" y="2076"/>
                </a:cubicBezTo>
                <a:cubicBezTo>
                  <a:pt x="341" y="2076"/>
                  <a:pt x="342" y="2076"/>
                  <a:pt x="343" y="2077"/>
                </a:cubicBezTo>
                <a:cubicBezTo>
                  <a:pt x="355" y="2077"/>
                  <a:pt x="361" y="2085"/>
                  <a:pt x="360" y="2096"/>
                </a:cubicBezTo>
                <a:cubicBezTo>
                  <a:pt x="360" y="2098"/>
                  <a:pt x="359" y="2099"/>
                  <a:pt x="358" y="2100"/>
                </a:cubicBezTo>
                <a:cubicBezTo>
                  <a:pt x="349" y="2105"/>
                  <a:pt x="339" y="2107"/>
                  <a:pt x="329" y="2107"/>
                </a:cubicBezTo>
                <a:cubicBezTo>
                  <a:pt x="313" y="2107"/>
                  <a:pt x="297" y="2106"/>
                  <a:pt x="281" y="2105"/>
                </a:cubicBezTo>
                <a:cubicBezTo>
                  <a:pt x="271" y="2104"/>
                  <a:pt x="260" y="2104"/>
                  <a:pt x="250" y="2103"/>
                </a:cubicBezTo>
                <a:cubicBezTo>
                  <a:pt x="236" y="2101"/>
                  <a:pt x="227" y="2092"/>
                  <a:pt x="222" y="2080"/>
                </a:cubicBezTo>
                <a:cubicBezTo>
                  <a:pt x="214" y="2061"/>
                  <a:pt x="209" y="2041"/>
                  <a:pt x="207" y="2020"/>
                </a:cubicBezTo>
                <a:cubicBezTo>
                  <a:pt x="206" y="2010"/>
                  <a:pt x="207" y="1999"/>
                  <a:pt x="208" y="1989"/>
                </a:cubicBezTo>
                <a:cubicBezTo>
                  <a:pt x="209" y="1977"/>
                  <a:pt x="209" y="1965"/>
                  <a:pt x="208" y="1953"/>
                </a:cubicBezTo>
                <a:cubicBezTo>
                  <a:pt x="207" y="1951"/>
                  <a:pt x="207" y="1950"/>
                  <a:pt x="205" y="1950"/>
                </a:cubicBezTo>
                <a:cubicBezTo>
                  <a:pt x="203" y="1950"/>
                  <a:pt x="201" y="1949"/>
                  <a:pt x="200" y="1950"/>
                </a:cubicBezTo>
                <a:cubicBezTo>
                  <a:pt x="192" y="1950"/>
                  <a:pt x="189" y="1946"/>
                  <a:pt x="186" y="1940"/>
                </a:cubicBezTo>
                <a:cubicBezTo>
                  <a:pt x="178" y="1922"/>
                  <a:pt x="172" y="1904"/>
                  <a:pt x="172" y="1884"/>
                </a:cubicBezTo>
                <a:cubicBezTo>
                  <a:pt x="172" y="1881"/>
                  <a:pt x="173" y="1877"/>
                  <a:pt x="173" y="1874"/>
                </a:cubicBezTo>
                <a:cubicBezTo>
                  <a:pt x="174" y="1870"/>
                  <a:pt x="176" y="1867"/>
                  <a:pt x="179" y="1865"/>
                </a:cubicBezTo>
                <a:cubicBezTo>
                  <a:pt x="197" y="1855"/>
                  <a:pt x="211" y="1841"/>
                  <a:pt x="229" y="1832"/>
                </a:cubicBezTo>
                <a:cubicBezTo>
                  <a:pt x="239" y="1827"/>
                  <a:pt x="250" y="1822"/>
                  <a:pt x="261" y="1818"/>
                </a:cubicBezTo>
                <a:cubicBezTo>
                  <a:pt x="266" y="1817"/>
                  <a:pt x="271" y="1815"/>
                  <a:pt x="277" y="1814"/>
                </a:cubicBezTo>
                <a:cubicBezTo>
                  <a:pt x="279" y="1813"/>
                  <a:pt x="280" y="1812"/>
                  <a:pt x="278" y="1810"/>
                </a:cubicBezTo>
                <a:cubicBezTo>
                  <a:pt x="274" y="1807"/>
                  <a:pt x="275" y="1804"/>
                  <a:pt x="276" y="1800"/>
                </a:cubicBezTo>
                <a:cubicBezTo>
                  <a:pt x="280" y="1789"/>
                  <a:pt x="284" y="1779"/>
                  <a:pt x="288" y="1768"/>
                </a:cubicBezTo>
                <a:cubicBezTo>
                  <a:pt x="290" y="1763"/>
                  <a:pt x="294" y="1759"/>
                  <a:pt x="299" y="1756"/>
                </a:cubicBezTo>
                <a:cubicBezTo>
                  <a:pt x="306" y="1750"/>
                  <a:pt x="312" y="1744"/>
                  <a:pt x="315" y="1736"/>
                </a:cubicBezTo>
                <a:cubicBezTo>
                  <a:pt x="322" y="1715"/>
                  <a:pt x="332" y="1696"/>
                  <a:pt x="338" y="1676"/>
                </a:cubicBezTo>
                <a:cubicBezTo>
                  <a:pt x="344" y="1660"/>
                  <a:pt x="351" y="1645"/>
                  <a:pt x="358" y="1630"/>
                </a:cubicBezTo>
                <a:cubicBezTo>
                  <a:pt x="366" y="1613"/>
                  <a:pt x="379" y="1601"/>
                  <a:pt x="388" y="1585"/>
                </a:cubicBezTo>
                <a:cubicBezTo>
                  <a:pt x="408" y="1555"/>
                  <a:pt x="429" y="1526"/>
                  <a:pt x="448" y="1494"/>
                </a:cubicBezTo>
                <a:cubicBezTo>
                  <a:pt x="464" y="1467"/>
                  <a:pt x="481" y="1440"/>
                  <a:pt x="500" y="1414"/>
                </a:cubicBezTo>
                <a:cubicBezTo>
                  <a:pt x="514" y="1395"/>
                  <a:pt x="528" y="1374"/>
                  <a:pt x="543" y="1355"/>
                </a:cubicBezTo>
                <a:cubicBezTo>
                  <a:pt x="552" y="1344"/>
                  <a:pt x="562" y="1337"/>
                  <a:pt x="575" y="1333"/>
                </a:cubicBezTo>
                <a:cubicBezTo>
                  <a:pt x="591" y="1327"/>
                  <a:pt x="598" y="1317"/>
                  <a:pt x="599" y="1301"/>
                </a:cubicBezTo>
                <a:cubicBezTo>
                  <a:pt x="600" y="1299"/>
                  <a:pt x="600" y="1296"/>
                  <a:pt x="601" y="1295"/>
                </a:cubicBezTo>
                <a:cubicBezTo>
                  <a:pt x="612" y="1279"/>
                  <a:pt x="616" y="1261"/>
                  <a:pt x="622" y="1243"/>
                </a:cubicBezTo>
                <a:cubicBezTo>
                  <a:pt x="629" y="1221"/>
                  <a:pt x="638" y="1199"/>
                  <a:pt x="648" y="1178"/>
                </a:cubicBezTo>
                <a:cubicBezTo>
                  <a:pt x="655" y="1162"/>
                  <a:pt x="660" y="1146"/>
                  <a:pt x="667" y="1131"/>
                </a:cubicBezTo>
                <a:cubicBezTo>
                  <a:pt x="674" y="1116"/>
                  <a:pt x="678" y="1101"/>
                  <a:pt x="683" y="1086"/>
                </a:cubicBezTo>
                <a:cubicBezTo>
                  <a:pt x="684" y="1081"/>
                  <a:pt x="687" y="1076"/>
                  <a:pt x="688" y="1070"/>
                </a:cubicBezTo>
                <a:cubicBezTo>
                  <a:pt x="689" y="1068"/>
                  <a:pt x="689" y="1066"/>
                  <a:pt x="687" y="1065"/>
                </a:cubicBezTo>
                <a:cubicBezTo>
                  <a:pt x="682" y="1063"/>
                  <a:pt x="683" y="1060"/>
                  <a:pt x="683" y="1057"/>
                </a:cubicBezTo>
                <a:cubicBezTo>
                  <a:pt x="684" y="1047"/>
                  <a:pt x="685" y="1037"/>
                  <a:pt x="687" y="1027"/>
                </a:cubicBezTo>
                <a:cubicBezTo>
                  <a:pt x="690" y="1008"/>
                  <a:pt x="693" y="990"/>
                  <a:pt x="695" y="971"/>
                </a:cubicBezTo>
                <a:cubicBezTo>
                  <a:pt x="699" y="940"/>
                  <a:pt x="705" y="911"/>
                  <a:pt x="712" y="881"/>
                </a:cubicBezTo>
                <a:cubicBezTo>
                  <a:pt x="716" y="861"/>
                  <a:pt x="724" y="843"/>
                  <a:pt x="729" y="824"/>
                </a:cubicBezTo>
                <a:cubicBezTo>
                  <a:pt x="738" y="793"/>
                  <a:pt x="750" y="763"/>
                  <a:pt x="760" y="732"/>
                </a:cubicBezTo>
                <a:cubicBezTo>
                  <a:pt x="768" y="709"/>
                  <a:pt x="774" y="684"/>
                  <a:pt x="778" y="660"/>
                </a:cubicBezTo>
                <a:cubicBezTo>
                  <a:pt x="782" y="634"/>
                  <a:pt x="781" y="608"/>
                  <a:pt x="781" y="582"/>
                </a:cubicBezTo>
                <a:cubicBezTo>
                  <a:pt x="781" y="570"/>
                  <a:pt x="781" y="559"/>
                  <a:pt x="781" y="547"/>
                </a:cubicBezTo>
                <a:cubicBezTo>
                  <a:pt x="781" y="545"/>
                  <a:pt x="782" y="543"/>
                  <a:pt x="780" y="542"/>
                </a:cubicBezTo>
                <a:cubicBezTo>
                  <a:pt x="778" y="541"/>
                  <a:pt x="776" y="543"/>
                  <a:pt x="775" y="544"/>
                </a:cubicBezTo>
                <a:cubicBezTo>
                  <a:pt x="761" y="555"/>
                  <a:pt x="748" y="567"/>
                  <a:pt x="735" y="579"/>
                </a:cubicBezTo>
                <a:cubicBezTo>
                  <a:pt x="716" y="595"/>
                  <a:pt x="698" y="610"/>
                  <a:pt x="680" y="627"/>
                </a:cubicBezTo>
                <a:cubicBezTo>
                  <a:pt x="671" y="635"/>
                  <a:pt x="662" y="643"/>
                  <a:pt x="654" y="652"/>
                </a:cubicBezTo>
                <a:cubicBezTo>
                  <a:pt x="626" y="680"/>
                  <a:pt x="597" y="707"/>
                  <a:pt x="569" y="735"/>
                </a:cubicBezTo>
                <a:cubicBezTo>
                  <a:pt x="548" y="755"/>
                  <a:pt x="528" y="776"/>
                  <a:pt x="511" y="800"/>
                </a:cubicBezTo>
                <a:cubicBezTo>
                  <a:pt x="507" y="805"/>
                  <a:pt x="503" y="809"/>
                  <a:pt x="499" y="815"/>
                </a:cubicBezTo>
                <a:cubicBezTo>
                  <a:pt x="497" y="818"/>
                  <a:pt x="494" y="818"/>
                  <a:pt x="492" y="817"/>
                </a:cubicBezTo>
                <a:cubicBezTo>
                  <a:pt x="487" y="814"/>
                  <a:pt x="482" y="812"/>
                  <a:pt x="477" y="809"/>
                </a:cubicBezTo>
                <a:cubicBezTo>
                  <a:pt x="475" y="808"/>
                  <a:pt x="473" y="807"/>
                  <a:pt x="472" y="809"/>
                </a:cubicBezTo>
                <a:cubicBezTo>
                  <a:pt x="461" y="819"/>
                  <a:pt x="451" y="829"/>
                  <a:pt x="444" y="841"/>
                </a:cubicBezTo>
                <a:cubicBezTo>
                  <a:pt x="441" y="846"/>
                  <a:pt x="439" y="851"/>
                  <a:pt x="437" y="856"/>
                </a:cubicBezTo>
                <a:cubicBezTo>
                  <a:pt x="435" y="861"/>
                  <a:pt x="431" y="863"/>
                  <a:pt x="425" y="864"/>
                </a:cubicBezTo>
                <a:cubicBezTo>
                  <a:pt x="420" y="864"/>
                  <a:pt x="415" y="865"/>
                  <a:pt x="410" y="866"/>
                </a:cubicBezTo>
                <a:cubicBezTo>
                  <a:pt x="406" y="866"/>
                  <a:pt x="405" y="868"/>
                  <a:pt x="405" y="872"/>
                </a:cubicBezTo>
                <a:cubicBezTo>
                  <a:pt x="404" y="881"/>
                  <a:pt x="407" y="890"/>
                  <a:pt x="409" y="900"/>
                </a:cubicBezTo>
                <a:cubicBezTo>
                  <a:pt x="410" y="908"/>
                  <a:pt x="408" y="915"/>
                  <a:pt x="401" y="920"/>
                </a:cubicBezTo>
                <a:cubicBezTo>
                  <a:pt x="399" y="922"/>
                  <a:pt x="400" y="923"/>
                  <a:pt x="401" y="925"/>
                </a:cubicBezTo>
                <a:cubicBezTo>
                  <a:pt x="404" y="928"/>
                  <a:pt x="407" y="932"/>
                  <a:pt x="410" y="935"/>
                </a:cubicBezTo>
                <a:cubicBezTo>
                  <a:pt x="429" y="956"/>
                  <a:pt x="449" y="977"/>
                  <a:pt x="468" y="998"/>
                </a:cubicBezTo>
                <a:cubicBezTo>
                  <a:pt x="479" y="1009"/>
                  <a:pt x="479" y="1015"/>
                  <a:pt x="472" y="1029"/>
                </a:cubicBezTo>
                <a:cubicBezTo>
                  <a:pt x="459" y="1055"/>
                  <a:pt x="442" y="1080"/>
                  <a:pt x="425" y="1104"/>
                </a:cubicBezTo>
                <a:cubicBezTo>
                  <a:pt x="405" y="1133"/>
                  <a:pt x="384" y="1162"/>
                  <a:pt x="364" y="1192"/>
                </a:cubicBezTo>
                <a:cubicBezTo>
                  <a:pt x="353" y="1207"/>
                  <a:pt x="341" y="1221"/>
                  <a:pt x="329" y="1236"/>
                </a:cubicBezTo>
                <a:cubicBezTo>
                  <a:pt x="325" y="1242"/>
                  <a:pt x="319" y="1247"/>
                  <a:pt x="311" y="1245"/>
                </a:cubicBezTo>
                <a:cubicBezTo>
                  <a:pt x="305" y="1243"/>
                  <a:pt x="301" y="1239"/>
                  <a:pt x="298" y="1234"/>
                </a:cubicBezTo>
                <a:cubicBezTo>
                  <a:pt x="295" y="1231"/>
                  <a:pt x="294" y="1230"/>
                  <a:pt x="290" y="1232"/>
                </a:cubicBezTo>
                <a:cubicBezTo>
                  <a:pt x="285" y="1236"/>
                  <a:pt x="281" y="1234"/>
                  <a:pt x="277" y="1229"/>
                </a:cubicBezTo>
                <a:cubicBezTo>
                  <a:pt x="276" y="1227"/>
                  <a:pt x="275" y="1225"/>
                  <a:pt x="273" y="1224"/>
                </a:cubicBezTo>
                <a:cubicBezTo>
                  <a:pt x="271" y="1222"/>
                  <a:pt x="269" y="1222"/>
                  <a:pt x="267" y="1225"/>
                </a:cubicBezTo>
                <a:cubicBezTo>
                  <a:pt x="263" y="1229"/>
                  <a:pt x="259" y="1232"/>
                  <a:pt x="254" y="1235"/>
                </a:cubicBezTo>
                <a:cubicBezTo>
                  <a:pt x="246" y="1239"/>
                  <a:pt x="239" y="1238"/>
                  <a:pt x="233" y="1232"/>
                </a:cubicBezTo>
                <a:cubicBezTo>
                  <a:pt x="230" y="1229"/>
                  <a:pt x="227" y="1226"/>
                  <a:pt x="224" y="1223"/>
                </a:cubicBezTo>
                <a:cubicBezTo>
                  <a:pt x="221" y="1220"/>
                  <a:pt x="218" y="1217"/>
                  <a:pt x="213" y="1216"/>
                </a:cubicBezTo>
                <a:cubicBezTo>
                  <a:pt x="210" y="1216"/>
                  <a:pt x="207" y="1213"/>
                  <a:pt x="208" y="1209"/>
                </a:cubicBezTo>
                <a:cubicBezTo>
                  <a:pt x="208" y="1206"/>
                  <a:pt x="207" y="1204"/>
                  <a:pt x="205" y="1202"/>
                </a:cubicBezTo>
                <a:cubicBezTo>
                  <a:pt x="191" y="1187"/>
                  <a:pt x="178" y="1171"/>
                  <a:pt x="164" y="1156"/>
                </a:cubicBezTo>
                <a:cubicBezTo>
                  <a:pt x="152" y="1142"/>
                  <a:pt x="140" y="1129"/>
                  <a:pt x="129" y="1115"/>
                </a:cubicBezTo>
                <a:cubicBezTo>
                  <a:pt x="116" y="1101"/>
                  <a:pt x="104" y="1086"/>
                  <a:pt x="92" y="1072"/>
                </a:cubicBezTo>
                <a:cubicBezTo>
                  <a:pt x="81" y="1059"/>
                  <a:pt x="70" y="1047"/>
                  <a:pt x="59" y="1034"/>
                </a:cubicBezTo>
                <a:cubicBezTo>
                  <a:pt x="50" y="1024"/>
                  <a:pt x="41" y="1013"/>
                  <a:pt x="32" y="1003"/>
                </a:cubicBezTo>
                <a:cubicBezTo>
                  <a:pt x="31" y="1001"/>
                  <a:pt x="29" y="1000"/>
                  <a:pt x="26" y="1000"/>
                </a:cubicBezTo>
                <a:cubicBezTo>
                  <a:pt x="21" y="1000"/>
                  <a:pt x="18" y="995"/>
                  <a:pt x="19" y="990"/>
                </a:cubicBezTo>
                <a:cubicBezTo>
                  <a:pt x="20" y="988"/>
                  <a:pt x="18" y="986"/>
                  <a:pt x="17" y="984"/>
                </a:cubicBezTo>
                <a:cubicBezTo>
                  <a:pt x="13" y="979"/>
                  <a:pt x="10" y="975"/>
                  <a:pt x="6" y="970"/>
                </a:cubicBezTo>
                <a:cubicBezTo>
                  <a:pt x="3" y="966"/>
                  <a:pt x="1" y="961"/>
                  <a:pt x="0" y="955"/>
                </a:cubicBezTo>
                <a:cubicBezTo>
                  <a:pt x="0" y="955"/>
                  <a:pt x="0" y="954"/>
                  <a:pt x="0" y="954"/>
                </a:cubicBezTo>
                <a:cubicBezTo>
                  <a:pt x="0" y="942"/>
                  <a:pt x="7" y="933"/>
                  <a:pt x="14" y="924"/>
                </a:cubicBezTo>
                <a:cubicBezTo>
                  <a:pt x="16" y="921"/>
                  <a:pt x="19" y="917"/>
                  <a:pt x="22" y="913"/>
                </a:cubicBezTo>
                <a:cubicBezTo>
                  <a:pt x="35" y="898"/>
                  <a:pt x="47" y="882"/>
                  <a:pt x="60" y="866"/>
                </a:cubicBezTo>
                <a:cubicBezTo>
                  <a:pt x="66" y="859"/>
                  <a:pt x="73" y="852"/>
                  <a:pt x="75" y="843"/>
                </a:cubicBezTo>
                <a:cubicBezTo>
                  <a:pt x="76" y="840"/>
                  <a:pt x="78" y="837"/>
                  <a:pt x="80" y="835"/>
                </a:cubicBezTo>
                <a:cubicBezTo>
                  <a:pt x="88" y="825"/>
                  <a:pt x="95" y="816"/>
                  <a:pt x="103" y="806"/>
                </a:cubicBezTo>
                <a:cubicBezTo>
                  <a:pt x="115" y="793"/>
                  <a:pt x="126" y="779"/>
                  <a:pt x="138" y="765"/>
                </a:cubicBezTo>
                <a:cubicBezTo>
                  <a:pt x="145" y="757"/>
                  <a:pt x="153" y="749"/>
                  <a:pt x="160" y="740"/>
                </a:cubicBezTo>
                <a:cubicBezTo>
                  <a:pt x="167" y="733"/>
                  <a:pt x="174" y="724"/>
                  <a:pt x="183" y="720"/>
                </a:cubicBezTo>
                <a:cubicBezTo>
                  <a:pt x="194" y="716"/>
                  <a:pt x="204" y="715"/>
                  <a:pt x="214" y="722"/>
                </a:cubicBezTo>
                <a:cubicBezTo>
                  <a:pt x="220" y="727"/>
                  <a:pt x="226" y="733"/>
                  <a:pt x="231" y="739"/>
                </a:cubicBezTo>
                <a:cubicBezTo>
                  <a:pt x="244" y="755"/>
                  <a:pt x="258" y="769"/>
                  <a:pt x="272" y="783"/>
                </a:cubicBezTo>
                <a:cubicBezTo>
                  <a:pt x="275" y="786"/>
                  <a:pt x="277" y="787"/>
                  <a:pt x="280" y="784"/>
                </a:cubicBezTo>
                <a:cubicBezTo>
                  <a:pt x="284" y="781"/>
                  <a:pt x="288" y="779"/>
                  <a:pt x="293" y="779"/>
                </a:cubicBezTo>
                <a:cubicBezTo>
                  <a:pt x="299" y="779"/>
                  <a:pt x="305" y="777"/>
                  <a:pt x="311" y="776"/>
                </a:cubicBezTo>
                <a:cubicBezTo>
                  <a:pt x="318" y="775"/>
                  <a:pt x="325" y="774"/>
                  <a:pt x="333" y="775"/>
                </a:cubicBezTo>
                <a:cubicBezTo>
                  <a:pt x="336" y="776"/>
                  <a:pt x="340" y="776"/>
                  <a:pt x="344" y="777"/>
                </a:cubicBezTo>
                <a:cubicBezTo>
                  <a:pt x="346" y="777"/>
                  <a:pt x="348" y="776"/>
                  <a:pt x="349" y="775"/>
                </a:cubicBezTo>
                <a:cubicBezTo>
                  <a:pt x="362" y="764"/>
                  <a:pt x="375" y="752"/>
                  <a:pt x="389" y="742"/>
                </a:cubicBezTo>
                <a:cubicBezTo>
                  <a:pt x="394" y="739"/>
                  <a:pt x="398" y="736"/>
                  <a:pt x="400" y="730"/>
                </a:cubicBezTo>
                <a:cubicBezTo>
                  <a:pt x="401" y="727"/>
                  <a:pt x="404" y="725"/>
                  <a:pt x="406" y="723"/>
                </a:cubicBezTo>
                <a:cubicBezTo>
                  <a:pt x="416" y="713"/>
                  <a:pt x="425" y="704"/>
                  <a:pt x="435" y="694"/>
                </a:cubicBezTo>
                <a:cubicBezTo>
                  <a:pt x="449" y="681"/>
                  <a:pt x="458" y="665"/>
                  <a:pt x="470" y="651"/>
                </a:cubicBezTo>
                <a:cubicBezTo>
                  <a:pt x="479" y="641"/>
                  <a:pt x="487" y="630"/>
                  <a:pt x="494" y="619"/>
                </a:cubicBezTo>
                <a:cubicBezTo>
                  <a:pt x="501" y="609"/>
                  <a:pt x="511" y="602"/>
                  <a:pt x="520" y="594"/>
                </a:cubicBezTo>
                <a:cubicBezTo>
                  <a:pt x="523" y="591"/>
                  <a:pt x="526" y="587"/>
                  <a:pt x="528" y="584"/>
                </a:cubicBezTo>
                <a:cubicBezTo>
                  <a:pt x="536" y="572"/>
                  <a:pt x="542" y="560"/>
                  <a:pt x="553" y="551"/>
                </a:cubicBezTo>
                <a:cubicBezTo>
                  <a:pt x="566" y="540"/>
                  <a:pt x="580" y="530"/>
                  <a:pt x="589" y="514"/>
                </a:cubicBezTo>
                <a:cubicBezTo>
                  <a:pt x="589" y="514"/>
                  <a:pt x="589" y="514"/>
                  <a:pt x="590" y="513"/>
                </a:cubicBezTo>
                <a:cubicBezTo>
                  <a:pt x="597" y="503"/>
                  <a:pt x="605" y="494"/>
                  <a:pt x="614" y="485"/>
                </a:cubicBezTo>
                <a:cubicBezTo>
                  <a:pt x="622" y="478"/>
                  <a:pt x="627" y="469"/>
                  <a:pt x="635" y="462"/>
                </a:cubicBezTo>
                <a:cubicBezTo>
                  <a:pt x="639" y="458"/>
                  <a:pt x="642" y="453"/>
                  <a:pt x="648" y="450"/>
                </a:cubicBezTo>
                <a:cubicBezTo>
                  <a:pt x="656" y="446"/>
                  <a:pt x="665" y="443"/>
                  <a:pt x="674" y="444"/>
                </a:cubicBezTo>
                <a:cubicBezTo>
                  <a:pt x="678" y="445"/>
                  <a:pt x="680" y="443"/>
                  <a:pt x="683" y="441"/>
                </a:cubicBezTo>
                <a:cubicBezTo>
                  <a:pt x="685" y="438"/>
                  <a:pt x="687" y="436"/>
                  <a:pt x="688" y="433"/>
                </a:cubicBezTo>
                <a:cubicBezTo>
                  <a:pt x="692" y="423"/>
                  <a:pt x="700" y="418"/>
                  <a:pt x="710" y="416"/>
                </a:cubicBezTo>
                <a:cubicBezTo>
                  <a:pt x="714" y="416"/>
                  <a:pt x="717" y="414"/>
                  <a:pt x="719" y="410"/>
                </a:cubicBezTo>
                <a:cubicBezTo>
                  <a:pt x="721" y="404"/>
                  <a:pt x="725" y="400"/>
                  <a:pt x="730" y="396"/>
                </a:cubicBezTo>
                <a:cubicBezTo>
                  <a:pt x="740" y="390"/>
                  <a:pt x="747" y="380"/>
                  <a:pt x="756" y="372"/>
                </a:cubicBezTo>
                <a:cubicBezTo>
                  <a:pt x="760" y="368"/>
                  <a:pt x="764" y="362"/>
                  <a:pt x="768" y="358"/>
                </a:cubicBezTo>
                <a:cubicBezTo>
                  <a:pt x="783" y="344"/>
                  <a:pt x="795" y="330"/>
                  <a:pt x="802" y="311"/>
                </a:cubicBezTo>
                <a:cubicBezTo>
                  <a:pt x="810" y="287"/>
                  <a:pt x="823" y="266"/>
                  <a:pt x="843" y="251"/>
                </a:cubicBezTo>
                <a:cubicBezTo>
                  <a:pt x="856" y="240"/>
                  <a:pt x="871" y="236"/>
                  <a:pt x="888" y="241"/>
                </a:cubicBezTo>
                <a:cubicBezTo>
                  <a:pt x="899" y="245"/>
                  <a:pt x="910" y="249"/>
                  <a:pt x="921" y="253"/>
                </a:cubicBezTo>
                <a:cubicBezTo>
                  <a:pt x="927" y="255"/>
                  <a:pt x="932" y="257"/>
                  <a:pt x="938" y="255"/>
                </a:cubicBezTo>
                <a:cubicBezTo>
                  <a:pt x="946" y="253"/>
                  <a:pt x="954" y="254"/>
                  <a:pt x="961" y="253"/>
                </a:cubicBezTo>
                <a:cubicBezTo>
                  <a:pt x="971" y="252"/>
                  <a:pt x="981" y="253"/>
                  <a:pt x="991" y="250"/>
                </a:cubicBezTo>
                <a:cubicBezTo>
                  <a:pt x="1006" y="246"/>
                  <a:pt x="1018" y="236"/>
                  <a:pt x="1028" y="224"/>
                </a:cubicBezTo>
                <a:cubicBezTo>
                  <a:pt x="1029" y="223"/>
                  <a:pt x="1030" y="222"/>
                  <a:pt x="1029" y="220"/>
                </a:cubicBezTo>
                <a:cubicBezTo>
                  <a:pt x="1028" y="214"/>
                  <a:pt x="1028" y="208"/>
                  <a:pt x="1026" y="202"/>
                </a:cubicBezTo>
                <a:cubicBezTo>
                  <a:pt x="1021" y="191"/>
                  <a:pt x="1017" y="179"/>
                  <a:pt x="1012" y="168"/>
                </a:cubicBezTo>
                <a:cubicBezTo>
                  <a:pt x="1003" y="148"/>
                  <a:pt x="1001" y="127"/>
                  <a:pt x="1005" y="105"/>
                </a:cubicBezTo>
                <a:cubicBezTo>
                  <a:pt x="1008" y="93"/>
                  <a:pt x="1013" y="81"/>
                  <a:pt x="1018" y="70"/>
                </a:cubicBezTo>
                <a:cubicBezTo>
                  <a:pt x="1020" y="64"/>
                  <a:pt x="1021" y="59"/>
                  <a:pt x="1024" y="53"/>
                </a:cubicBezTo>
                <a:cubicBezTo>
                  <a:pt x="1029" y="43"/>
                  <a:pt x="1039" y="38"/>
                  <a:pt x="1045" y="29"/>
                </a:cubicBezTo>
                <a:cubicBezTo>
                  <a:pt x="1045" y="28"/>
                  <a:pt x="1047" y="27"/>
                  <a:pt x="1048" y="26"/>
                </a:cubicBezTo>
                <a:cubicBezTo>
                  <a:pt x="1054" y="24"/>
                  <a:pt x="1058" y="20"/>
                  <a:pt x="1063" y="16"/>
                </a:cubicBezTo>
                <a:cubicBezTo>
                  <a:pt x="1072" y="11"/>
                  <a:pt x="1081" y="6"/>
                  <a:pt x="1091" y="5"/>
                </a:cubicBezTo>
                <a:cubicBezTo>
                  <a:pt x="1096" y="4"/>
                  <a:pt x="1102" y="2"/>
                  <a:pt x="1107" y="0"/>
                </a:cubicBezTo>
                <a:cubicBezTo>
                  <a:pt x="1114" y="0"/>
                  <a:pt x="1120" y="0"/>
                  <a:pt x="1126" y="0"/>
                </a:cubicBezTo>
                <a:cubicBezTo>
                  <a:pt x="1126" y="0"/>
                  <a:pt x="1127" y="1"/>
                  <a:pt x="1127" y="1"/>
                </a:cubicBezTo>
                <a:cubicBezTo>
                  <a:pt x="1140" y="1"/>
                  <a:pt x="1151" y="5"/>
                  <a:pt x="1163" y="9"/>
                </a:cubicBezTo>
                <a:cubicBezTo>
                  <a:pt x="1171" y="12"/>
                  <a:pt x="1180" y="16"/>
                  <a:pt x="1188" y="18"/>
                </a:cubicBezTo>
                <a:cubicBezTo>
                  <a:pt x="1199" y="20"/>
                  <a:pt x="1209" y="25"/>
                  <a:pt x="1219" y="31"/>
                </a:cubicBezTo>
                <a:cubicBezTo>
                  <a:pt x="1226" y="35"/>
                  <a:pt x="1233" y="41"/>
                  <a:pt x="1239" y="47"/>
                </a:cubicBezTo>
                <a:cubicBezTo>
                  <a:pt x="1247" y="56"/>
                  <a:pt x="1252" y="66"/>
                  <a:pt x="1250" y="77"/>
                </a:cubicBezTo>
                <a:cubicBezTo>
                  <a:pt x="1250" y="84"/>
                  <a:pt x="1251" y="89"/>
                  <a:pt x="1254" y="94"/>
                </a:cubicBezTo>
                <a:cubicBezTo>
                  <a:pt x="1256" y="98"/>
                  <a:pt x="1258" y="102"/>
                  <a:pt x="1260" y="105"/>
                </a:cubicBezTo>
                <a:cubicBezTo>
                  <a:pt x="1267" y="116"/>
                  <a:pt x="1269" y="127"/>
                  <a:pt x="1265" y="139"/>
                </a:cubicBezTo>
                <a:cubicBezTo>
                  <a:pt x="1263" y="145"/>
                  <a:pt x="1264" y="150"/>
                  <a:pt x="1268" y="155"/>
                </a:cubicBezTo>
                <a:cubicBezTo>
                  <a:pt x="1269" y="156"/>
                  <a:pt x="1270" y="157"/>
                  <a:pt x="1271" y="158"/>
                </a:cubicBezTo>
                <a:cubicBezTo>
                  <a:pt x="1277" y="166"/>
                  <a:pt x="1284" y="173"/>
                  <a:pt x="1288" y="181"/>
                </a:cubicBezTo>
                <a:cubicBezTo>
                  <a:pt x="1293" y="190"/>
                  <a:pt x="1289" y="198"/>
                  <a:pt x="1279" y="198"/>
                </a:cubicBezTo>
                <a:cubicBezTo>
                  <a:pt x="1278" y="198"/>
                  <a:pt x="1277" y="198"/>
                  <a:pt x="1276" y="198"/>
                </a:cubicBezTo>
                <a:cubicBezTo>
                  <a:pt x="1269" y="200"/>
                  <a:pt x="1267" y="204"/>
                  <a:pt x="1268" y="210"/>
                </a:cubicBezTo>
                <a:cubicBezTo>
                  <a:pt x="1270" y="215"/>
                  <a:pt x="1268" y="218"/>
                  <a:pt x="1264" y="220"/>
                </a:cubicBezTo>
                <a:cubicBezTo>
                  <a:pt x="1260" y="223"/>
                  <a:pt x="1259" y="227"/>
                  <a:pt x="1262" y="232"/>
                </a:cubicBezTo>
                <a:cubicBezTo>
                  <a:pt x="1262" y="233"/>
                  <a:pt x="1263" y="234"/>
                  <a:pt x="1264" y="236"/>
                </a:cubicBezTo>
                <a:cubicBezTo>
                  <a:pt x="1265" y="239"/>
                  <a:pt x="1266" y="242"/>
                  <a:pt x="1263" y="245"/>
                </a:cubicBezTo>
                <a:cubicBezTo>
                  <a:pt x="1259" y="249"/>
                  <a:pt x="1259" y="253"/>
                  <a:pt x="1260" y="258"/>
                </a:cubicBezTo>
                <a:cubicBezTo>
                  <a:pt x="1263" y="273"/>
                  <a:pt x="1254" y="286"/>
                  <a:pt x="1239" y="289"/>
                </a:cubicBezTo>
                <a:cubicBezTo>
                  <a:pt x="1230" y="290"/>
                  <a:pt x="1221" y="289"/>
                  <a:pt x="1213" y="288"/>
                </a:cubicBezTo>
                <a:cubicBezTo>
                  <a:pt x="1201" y="287"/>
                  <a:pt x="1189" y="286"/>
                  <a:pt x="1177" y="290"/>
                </a:cubicBezTo>
                <a:cubicBezTo>
                  <a:pt x="1174" y="292"/>
                  <a:pt x="1171" y="294"/>
                  <a:pt x="1168" y="297"/>
                </a:cubicBezTo>
                <a:cubicBezTo>
                  <a:pt x="1164" y="304"/>
                  <a:pt x="1159" y="311"/>
                  <a:pt x="1152" y="316"/>
                </a:cubicBezTo>
                <a:cubicBezTo>
                  <a:pt x="1151" y="318"/>
                  <a:pt x="1150" y="320"/>
                  <a:pt x="1150" y="322"/>
                </a:cubicBezTo>
                <a:cubicBezTo>
                  <a:pt x="1152" y="329"/>
                  <a:pt x="1153" y="335"/>
                  <a:pt x="1158" y="340"/>
                </a:cubicBezTo>
                <a:cubicBezTo>
                  <a:pt x="1165" y="347"/>
                  <a:pt x="1166" y="353"/>
                  <a:pt x="1162" y="361"/>
                </a:cubicBezTo>
                <a:cubicBezTo>
                  <a:pt x="1159" y="367"/>
                  <a:pt x="1160" y="369"/>
                  <a:pt x="1165" y="372"/>
                </a:cubicBezTo>
                <a:cubicBezTo>
                  <a:pt x="1169" y="375"/>
                  <a:pt x="1174" y="378"/>
                  <a:pt x="1177" y="382"/>
                </a:cubicBezTo>
                <a:cubicBezTo>
                  <a:pt x="1180" y="388"/>
                  <a:pt x="1185" y="393"/>
                  <a:pt x="1188" y="399"/>
                </a:cubicBezTo>
                <a:cubicBezTo>
                  <a:pt x="1190" y="403"/>
                  <a:pt x="1193" y="406"/>
                  <a:pt x="1197" y="409"/>
                </a:cubicBezTo>
                <a:cubicBezTo>
                  <a:pt x="1209" y="417"/>
                  <a:pt x="1216" y="429"/>
                  <a:pt x="1218" y="444"/>
                </a:cubicBezTo>
                <a:cubicBezTo>
                  <a:pt x="1221" y="457"/>
                  <a:pt x="1223" y="470"/>
                  <a:pt x="1225" y="483"/>
                </a:cubicBezTo>
                <a:cubicBezTo>
                  <a:pt x="1227" y="493"/>
                  <a:pt x="1229" y="502"/>
                  <a:pt x="1229" y="512"/>
                </a:cubicBezTo>
                <a:cubicBezTo>
                  <a:pt x="1228" y="517"/>
                  <a:pt x="1230" y="521"/>
                  <a:pt x="1234" y="523"/>
                </a:cubicBezTo>
                <a:cubicBezTo>
                  <a:pt x="1245" y="527"/>
                  <a:pt x="1251" y="534"/>
                  <a:pt x="1254" y="545"/>
                </a:cubicBezTo>
                <a:cubicBezTo>
                  <a:pt x="1255" y="547"/>
                  <a:pt x="1255" y="550"/>
                  <a:pt x="1258" y="552"/>
                </a:cubicBezTo>
                <a:cubicBezTo>
                  <a:pt x="1263" y="556"/>
                  <a:pt x="1266" y="561"/>
                  <a:pt x="1268" y="566"/>
                </a:cubicBezTo>
                <a:cubicBezTo>
                  <a:pt x="1272" y="576"/>
                  <a:pt x="1277" y="584"/>
                  <a:pt x="1286" y="590"/>
                </a:cubicBezTo>
                <a:cubicBezTo>
                  <a:pt x="1290" y="593"/>
                  <a:pt x="1294" y="596"/>
                  <a:pt x="1296" y="600"/>
                </a:cubicBezTo>
                <a:cubicBezTo>
                  <a:pt x="1297" y="604"/>
                  <a:pt x="1301" y="606"/>
                  <a:pt x="1303" y="609"/>
                </a:cubicBezTo>
                <a:cubicBezTo>
                  <a:pt x="1304" y="611"/>
                  <a:pt x="1306" y="610"/>
                  <a:pt x="1307" y="610"/>
                </a:cubicBezTo>
                <a:cubicBezTo>
                  <a:pt x="1316" y="604"/>
                  <a:pt x="1327" y="604"/>
                  <a:pt x="1337" y="599"/>
                </a:cubicBezTo>
                <a:cubicBezTo>
                  <a:pt x="1346" y="595"/>
                  <a:pt x="1356" y="590"/>
                  <a:pt x="1364" y="584"/>
                </a:cubicBezTo>
                <a:cubicBezTo>
                  <a:pt x="1367" y="581"/>
                  <a:pt x="1371" y="578"/>
                  <a:pt x="1375" y="577"/>
                </a:cubicBezTo>
                <a:cubicBezTo>
                  <a:pt x="1380" y="576"/>
                  <a:pt x="1382" y="574"/>
                  <a:pt x="1382" y="568"/>
                </a:cubicBezTo>
                <a:cubicBezTo>
                  <a:pt x="1382" y="567"/>
                  <a:pt x="1383" y="565"/>
                  <a:pt x="1384" y="563"/>
                </a:cubicBezTo>
                <a:cubicBezTo>
                  <a:pt x="1389" y="551"/>
                  <a:pt x="1398" y="544"/>
                  <a:pt x="1407" y="536"/>
                </a:cubicBezTo>
                <a:cubicBezTo>
                  <a:pt x="1416" y="528"/>
                  <a:pt x="1427" y="524"/>
                  <a:pt x="1433" y="514"/>
                </a:cubicBezTo>
                <a:cubicBezTo>
                  <a:pt x="1434" y="512"/>
                  <a:pt x="1436" y="511"/>
                  <a:pt x="1437" y="509"/>
                </a:cubicBezTo>
                <a:cubicBezTo>
                  <a:pt x="1449" y="498"/>
                  <a:pt x="1462" y="489"/>
                  <a:pt x="1473" y="477"/>
                </a:cubicBezTo>
                <a:cubicBezTo>
                  <a:pt x="1476" y="474"/>
                  <a:pt x="1478" y="475"/>
                  <a:pt x="1480" y="477"/>
                </a:cubicBezTo>
                <a:cubicBezTo>
                  <a:pt x="1489" y="487"/>
                  <a:pt x="1498" y="496"/>
                  <a:pt x="1506" y="505"/>
                </a:cubicBezTo>
                <a:cubicBezTo>
                  <a:pt x="1507" y="506"/>
                  <a:pt x="1509" y="508"/>
                  <a:pt x="1511" y="507"/>
                </a:cubicBezTo>
                <a:cubicBezTo>
                  <a:pt x="1512" y="506"/>
                  <a:pt x="1514" y="505"/>
                  <a:pt x="1514" y="503"/>
                </a:cubicBezTo>
                <a:cubicBezTo>
                  <a:pt x="1515" y="496"/>
                  <a:pt x="1515" y="488"/>
                  <a:pt x="1515" y="481"/>
                </a:cubicBezTo>
                <a:cubicBezTo>
                  <a:pt x="1515" y="478"/>
                  <a:pt x="1513" y="474"/>
                  <a:pt x="1510" y="473"/>
                </a:cubicBezTo>
                <a:cubicBezTo>
                  <a:pt x="1502" y="472"/>
                  <a:pt x="1494" y="462"/>
                  <a:pt x="1498" y="454"/>
                </a:cubicBezTo>
                <a:cubicBezTo>
                  <a:pt x="1502" y="447"/>
                  <a:pt x="1503" y="439"/>
                  <a:pt x="1506" y="431"/>
                </a:cubicBezTo>
                <a:cubicBezTo>
                  <a:pt x="1507" y="426"/>
                  <a:pt x="1509" y="420"/>
                  <a:pt x="1515" y="417"/>
                </a:cubicBezTo>
                <a:cubicBezTo>
                  <a:pt x="1527" y="409"/>
                  <a:pt x="1539" y="401"/>
                  <a:pt x="1551" y="394"/>
                </a:cubicBezTo>
                <a:cubicBezTo>
                  <a:pt x="1555" y="391"/>
                  <a:pt x="1560" y="389"/>
                  <a:pt x="1565" y="388"/>
                </a:cubicBezTo>
                <a:cubicBezTo>
                  <a:pt x="1574" y="387"/>
                  <a:pt x="1580" y="392"/>
                  <a:pt x="1583" y="400"/>
                </a:cubicBezTo>
                <a:cubicBezTo>
                  <a:pt x="1585" y="405"/>
                  <a:pt x="1585" y="411"/>
                  <a:pt x="1592" y="413"/>
                </a:cubicBezTo>
                <a:cubicBezTo>
                  <a:pt x="1596" y="414"/>
                  <a:pt x="1599" y="418"/>
                  <a:pt x="1598" y="423"/>
                </a:cubicBezTo>
                <a:cubicBezTo>
                  <a:pt x="1598" y="426"/>
                  <a:pt x="1599" y="428"/>
                  <a:pt x="1602" y="430"/>
                </a:cubicBezTo>
                <a:cubicBezTo>
                  <a:pt x="1609" y="435"/>
                  <a:pt x="1611" y="440"/>
                  <a:pt x="1607" y="448"/>
                </a:cubicBezTo>
                <a:cubicBezTo>
                  <a:pt x="1606" y="450"/>
                  <a:pt x="1605" y="452"/>
                  <a:pt x="1608" y="453"/>
                </a:cubicBezTo>
                <a:cubicBezTo>
                  <a:pt x="1612" y="454"/>
                  <a:pt x="1612" y="458"/>
                  <a:pt x="1613" y="461"/>
                </a:cubicBezTo>
                <a:cubicBezTo>
                  <a:pt x="1613" y="462"/>
                  <a:pt x="1613" y="462"/>
                  <a:pt x="1613" y="463"/>
                </a:cubicBezTo>
                <a:close/>
                <a:moveTo>
                  <a:pt x="336" y="819"/>
                </a:moveTo>
                <a:cubicBezTo>
                  <a:pt x="336" y="817"/>
                  <a:pt x="337" y="814"/>
                  <a:pt x="335" y="813"/>
                </a:cubicBezTo>
                <a:cubicBezTo>
                  <a:pt x="330" y="810"/>
                  <a:pt x="329" y="806"/>
                  <a:pt x="329" y="801"/>
                </a:cubicBezTo>
                <a:cubicBezTo>
                  <a:pt x="330" y="797"/>
                  <a:pt x="328" y="796"/>
                  <a:pt x="325" y="796"/>
                </a:cubicBezTo>
                <a:cubicBezTo>
                  <a:pt x="322" y="797"/>
                  <a:pt x="318" y="797"/>
                  <a:pt x="315" y="798"/>
                </a:cubicBezTo>
                <a:cubicBezTo>
                  <a:pt x="312" y="798"/>
                  <a:pt x="310" y="799"/>
                  <a:pt x="309" y="802"/>
                </a:cubicBezTo>
                <a:cubicBezTo>
                  <a:pt x="308" y="805"/>
                  <a:pt x="306" y="807"/>
                  <a:pt x="303" y="808"/>
                </a:cubicBezTo>
                <a:cubicBezTo>
                  <a:pt x="299" y="810"/>
                  <a:pt x="299" y="812"/>
                  <a:pt x="302" y="814"/>
                </a:cubicBezTo>
                <a:cubicBezTo>
                  <a:pt x="306" y="819"/>
                  <a:pt x="311" y="824"/>
                  <a:pt x="315" y="829"/>
                </a:cubicBezTo>
                <a:cubicBezTo>
                  <a:pt x="320" y="834"/>
                  <a:pt x="325" y="839"/>
                  <a:pt x="330" y="845"/>
                </a:cubicBezTo>
                <a:cubicBezTo>
                  <a:pt x="331" y="845"/>
                  <a:pt x="332" y="847"/>
                  <a:pt x="333" y="847"/>
                </a:cubicBezTo>
                <a:cubicBezTo>
                  <a:pt x="335" y="846"/>
                  <a:pt x="334" y="844"/>
                  <a:pt x="335" y="843"/>
                </a:cubicBezTo>
                <a:cubicBezTo>
                  <a:pt x="337" y="836"/>
                  <a:pt x="340" y="830"/>
                  <a:pt x="336" y="822"/>
                </a:cubicBezTo>
                <a:cubicBezTo>
                  <a:pt x="336" y="821"/>
                  <a:pt x="336" y="821"/>
                  <a:pt x="336" y="819"/>
                </a:cubicBez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6" name="Google Shape;196;p18"/>
          <p:cNvSpPr txBox="1"/>
          <p:nvPr/>
        </p:nvSpPr>
        <p:spPr>
          <a:xfrm>
            <a:off x="6778172" y="2210469"/>
            <a:ext cx="4437886" cy="3203360"/>
          </a:xfrm>
          <a:prstGeom prst="rect">
            <a:avLst/>
          </a:prstGeom>
          <a:noFill/>
          <a:ln>
            <a:noFill/>
          </a:ln>
        </p:spPr>
        <p:txBody>
          <a:bodyPr spcFirstLastPara="1" wrap="square" lIns="91425" tIns="45700" rIns="91425" bIns="45700" anchor="t" anchorCtr="0">
            <a:noAutofit/>
          </a:bodyPr>
          <a:lstStyle/>
          <a:p>
            <a:pPr algn="just"/>
            <a:r>
              <a:rPr lang="en-US" sz="2000" dirty="0">
                <a:latin typeface="Times New Roman" panose="02020603050405020304" pitchFamily="18" charset="0"/>
                <a:cs typeface="Times New Roman" panose="02020603050405020304" pitchFamily="18" charset="0"/>
              </a:rPr>
              <a:t>Knowledge Support Information System is a type of information system that helps organizations create, store, and disseminate knowledge. It also allows employees to access the information they need to perform their jobs more efficiently. Examples of Knowledge Support Information System used in KFC are:</a:t>
            </a:r>
          </a:p>
          <a:p>
            <a:pPr marL="742950" lvl="1"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Expert System</a:t>
            </a:r>
          </a:p>
        </p:txBody>
      </p:sp>
      <p:sp>
        <p:nvSpPr>
          <p:cNvPr id="197" name="Google Shape;197;p18"/>
          <p:cNvSpPr txBox="1">
            <a:spLocks noGrp="1"/>
          </p:cNvSpPr>
          <p:nvPr>
            <p:ph type="title"/>
          </p:nvPr>
        </p:nvSpPr>
        <p:spPr>
          <a:xfrm>
            <a:off x="0" y="361291"/>
            <a:ext cx="12192000" cy="646385"/>
          </a:xfrm>
          <a:prstGeom prst="rect">
            <a:avLst/>
          </a:prstGeom>
          <a:noFill/>
          <a:ln>
            <a:noFill/>
          </a:ln>
        </p:spPr>
        <p:txBody>
          <a:bodyPr spcFirstLastPara="1" wrap="square" lIns="91425" tIns="45700" rIns="91425" bIns="45700" anchor="ctr" anchorCtr="0">
            <a:noAutofit/>
          </a:bodyPr>
          <a:lstStyle/>
          <a:p>
            <a:pPr lvl="5" algn="ctr"/>
            <a:r>
              <a:rPr lang="en-US" sz="3200" b="1" dirty="0">
                <a:latin typeface="Arial" panose="020B0604020202020204" pitchFamily="34" charset="0"/>
                <a:cs typeface="Arial" panose="020B0604020202020204" pitchFamily="34" charset="0"/>
              </a:rPr>
              <a:t>KNOWLEDGE SUPPORT INFORMATION SYSTEMS</a:t>
            </a:r>
          </a:p>
        </p:txBody>
      </p:sp>
      <p:sp>
        <p:nvSpPr>
          <p:cNvPr id="2" name="Rectangle 1">
            <a:extLst>
              <a:ext uri="{FF2B5EF4-FFF2-40B4-BE49-F238E27FC236}">
                <a16:creationId xmlns:a16="http://schemas.microsoft.com/office/drawing/2014/main" id="{90A4B132-F6A1-D63B-DD03-B6315410A0DF}"/>
              </a:ext>
            </a:extLst>
          </p:cNvPr>
          <p:cNvSpPr/>
          <p:nvPr/>
        </p:nvSpPr>
        <p:spPr>
          <a:xfrm>
            <a:off x="-84474" y="6604275"/>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spTree>
    <p:extLst>
      <p:ext uri="{BB962C8B-B14F-4D97-AF65-F5344CB8AC3E}">
        <p14:creationId xmlns:p14="http://schemas.microsoft.com/office/powerpoint/2010/main" val="324861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0"/>
                                        </p:tgtEl>
                                        <p:attrNameLst>
                                          <p:attrName>style.visibility</p:attrName>
                                        </p:attrNameLst>
                                      </p:cBhvr>
                                      <p:to>
                                        <p:strVal val="visible"/>
                                      </p:to>
                                    </p:set>
                                    <p:anim calcmode="lin" valueType="num">
                                      <p:cBhvr additive="base">
                                        <p:cTn id="7" dur="500"/>
                                        <p:tgtEl>
                                          <p:spTgt spid="190"/>
                                        </p:tgtEl>
                                        <p:attrNameLst>
                                          <p:attrName>ppt_x</p:attrName>
                                        </p:attrNameLst>
                                      </p:cBhvr>
                                      <p:tavLst>
                                        <p:tav tm="0">
                                          <p:val>
                                            <p:strVal val="#ppt_x-1"/>
                                          </p:val>
                                        </p:tav>
                                        <p:tav tm="100000">
                                          <p:val>
                                            <p:strVal val="#ppt_x"/>
                                          </p:val>
                                        </p:tav>
                                      </p:tavLst>
                                    </p:anim>
                                  </p:childTnLst>
                                </p:cTn>
                              </p:par>
                              <p:par>
                                <p:cTn id="8" presetID="2" presetClass="entr" presetSubtype="1" fill="hold" nodeType="withEffect">
                                  <p:stCondLst>
                                    <p:cond delay="0"/>
                                  </p:stCondLst>
                                  <p:childTnLst>
                                    <p:set>
                                      <p:cBhvr>
                                        <p:cTn id="9" dur="1" fill="hold">
                                          <p:stCondLst>
                                            <p:cond delay="0"/>
                                          </p:stCondLst>
                                        </p:cTn>
                                        <p:tgtEl>
                                          <p:spTgt spid="191"/>
                                        </p:tgtEl>
                                        <p:attrNameLst>
                                          <p:attrName>style.visibility</p:attrName>
                                        </p:attrNameLst>
                                      </p:cBhvr>
                                      <p:to>
                                        <p:strVal val="visible"/>
                                      </p:to>
                                    </p:set>
                                    <p:anim calcmode="lin" valueType="num">
                                      <p:cBhvr additive="base">
                                        <p:cTn id="10" dur="500"/>
                                        <p:tgtEl>
                                          <p:spTgt spid="191"/>
                                        </p:tgtEl>
                                        <p:attrNameLst>
                                          <p:attrName>ppt_y</p:attrName>
                                        </p:attrNameLst>
                                      </p:cBhvr>
                                      <p:tavLst>
                                        <p:tav tm="0">
                                          <p:val>
                                            <p:strVal val="#ppt_y-1"/>
                                          </p:val>
                                        </p:tav>
                                        <p:tav tm="100000">
                                          <p:val>
                                            <p:strVal val="#ppt_y"/>
                                          </p:val>
                                        </p:tav>
                                      </p:tavLst>
                                    </p:anim>
                                  </p:childTnLst>
                                </p:cTn>
                              </p:par>
                              <p:par>
                                <p:cTn id="11" presetID="2" presetClass="entr" presetSubtype="2" fill="hold" nodeType="withEffect">
                                  <p:stCondLst>
                                    <p:cond delay="0"/>
                                  </p:stCondLst>
                                  <p:childTnLst>
                                    <p:set>
                                      <p:cBhvr>
                                        <p:cTn id="12" dur="1" fill="hold">
                                          <p:stCondLst>
                                            <p:cond delay="0"/>
                                          </p:stCondLst>
                                        </p:cTn>
                                        <p:tgtEl>
                                          <p:spTgt spid="192"/>
                                        </p:tgtEl>
                                        <p:attrNameLst>
                                          <p:attrName>style.visibility</p:attrName>
                                        </p:attrNameLst>
                                      </p:cBhvr>
                                      <p:to>
                                        <p:strVal val="visible"/>
                                      </p:to>
                                    </p:set>
                                    <p:anim calcmode="lin" valueType="num">
                                      <p:cBhvr additive="base">
                                        <p:cTn id="13" dur="500"/>
                                        <p:tgtEl>
                                          <p:spTgt spid="192"/>
                                        </p:tgtEl>
                                        <p:attrNameLst>
                                          <p:attrName>ppt_x</p:attrName>
                                        </p:attrNameLst>
                                      </p:cBhvr>
                                      <p:tavLst>
                                        <p:tav tm="0">
                                          <p:val>
                                            <p:strVal val="#ppt_x+1"/>
                                          </p:val>
                                        </p:tav>
                                        <p:tav tm="100000">
                                          <p:val>
                                            <p:strVal val="#ppt_x"/>
                                          </p:val>
                                        </p:tav>
                                      </p:tavLst>
                                    </p:anim>
                                  </p:childTnLst>
                                </p:cTn>
                              </p:par>
                              <p:par>
                                <p:cTn id="14" presetID="2" presetClass="entr" presetSubtype="4" fill="hold" nodeType="withEffect">
                                  <p:stCondLst>
                                    <p:cond delay="0"/>
                                  </p:stCondLst>
                                  <p:childTnLst>
                                    <p:set>
                                      <p:cBhvr>
                                        <p:cTn id="15" dur="1" fill="hold">
                                          <p:stCondLst>
                                            <p:cond delay="0"/>
                                          </p:stCondLst>
                                        </p:cTn>
                                        <p:tgtEl>
                                          <p:spTgt spid="193"/>
                                        </p:tgtEl>
                                        <p:attrNameLst>
                                          <p:attrName>style.visibility</p:attrName>
                                        </p:attrNameLst>
                                      </p:cBhvr>
                                      <p:to>
                                        <p:strVal val="visible"/>
                                      </p:to>
                                    </p:set>
                                    <p:anim calcmode="lin" valueType="num">
                                      <p:cBhvr additive="base">
                                        <p:cTn id="16" dur="500"/>
                                        <p:tgtEl>
                                          <p:spTgt spid="193"/>
                                        </p:tgtEl>
                                        <p:attrNameLst>
                                          <p:attrName>ppt_y</p:attrName>
                                        </p:attrNameLst>
                                      </p:cBhvr>
                                      <p:tavLst>
                                        <p:tav tm="0">
                                          <p:val>
                                            <p:strVal val="#ppt_y+1"/>
                                          </p:val>
                                        </p:tav>
                                        <p:tav tm="100000">
                                          <p:val>
                                            <p:strVal val="#ppt_y"/>
                                          </p:val>
                                        </p:tav>
                                      </p:tavLst>
                                    </p:anim>
                                  </p:childTnLst>
                                </p:cTn>
                              </p:par>
                              <p:par>
                                <p:cTn id="17" presetID="8" presetClass="emph" presetSubtype="0" fill="hold" nodeType="withEffect">
                                  <p:stCondLst>
                                    <p:cond delay="0"/>
                                  </p:stCondLst>
                                  <p:childTnLst>
                                    <p:animRot by="-21600000">
                                      <p:cBhvr>
                                        <p:cTn id="18" dur="5000" fill="hold"/>
                                        <p:tgtEl>
                                          <p:spTgt spid="190"/>
                                        </p:tgtEl>
                                        <p:attrNameLst>
                                          <p:attrName>r</p:attrName>
                                        </p:attrNameLst>
                                      </p:cBhvr>
                                    </p:animRot>
                                  </p:childTnLst>
                                </p:cTn>
                              </p:par>
                              <p:par>
                                <p:cTn id="19" presetID="8" presetClass="emph" presetSubtype="0" fill="hold" nodeType="withEffect">
                                  <p:stCondLst>
                                    <p:cond delay="0"/>
                                  </p:stCondLst>
                                  <p:childTnLst>
                                    <p:animRot by="-21600000">
                                      <p:cBhvr>
                                        <p:cTn id="20" dur="5000" fill="hold"/>
                                        <p:tgtEl>
                                          <p:spTgt spid="191"/>
                                        </p:tgtEl>
                                        <p:attrNameLst>
                                          <p:attrName>r</p:attrName>
                                        </p:attrNameLst>
                                      </p:cBhvr>
                                    </p:animRot>
                                  </p:childTnLst>
                                </p:cTn>
                              </p:par>
                              <p:par>
                                <p:cTn id="21" presetID="8" presetClass="emph" presetSubtype="0" fill="hold" nodeType="withEffect">
                                  <p:stCondLst>
                                    <p:cond delay="0"/>
                                  </p:stCondLst>
                                  <p:childTnLst>
                                    <p:animRot by="-21600000">
                                      <p:cBhvr>
                                        <p:cTn id="22" dur="5000" fill="hold"/>
                                        <p:tgtEl>
                                          <p:spTgt spid="192"/>
                                        </p:tgtEl>
                                        <p:attrNameLst>
                                          <p:attrName>r</p:attrName>
                                        </p:attrNameLst>
                                      </p:cBhvr>
                                    </p:animRot>
                                  </p:childTnLst>
                                </p:cTn>
                              </p:par>
                              <p:par>
                                <p:cTn id="23" presetID="8" presetClass="emph" presetSubtype="0" fill="hold" nodeType="withEffect">
                                  <p:stCondLst>
                                    <p:cond delay="0"/>
                                  </p:stCondLst>
                                  <p:childTnLst>
                                    <p:animRot by="-21600000">
                                      <p:cBhvr>
                                        <p:cTn id="24" dur="5000" fill="hold"/>
                                        <p:tgtEl>
                                          <p:spTgt spid="193"/>
                                        </p:tgtEl>
                                        <p:attrNameLst>
                                          <p:attrName>r</p:attrName>
                                        </p:attrNameLst>
                                      </p:cBhvr>
                                    </p:animRot>
                                  </p:childTnLst>
                                </p:cTn>
                              </p:par>
                              <p:par>
                                <p:cTn id="25" presetID="2" presetClass="entr" presetSubtype="8" fill="hold" nodeType="withEffect">
                                  <p:stCondLst>
                                    <p:cond delay="0"/>
                                  </p:stCondLst>
                                  <p:childTnLst>
                                    <p:set>
                                      <p:cBhvr>
                                        <p:cTn id="26" dur="1" fill="hold">
                                          <p:stCondLst>
                                            <p:cond delay="0"/>
                                          </p:stCondLst>
                                        </p:cTn>
                                        <p:tgtEl>
                                          <p:spTgt spid="194"/>
                                        </p:tgtEl>
                                        <p:attrNameLst>
                                          <p:attrName>style.visibility</p:attrName>
                                        </p:attrNameLst>
                                      </p:cBhvr>
                                      <p:to>
                                        <p:strVal val="visible"/>
                                      </p:to>
                                    </p:set>
                                    <p:anim calcmode="lin" valueType="num">
                                      <p:cBhvr additive="base">
                                        <p:cTn id="27" dur="500"/>
                                        <p:tgtEl>
                                          <p:spTgt spid="194"/>
                                        </p:tgtEl>
                                        <p:attrNameLst>
                                          <p:attrName>ppt_x</p:attrName>
                                        </p:attrNameLst>
                                      </p:cBhvr>
                                      <p:tavLst>
                                        <p:tav tm="0">
                                          <p:val>
                                            <p:strVal val="#ppt_x-1"/>
                                          </p:val>
                                        </p:tav>
                                        <p:tav tm="100000">
                                          <p:val>
                                            <p:strVal val="#ppt_x"/>
                                          </p:val>
                                        </p:tav>
                                      </p:tavLst>
                                    </p:anim>
                                  </p:childTnLst>
                                </p:cTn>
                              </p:par>
                              <p:par>
                                <p:cTn id="28" presetID="2" presetClass="entr" presetSubtype="4" fill="hold" nodeType="withEffect">
                                  <p:stCondLst>
                                    <p:cond delay="1000"/>
                                  </p:stCondLst>
                                  <p:childTnLst>
                                    <p:set>
                                      <p:cBhvr>
                                        <p:cTn id="29" dur="1" fill="hold">
                                          <p:stCondLst>
                                            <p:cond delay="0"/>
                                          </p:stCondLst>
                                        </p:cTn>
                                        <p:tgtEl>
                                          <p:spTgt spid="196"/>
                                        </p:tgtEl>
                                        <p:attrNameLst>
                                          <p:attrName>style.visibility</p:attrName>
                                        </p:attrNameLst>
                                      </p:cBhvr>
                                      <p:to>
                                        <p:strVal val="visible"/>
                                      </p:to>
                                    </p:set>
                                    <p:anim calcmode="lin" valueType="num">
                                      <p:cBhvr additive="base">
                                        <p:cTn id="30" dur="500"/>
                                        <p:tgtEl>
                                          <p:spTgt spid="19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grpSp>
        <p:nvGrpSpPr>
          <p:cNvPr id="142" name="Google Shape;142;p17"/>
          <p:cNvGrpSpPr/>
          <p:nvPr/>
        </p:nvGrpSpPr>
        <p:grpSpPr>
          <a:xfrm>
            <a:off x="0" y="0"/>
            <a:ext cx="1223889" cy="1345548"/>
            <a:chOff x="0" y="0"/>
            <a:chExt cx="6237928" cy="6858000"/>
          </a:xfrm>
        </p:grpSpPr>
        <p:sp>
          <p:nvSpPr>
            <p:cNvPr id="143" name="Google Shape;143;p17"/>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44" name="Google Shape;144;p17"/>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145" name="Google Shape;145;p17"/>
          <p:cNvSpPr/>
          <p:nvPr/>
        </p:nvSpPr>
        <p:spPr>
          <a:xfrm>
            <a:off x="2110689" y="2170947"/>
            <a:ext cx="65395" cy="2098604"/>
          </a:xfrm>
          <a:custGeom>
            <a:avLst/>
            <a:gdLst/>
            <a:ahLst/>
            <a:cxnLst/>
            <a:rect l="l" t="t" r="r" b="b"/>
            <a:pathLst>
              <a:path w="120000" h="1253448" extrusionOk="0">
                <a:moveTo>
                  <a:pt x="0" y="0"/>
                </a:moveTo>
                <a:lnTo>
                  <a:pt x="0" y="1253448"/>
                </a:lnTo>
              </a:path>
            </a:pathLst>
          </a:custGeom>
          <a:noFill/>
          <a:ln w="12700" cap="flat" cmpd="sng">
            <a:solidFill>
              <a:srgbClr val="7F7F7F"/>
            </a:solidFill>
            <a:prstDash val="dash"/>
            <a:miter lim="800000"/>
            <a:headEnd type="oval" w="med" len="med"/>
            <a:tailEnd type="oval"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grpSp>
        <p:nvGrpSpPr>
          <p:cNvPr id="148" name="Google Shape;148;p17"/>
          <p:cNvGrpSpPr/>
          <p:nvPr/>
        </p:nvGrpSpPr>
        <p:grpSpPr>
          <a:xfrm>
            <a:off x="1746107" y="315452"/>
            <a:ext cx="2572580" cy="2834565"/>
            <a:chOff x="2449363" y="2011284"/>
            <a:chExt cx="1578177" cy="1661663"/>
          </a:xfrm>
        </p:grpSpPr>
        <p:sp>
          <p:nvSpPr>
            <p:cNvPr id="149" name="Google Shape;149;p17"/>
            <p:cNvSpPr/>
            <p:nvPr/>
          </p:nvSpPr>
          <p:spPr>
            <a:xfrm>
              <a:off x="3103680" y="2011284"/>
              <a:ext cx="137978" cy="137978"/>
            </a:xfrm>
            <a:prstGeom prst="rtTriangl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50" name="Google Shape;150;p17"/>
            <p:cNvSpPr/>
            <p:nvPr/>
          </p:nvSpPr>
          <p:spPr>
            <a:xfrm>
              <a:off x="2501637" y="2128719"/>
              <a:ext cx="1525903" cy="1525903"/>
            </a:xfrm>
            <a:prstGeom prst="roundRect">
              <a:avLst>
                <a:gd name="adj" fmla="val 11772"/>
              </a:avLst>
            </a:prstGeom>
            <a:gradFill>
              <a:gsLst>
                <a:gs pos="0">
                  <a:srgbClr val="E2DDE1"/>
                </a:gs>
                <a:gs pos="76000">
                  <a:srgbClr val="F2F2F2"/>
                </a:gs>
                <a:gs pos="100000">
                  <a:srgbClr val="F2F2F2"/>
                </a:gs>
              </a:gsLst>
              <a:lin ang="7800000" scaled="0"/>
            </a:gradFill>
            <a:ln w="15875" cap="flat" cmpd="sng">
              <a:solidFill>
                <a:srgbClr val="F2F2F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51" name="Google Shape;151;p17"/>
            <p:cNvSpPr/>
            <p:nvPr/>
          </p:nvSpPr>
          <p:spPr>
            <a:xfrm>
              <a:off x="2673020" y="2011284"/>
              <a:ext cx="443202" cy="723338"/>
            </a:xfrm>
            <a:custGeom>
              <a:avLst/>
              <a:gdLst/>
              <a:ahLst/>
              <a:cxnLst/>
              <a:rect l="l" t="t" r="r" b="b"/>
              <a:pathLst>
                <a:path w="395618" h="645678" extrusionOk="0">
                  <a:moveTo>
                    <a:pt x="0" y="638213"/>
                  </a:moveTo>
                  <a:lnTo>
                    <a:pt x="0" y="0"/>
                  </a:lnTo>
                  <a:lnTo>
                    <a:pt x="395618" y="0"/>
                  </a:lnTo>
                  <a:lnTo>
                    <a:pt x="395618" y="645678"/>
                  </a:lnTo>
                  <a:lnTo>
                    <a:pt x="201541" y="503853"/>
                  </a:lnTo>
                  <a:lnTo>
                    <a:pt x="0" y="638213"/>
                  </a:lnTo>
                  <a:close/>
                </a:path>
              </a:pathLst>
            </a:cu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Arial"/>
                <a:ea typeface="Arial"/>
                <a:cs typeface="Arial"/>
                <a:sym typeface="Arial"/>
              </a:endParaRPr>
            </a:p>
          </p:txBody>
        </p:sp>
        <p:sp>
          <p:nvSpPr>
            <p:cNvPr id="152" name="Google Shape;152;p17"/>
            <p:cNvSpPr/>
            <p:nvPr/>
          </p:nvSpPr>
          <p:spPr>
            <a:xfrm>
              <a:off x="2449363" y="2079552"/>
              <a:ext cx="890516"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dirty="0">
                  <a:solidFill>
                    <a:schemeClr val="lt1"/>
                  </a:solidFill>
                  <a:latin typeface="Arial"/>
                  <a:ea typeface="Arial"/>
                  <a:cs typeface="Arial"/>
                  <a:sym typeface="Arial"/>
                </a:rPr>
                <a:t>01</a:t>
              </a:r>
              <a:endParaRPr sz="2400" b="1" dirty="0">
                <a:solidFill>
                  <a:schemeClr val="lt1"/>
                </a:solidFill>
                <a:latin typeface="Arial"/>
                <a:ea typeface="Arial"/>
                <a:cs typeface="Arial"/>
                <a:sym typeface="Arial"/>
              </a:endParaRPr>
            </a:p>
          </p:txBody>
        </p:sp>
        <p:sp>
          <p:nvSpPr>
            <p:cNvPr id="154" name="Google Shape;154;p17"/>
            <p:cNvSpPr txBox="1"/>
            <p:nvPr/>
          </p:nvSpPr>
          <p:spPr>
            <a:xfrm>
              <a:off x="2704677" y="3026616"/>
              <a:ext cx="1213702" cy="646331"/>
            </a:xfrm>
            <a:prstGeom prst="rect">
              <a:avLst/>
            </a:prstGeom>
            <a:noFill/>
            <a:ln>
              <a:noFill/>
            </a:ln>
          </p:spPr>
          <p:txBody>
            <a:bodyPr spcFirstLastPara="1" wrap="square" lIns="91425" tIns="45700" rIns="91425" bIns="45700" anchor="t" anchorCtr="0">
              <a:noAutofit/>
            </a:bodyPr>
            <a:lstStyle/>
            <a:p>
              <a:r>
                <a:rPr lang="en-US" sz="2000" b="1" kern="100" dirty="0">
                  <a:effectLst/>
                  <a:latin typeface="Arial" panose="020B0604020202020204" pitchFamily="34" charset="0"/>
                  <a:ea typeface="Calibri" panose="020F0502020204030204" pitchFamily="34" charset="0"/>
                  <a:cs typeface="Arial" panose="020B0604020202020204" pitchFamily="34" charset="0"/>
                </a:rPr>
                <a:t>Expert System</a:t>
              </a:r>
            </a:p>
          </p:txBody>
        </p:sp>
      </p:grpSp>
      <p:sp>
        <p:nvSpPr>
          <p:cNvPr id="178" name="Google Shape;178;p17"/>
          <p:cNvSpPr txBox="1"/>
          <p:nvPr/>
        </p:nvSpPr>
        <p:spPr>
          <a:xfrm>
            <a:off x="1722504" y="4434962"/>
            <a:ext cx="8364925" cy="1660516"/>
          </a:xfrm>
          <a:prstGeom prst="rect">
            <a:avLst/>
          </a:prstGeom>
          <a:noFill/>
          <a:ln>
            <a:noFill/>
          </a:ln>
        </p:spPr>
        <p:txBody>
          <a:bodyPr spcFirstLastPara="1" wrap="square" lIns="91425" tIns="45700" rIns="91425" bIns="45700" anchor="t" anchorCtr="0">
            <a:noAutofit/>
          </a:bodyPr>
          <a:lstStyle/>
          <a:p>
            <a:r>
              <a:rPr lang="en-US" dirty="0">
                <a:solidFill>
                  <a:schemeClr val="accent1">
                    <a:lumMod val="75000"/>
                  </a:schemeClr>
                </a:solidFill>
                <a:latin typeface="Arial" panose="020B0604020202020204" pitchFamily="34" charset="0"/>
                <a:cs typeface="Arial" panose="020B0604020202020204" pitchFamily="34" charset="0"/>
              </a:rPr>
              <a:t>Expert System</a:t>
            </a:r>
          </a:p>
          <a:p>
            <a:pPr algn="just"/>
            <a:r>
              <a:rPr lang="en-US" dirty="0"/>
              <a:t>This system is a computer program that takes off the decision-making ability of a human expert. At KFC, an expert system could be used to recommend the best menu items for customers based on their preferences and to store recipes, cooking techniques, and best practices that are used to prepare KFC's signature dishes. This also helps organizations manage their knowledge assets.</a:t>
            </a:r>
            <a:endParaRPr lang="en-US" sz="1800" dirty="0">
              <a:solidFill>
                <a:schemeClr val="accent1">
                  <a:lumMod val="75000"/>
                </a:schemeClr>
              </a:solidFill>
              <a:latin typeface="Arial" panose="020B0604020202020204" pitchFamily="34" charset="0"/>
              <a:ea typeface="Arial"/>
              <a:cs typeface="Arial" panose="020B0604020202020204" pitchFamily="34" charset="0"/>
              <a:sym typeface="Arial"/>
            </a:endParaRPr>
          </a:p>
        </p:txBody>
      </p:sp>
      <p:pic>
        <p:nvPicPr>
          <p:cNvPr id="3" name="Picture 2" descr="A picture containing text, night sky&#10;&#10;Description automatically generated">
            <a:extLst>
              <a:ext uri="{FF2B5EF4-FFF2-40B4-BE49-F238E27FC236}">
                <a16:creationId xmlns:a16="http://schemas.microsoft.com/office/drawing/2014/main" id="{A2DEF0A8-1C65-BE1A-C392-F7B2D530E4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2946" y="700410"/>
            <a:ext cx="857796" cy="857796"/>
          </a:xfrm>
          <a:prstGeom prst="rect">
            <a:avLst/>
          </a:prstGeom>
        </p:spPr>
      </p:pic>
      <p:sp>
        <p:nvSpPr>
          <p:cNvPr id="12" name="Rectangle 11">
            <a:extLst>
              <a:ext uri="{FF2B5EF4-FFF2-40B4-BE49-F238E27FC236}">
                <a16:creationId xmlns:a16="http://schemas.microsoft.com/office/drawing/2014/main" id="{0CCBC099-5381-E6BF-059A-460C8B710A7D}"/>
              </a:ext>
            </a:extLst>
          </p:cNvPr>
          <p:cNvSpPr/>
          <p:nvPr/>
        </p:nvSpPr>
        <p:spPr>
          <a:xfrm>
            <a:off x="-84474" y="6604275"/>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spTree>
    <p:extLst>
      <p:ext uri="{BB962C8B-B14F-4D97-AF65-F5344CB8AC3E}">
        <p14:creationId xmlns:p14="http://schemas.microsoft.com/office/powerpoint/2010/main" val="2735479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8"/>
                                        </p:tgtEl>
                                        <p:attrNameLst>
                                          <p:attrName>style.visibility</p:attrName>
                                        </p:attrNameLst>
                                      </p:cBhvr>
                                      <p:to>
                                        <p:strVal val="visible"/>
                                      </p:to>
                                    </p:set>
                                    <p:animEffect transition="in" filter="fade">
                                      <p:cBhvr>
                                        <p:cTn id="7" dur="1000"/>
                                        <p:tgtEl>
                                          <p:spTgt spid="14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45"/>
                                        </p:tgtEl>
                                        <p:attrNameLst>
                                          <p:attrName>style.visibility</p:attrName>
                                        </p:attrNameLst>
                                      </p:cBhvr>
                                      <p:to>
                                        <p:strVal val="visible"/>
                                      </p:to>
                                    </p:set>
                                    <p:animEffect transition="in" filter="fade">
                                      <p:cBhvr>
                                        <p:cTn id="11" dur="500"/>
                                        <p:tgtEl>
                                          <p:spTgt spid="145"/>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178"/>
                                        </p:tgtEl>
                                        <p:attrNameLst>
                                          <p:attrName>style.visibility</p:attrName>
                                        </p:attrNameLst>
                                      </p:cBhvr>
                                      <p:to>
                                        <p:strVal val="visible"/>
                                      </p:to>
                                    </p:set>
                                    <p:animEffect transition="in" filter="fade">
                                      <p:cBhvr>
                                        <p:cTn id="15" dur="50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grpSp>
        <p:nvGrpSpPr>
          <p:cNvPr id="187" name="Google Shape;187;p18"/>
          <p:cNvGrpSpPr/>
          <p:nvPr/>
        </p:nvGrpSpPr>
        <p:grpSpPr>
          <a:xfrm>
            <a:off x="0" y="0"/>
            <a:ext cx="1223889" cy="1345548"/>
            <a:chOff x="0" y="0"/>
            <a:chExt cx="6237928" cy="6858000"/>
          </a:xfrm>
        </p:grpSpPr>
        <p:sp>
          <p:nvSpPr>
            <p:cNvPr id="188" name="Google Shape;188;p18"/>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89" name="Google Shape;189;p18"/>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EF002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190" name="Google Shape;190;p18"/>
          <p:cNvSpPr/>
          <p:nvPr/>
        </p:nvSpPr>
        <p:spPr>
          <a:xfrm>
            <a:off x="975943" y="4610033"/>
            <a:ext cx="1666358" cy="1664147"/>
          </a:xfrm>
          <a:custGeom>
            <a:avLst/>
            <a:gdLst/>
            <a:ahLst/>
            <a:cxnLst/>
            <a:rect l="l" t="t" r="r" b="b"/>
            <a:pathLst>
              <a:path w="638" h="637" extrusionOk="0">
                <a:moveTo>
                  <a:pt x="603" y="352"/>
                </a:moveTo>
                <a:cubicBezTo>
                  <a:pt x="638" y="346"/>
                  <a:pt x="638" y="346"/>
                  <a:pt x="638" y="346"/>
                </a:cubicBezTo>
                <a:cubicBezTo>
                  <a:pt x="638" y="290"/>
                  <a:pt x="638" y="290"/>
                  <a:pt x="638" y="290"/>
                </a:cubicBezTo>
                <a:cubicBezTo>
                  <a:pt x="603" y="284"/>
                  <a:pt x="603" y="284"/>
                  <a:pt x="603" y="284"/>
                </a:cubicBezTo>
                <a:cubicBezTo>
                  <a:pt x="573" y="284"/>
                  <a:pt x="573" y="284"/>
                  <a:pt x="573" y="284"/>
                </a:cubicBezTo>
                <a:cubicBezTo>
                  <a:pt x="570" y="261"/>
                  <a:pt x="564" y="240"/>
                  <a:pt x="556" y="221"/>
                </a:cubicBezTo>
                <a:cubicBezTo>
                  <a:pt x="582" y="205"/>
                  <a:pt x="582" y="205"/>
                  <a:pt x="582" y="205"/>
                </a:cubicBezTo>
                <a:cubicBezTo>
                  <a:pt x="609" y="184"/>
                  <a:pt x="609" y="184"/>
                  <a:pt x="609" y="184"/>
                </a:cubicBezTo>
                <a:cubicBezTo>
                  <a:pt x="580" y="134"/>
                  <a:pt x="580" y="134"/>
                  <a:pt x="580" y="134"/>
                </a:cubicBezTo>
                <a:cubicBezTo>
                  <a:pt x="547" y="146"/>
                  <a:pt x="547" y="146"/>
                  <a:pt x="547" y="146"/>
                </a:cubicBezTo>
                <a:cubicBezTo>
                  <a:pt x="521" y="162"/>
                  <a:pt x="521" y="162"/>
                  <a:pt x="521" y="162"/>
                </a:cubicBezTo>
                <a:cubicBezTo>
                  <a:pt x="509" y="145"/>
                  <a:pt x="493" y="128"/>
                  <a:pt x="476" y="116"/>
                </a:cubicBezTo>
                <a:cubicBezTo>
                  <a:pt x="491" y="90"/>
                  <a:pt x="491" y="90"/>
                  <a:pt x="491" y="90"/>
                </a:cubicBezTo>
                <a:cubicBezTo>
                  <a:pt x="503" y="57"/>
                  <a:pt x="503" y="57"/>
                  <a:pt x="503" y="57"/>
                </a:cubicBezTo>
                <a:cubicBezTo>
                  <a:pt x="453" y="28"/>
                  <a:pt x="453" y="28"/>
                  <a:pt x="453" y="28"/>
                </a:cubicBezTo>
                <a:cubicBezTo>
                  <a:pt x="432" y="56"/>
                  <a:pt x="432" y="56"/>
                  <a:pt x="432" y="56"/>
                </a:cubicBezTo>
                <a:cubicBezTo>
                  <a:pt x="417" y="81"/>
                  <a:pt x="417" y="81"/>
                  <a:pt x="417" y="81"/>
                </a:cubicBezTo>
                <a:cubicBezTo>
                  <a:pt x="397" y="74"/>
                  <a:pt x="376" y="68"/>
                  <a:pt x="353" y="65"/>
                </a:cubicBezTo>
                <a:cubicBezTo>
                  <a:pt x="353" y="34"/>
                  <a:pt x="353" y="34"/>
                  <a:pt x="353" y="34"/>
                </a:cubicBezTo>
                <a:cubicBezTo>
                  <a:pt x="347" y="0"/>
                  <a:pt x="347" y="0"/>
                  <a:pt x="347" y="0"/>
                </a:cubicBezTo>
                <a:cubicBezTo>
                  <a:pt x="291" y="0"/>
                  <a:pt x="291" y="0"/>
                  <a:pt x="291" y="0"/>
                </a:cubicBezTo>
                <a:cubicBezTo>
                  <a:pt x="285" y="34"/>
                  <a:pt x="285" y="34"/>
                  <a:pt x="285" y="34"/>
                </a:cubicBezTo>
                <a:cubicBezTo>
                  <a:pt x="285" y="65"/>
                  <a:pt x="285" y="65"/>
                  <a:pt x="285" y="65"/>
                </a:cubicBezTo>
                <a:cubicBezTo>
                  <a:pt x="262" y="68"/>
                  <a:pt x="243" y="74"/>
                  <a:pt x="221" y="81"/>
                </a:cubicBezTo>
                <a:cubicBezTo>
                  <a:pt x="208" y="56"/>
                  <a:pt x="208" y="56"/>
                  <a:pt x="208" y="56"/>
                </a:cubicBezTo>
                <a:cubicBezTo>
                  <a:pt x="185" y="28"/>
                  <a:pt x="185" y="28"/>
                  <a:pt x="185" y="28"/>
                </a:cubicBezTo>
                <a:cubicBezTo>
                  <a:pt x="135" y="57"/>
                  <a:pt x="135" y="57"/>
                  <a:pt x="135" y="57"/>
                </a:cubicBezTo>
                <a:cubicBezTo>
                  <a:pt x="149" y="90"/>
                  <a:pt x="149" y="90"/>
                  <a:pt x="149" y="90"/>
                </a:cubicBezTo>
                <a:cubicBezTo>
                  <a:pt x="162" y="116"/>
                  <a:pt x="162" y="116"/>
                  <a:pt x="162" y="116"/>
                </a:cubicBezTo>
                <a:cubicBezTo>
                  <a:pt x="146" y="128"/>
                  <a:pt x="131" y="145"/>
                  <a:pt x="117" y="162"/>
                </a:cubicBezTo>
                <a:cubicBezTo>
                  <a:pt x="91" y="146"/>
                  <a:pt x="91" y="146"/>
                  <a:pt x="91" y="146"/>
                </a:cubicBezTo>
                <a:cubicBezTo>
                  <a:pt x="58" y="134"/>
                  <a:pt x="58" y="134"/>
                  <a:pt x="58" y="134"/>
                </a:cubicBezTo>
                <a:cubicBezTo>
                  <a:pt x="29" y="184"/>
                  <a:pt x="29" y="184"/>
                  <a:pt x="29" y="184"/>
                </a:cubicBezTo>
                <a:cubicBezTo>
                  <a:pt x="56" y="205"/>
                  <a:pt x="56" y="205"/>
                  <a:pt x="56" y="205"/>
                </a:cubicBezTo>
                <a:cubicBezTo>
                  <a:pt x="82" y="221"/>
                  <a:pt x="82" y="221"/>
                  <a:pt x="82" y="221"/>
                </a:cubicBezTo>
                <a:cubicBezTo>
                  <a:pt x="75" y="240"/>
                  <a:pt x="69" y="261"/>
                  <a:pt x="66" y="284"/>
                </a:cubicBezTo>
                <a:cubicBezTo>
                  <a:pt x="37" y="284"/>
                  <a:pt x="37" y="284"/>
                  <a:pt x="37" y="284"/>
                </a:cubicBezTo>
                <a:cubicBezTo>
                  <a:pt x="0" y="290"/>
                  <a:pt x="0" y="290"/>
                  <a:pt x="0" y="290"/>
                </a:cubicBezTo>
                <a:cubicBezTo>
                  <a:pt x="0" y="346"/>
                  <a:pt x="0" y="346"/>
                  <a:pt x="0" y="346"/>
                </a:cubicBezTo>
                <a:cubicBezTo>
                  <a:pt x="37" y="352"/>
                  <a:pt x="37" y="352"/>
                  <a:pt x="37" y="352"/>
                </a:cubicBezTo>
                <a:cubicBezTo>
                  <a:pt x="66" y="352"/>
                  <a:pt x="66" y="352"/>
                  <a:pt x="66" y="352"/>
                </a:cubicBezTo>
                <a:cubicBezTo>
                  <a:pt x="69" y="373"/>
                  <a:pt x="75" y="395"/>
                  <a:pt x="82" y="414"/>
                </a:cubicBezTo>
                <a:cubicBezTo>
                  <a:pt x="56" y="429"/>
                  <a:pt x="56" y="429"/>
                  <a:pt x="56" y="429"/>
                </a:cubicBezTo>
                <a:cubicBezTo>
                  <a:pt x="29" y="452"/>
                  <a:pt x="29" y="452"/>
                  <a:pt x="29" y="452"/>
                </a:cubicBezTo>
                <a:cubicBezTo>
                  <a:pt x="58" y="502"/>
                  <a:pt x="58" y="502"/>
                  <a:pt x="58" y="502"/>
                </a:cubicBezTo>
                <a:cubicBezTo>
                  <a:pt x="91" y="488"/>
                  <a:pt x="91" y="488"/>
                  <a:pt x="91" y="488"/>
                </a:cubicBezTo>
                <a:cubicBezTo>
                  <a:pt x="117" y="475"/>
                  <a:pt x="117" y="475"/>
                  <a:pt x="117" y="475"/>
                </a:cubicBezTo>
                <a:cubicBezTo>
                  <a:pt x="131" y="491"/>
                  <a:pt x="146" y="507"/>
                  <a:pt x="162" y="520"/>
                </a:cubicBezTo>
                <a:cubicBezTo>
                  <a:pt x="149" y="546"/>
                  <a:pt x="149" y="546"/>
                  <a:pt x="149" y="546"/>
                </a:cubicBezTo>
                <a:cubicBezTo>
                  <a:pt x="135" y="579"/>
                  <a:pt x="135" y="579"/>
                  <a:pt x="135" y="579"/>
                </a:cubicBezTo>
                <a:cubicBezTo>
                  <a:pt x="185" y="608"/>
                  <a:pt x="185" y="608"/>
                  <a:pt x="185" y="608"/>
                </a:cubicBezTo>
                <a:cubicBezTo>
                  <a:pt x="208" y="581"/>
                  <a:pt x="208" y="581"/>
                  <a:pt x="208" y="581"/>
                </a:cubicBezTo>
                <a:cubicBezTo>
                  <a:pt x="221" y="555"/>
                  <a:pt x="221" y="555"/>
                  <a:pt x="221" y="555"/>
                </a:cubicBezTo>
                <a:cubicBezTo>
                  <a:pt x="243" y="563"/>
                  <a:pt x="262" y="569"/>
                  <a:pt x="285" y="572"/>
                </a:cubicBezTo>
                <a:cubicBezTo>
                  <a:pt x="285" y="600"/>
                  <a:pt x="285" y="600"/>
                  <a:pt x="285" y="600"/>
                </a:cubicBezTo>
                <a:cubicBezTo>
                  <a:pt x="291" y="637"/>
                  <a:pt x="291" y="637"/>
                  <a:pt x="291" y="637"/>
                </a:cubicBezTo>
                <a:cubicBezTo>
                  <a:pt x="347" y="637"/>
                  <a:pt x="347" y="637"/>
                  <a:pt x="347" y="637"/>
                </a:cubicBezTo>
                <a:cubicBezTo>
                  <a:pt x="353" y="600"/>
                  <a:pt x="353" y="600"/>
                  <a:pt x="353" y="600"/>
                </a:cubicBezTo>
                <a:cubicBezTo>
                  <a:pt x="353" y="572"/>
                  <a:pt x="353" y="572"/>
                  <a:pt x="353" y="572"/>
                </a:cubicBezTo>
                <a:cubicBezTo>
                  <a:pt x="376" y="569"/>
                  <a:pt x="397" y="563"/>
                  <a:pt x="417" y="555"/>
                </a:cubicBezTo>
                <a:cubicBezTo>
                  <a:pt x="432" y="581"/>
                  <a:pt x="432" y="581"/>
                  <a:pt x="432" y="581"/>
                </a:cubicBezTo>
                <a:cubicBezTo>
                  <a:pt x="453" y="608"/>
                  <a:pt x="453" y="608"/>
                  <a:pt x="453" y="608"/>
                </a:cubicBezTo>
                <a:cubicBezTo>
                  <a:pt x="503" y="579"/>
                  <a:pt x="503" y="579"/>
                  <a:pt x="503" y="579"/>
                </a:cubicBezTo>
                <a:cubicBezTo>
                  <a:pt x="491" y="546"/>
                  <a:pt x="491" y="546"/>
                  <a:pt x="491" y="546"/>
                </a:cubicBezTo>
                <a:cubicBezTo>
                  <a:pt x="476" y="520"/>
                  <a:pt x="476" y="520"/>
                  <a:pt x="476" y="520"/>
                </a:cubicBezTo>
                <a:cubicBezTo>
                  <a:pt x="493" y="507"/>
                  <a:pt x="509" y="491"/>
                  <a:pt x="521" y="475"/>
                </a:cubicBezTo>
                <a:cubicBezTo>
                  <a:pt x="547" y="488"/>
                  <a:pt x="547" y="488"/>
                  <a:pt x="547" y="488"/>
                </a:cubicBezTo>
                <a:cubicBezTo>
                  <a:pt x="580" y="502"/>
                  <a:pt x="580" y="502"/>
                  <a:pt x="580" y="502"/>
                </a:cubicBezTo>
                <a:cubicBezTo>
                  <a:pt x="609" y="452"/>
                  <a:pt x="609" y="452"/>
                  <a:pt x="609" y="452"/>
                </a:cubicBezTo>
                <a:cubicBezTo>
                  <a:pt x="582" y="429"/>
                  <a:pt x="582" y="429"/>
                  <a:pt x="582" y="429"/>
                </a:cubicBezTo>
                <a:cubicBezTo>
                  <a:pt x="556" y="414"/>
                  <a:pt x="556" y="414"/>
                  <a:pt x="556" y="414"/>
                </a:cubicBezTo>
                <a:cubicBezTo>
                  <a:pt x="564" y="395"/>
                  <a:pt x="570" y="373"/>
                  <a:pt x="573" y="352"/>
                </a:cubicBezTo>
                <a:lnTo>
                  <a:pt x="603" y="352"/>
                </a:lnTo>
                <a:close/>
                <a:moveTo>
                  <a:pt x="319" y="493"/>
                </a:moveTo>
                <a:cubicBezTo>
                  <a:pt x="223" y="493"/>
                  <a:pt x="145" y="414"/>
                  <a:pt x="145" y="318"/>
                </a:cubicBezTo>
                <a:cubicBezTo>
                  <a:pt x="145" y="222"/>
                  <a:pt x="223" y="144"/>
                  <a:pt x="319" y="144"/>
                </a:cubicBezTo>
                <a:cubicBezTo>
                  <a:pt x="415" y="144"/>
                  <a:pt x="493" y="222"/>
                  <a:pt x="493" y="318"/>
                </a:cubicBezTo>
                <a:cubicBezTo>
                  <a:pt x="493" y="414"/>
                  <a:pt x="415" y="493"/>
                  <a:pt x="319" y="493"/>
                </a:cubicBez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1" name="Google Shape;191;p18"/>
          <p:cNvSpPr/>
          <p:nvPr/>
        </p:nvSpPr>
        <p:spPr>
          <a:xfrm>
            <a:off x="2414517" y="3808367"/>
            <a:ext cx="2089859" cy="2086542"/>
          </a:xfrm>
          <a:custGeom>
            <a:avLst/>
            <a:gdLst/>
            <a:ahLst/>
            <a:cxnLst/>
            <a:rect l="l" t="t" r="r" b="b"/>
            <a:pathLst>
              <a:path w="800" h="799" extrusionOk="0">
                <a:moveTo>
                  <a:pt x="766" y="435"/>
                </a:moveTo>
                <a:cubicBezTo>
                  <a:pt x="800" y="428"/>
                  <a:pt x="800" y="428"/>
                  <a:pt x="800" y="428"/>
                </a:cubicBezTo>
                <a:cubicBezTo>
                  <a:pt x="800" y="371"/>
                  <a:pt x="800" y="371"/>
                  <a:pt x="800" y="371"/>
                </a:cubicBezTo>
                <a:cubicBezTo>
                  <a:pt x="766" y="365"/>
                  <a:pt x="766" y="365"/>
                  <a:pt x="766" y="365"/>
                </a:cubicBezTo>
                <a:cubicBezTo>
                  <a:pt x="737" y="365"/>
                  <a:pt x="737" y="365"/>
                  <a:pt x="737" y="365"/>
                </a:cubicBezTo>
                <a:cubicBezTo>
                  <a:pt x="735" y="344"/>
                  <a:pt x="731" y="322"/>
                  <a:pt x="725" y="303"/>
                </a:cubicBezTo>
                <a:cubicBezTo>
                  <a:pt x="751" y="292"/>
                  <a:pt x="751" y="292"/>
                  <a:pt x="751" y="292"/>
                </a:cubicBezTo>
                <a:cubicBezTo>
                  <a:pt x="781" y="273"/>
                  <a:pt x="781" y="273"/>
                  <a:pt x="781" y="273"/>
                </a:cubicBezTo>
                <a:cubicBezTo>
                  <a:pt x="760" y="220"/>
                  <a:pt x="760" y="220"/>
                  <a:pt x="760" y="220"/>
                </a:cubicBezTo>
                <a:cubicBezTo>
                  <a:pt x="725" y="229"/>
                  <a:pt x="725" y="229"/>
                  <a:pt x="725" y="229"/>
                </a:cubicBezTo>
                <a:cubicBezTo>
                  <a:pt x="699" y="239"/>
                  <a:pt x="699" y="239"/>
                  <a:pt x="699" y="239"/>
                </a:cubicBezTo>
                <a:cubicBezTo>
                  <a:pt x="689" y="220"/>
                  <a:pt x="676" y="203"/>
                  <a:pt x="663" y="186"/>
                </a:cubicBezTo>
                <a:cubicBezTo>
                  <a:pt x="684" y="165"/>
                  <a:pt x="684" y="165"/>
                  <a:pt x="684" y="165"/>
                </a:cubicBezTo>
                <a:cubicBezTo>
                  <a:pt x="704" y="136"/>
                  <a:pt x="704" y="136"/>
                  <a:pt x="704" y="136"/>
                </a:cubicBezTo>
                <a:cubicBezTo>
                  <a:pt x="664" y="97"/>
                  <a:pt x="664" y="97"/>
                  <a:pt x="664" y="97"/>
                </a:cubicBezTo>
                <a:cubicBezTo>
                  <a:pt x="636" y="117"/>
                  <a:pt x="636" y="117"/>
                  <a:pt x="636" y="117"/>
                </a:cubicBezTo>
                <a:cubicBezTo>
                  <a:pt x="614" y="138"/>
                  <a:pt x="614" y="138"/>
                  <a:pt x="614" y="138"/>
                </a:cubicBezTo>
                <a:cubicBezTo>
                  <a:pt x="598" y="124"/>
                  <a:pt x="580" y="112"/>
                  <a:pt x="561" y="102"/>
                </a:cubicBezTo>
                <a:cubicBezTo>
                  <a:pt x="572" y="76"/>
                  <a:pt x="572" y="76"/>
                  <a:pt x="572" y="76"/>
                </a:cubicBezTo>
                <a:cubicBezTo>
                  <a:pt x="580" y="41"/>
                  <a:pt x="580" y="41"/>
                  <a:pt x="580" y="41"/>
                </a:cubicBezTo>
                <a:cubicBezTo>
                  <a:pt x="528" y="20"/>
                  <a:pt x="528" y="20"/>
                  <a:pt x="528" y="20"/>
                </a:cubicBezTo>
                <a:cubicBezTo>
                  <a:pt x="509" y="49"/>
                  <a:pt x="509" y="49"/>
                  <a:pt x="509" y="49"/>
                </a:cubicBezTo>
                <a:cubicBezTo>
                  <a:pt x="498" y="76"/>
                  <a:pt x="498" y="76"/>
                  <a:pt x="498" y="76"/>
                </a:cubicBezTo>
                <a:cubicBezTo>
                  <a:pt x="478" y="70"/>
                  <a:pt x="457" y="65"/>
                  <a:pt x="436" y="64"/>
                </a:cubicBezTo>
                <a:cubicBezTo>
                  <a:pt x="436" y="35"/>
                  <a:pt x="436" y="35"/>
                  <a:pt x="436" y="35"/>
                </a:cubicBezTo>
                <a:cubicBezTo>
                  <a:pt x="430" y="0"/>
                  <a:pt x="430" y="0"/>
                  <a:pt x="430" y="0"/>
                </a:cubicBezTo>
                <a:cubicBezTo>
                  <a:pt x="372" y="0"/>
                  <a:pt x="372" y="0"/>
                  <a:pt x="372" y="0"/>
                </a:cubicBezTo>
                <a:cubicBezTo>
                  <a:pt x="366" y="35"/>
                  <a:pt x="366" y="35"/>
                  <a:pt x="366" y="35"/>
                </a:cubicBezTo>
                <a:cubicBezTo>
                  <a:pt x="366" y="64"/>
                  <a:pt x="366" y="64"/>
                  <a:pt x="366" y="64"/>
                </a:cubicBezTo>
                <a:cubicBezTo>
                  <a:pt x="345" y="65"/>
                  <a:pt x="324" y="70"/>
                  <a:pt x="304" y="76"/>
                </a:cubicBezTo>
                <a:cubicBezTo>
                  <a:pt x="292" y="49"/>
                  <a:pt x="292" y="49"/>
                  <a:pt x="292" y="49"/>
                </a:cubicBezTo>
                <a:cubicBezTo>
                  <a:pt x="274" y="20"/>
                  <a:pt x="274" y="20"/>
                  <a:pt x="274" y="20"/>
                </a:cubicBezTo>
                <a:cubicBezTo>
                  <a:pt x="221" y="41"/>
                  <a:pt x="221" y="41"/>
                  <a:pt x="221" y="41"/>
                </a:cubicBezTo>
                <a:cubicBezTo>
                  <a:pt x="230" y="76"/>
                  <a:pt x="230" y="76"/>
                  <a:pt x="230" y="76"/>
                </a:cubicBezTo>
                <a:cubicBezTo>
                  <a:pt x="241" y="102"/>
                  <a:pt x="241" y="102"/>
                  <a:pt x="241" y="102"/>
                </a:cubicBezTo>
                <a:cubicBezTo>
                  <a:pt x="221" y="112"/>
                  <a:pt x="204" y="124"/>
                  <a:pt x="188" y="138"/>
                </a:cubicBezTo>
                <a:cubicBezTo>
                  <a:pt x="167" y="117"/>
                  <a:pt x="167" y="117"/>
                  <a:pt x="167" y="117"/>
                </a:cubicBezTo>
                <a:cubicBezTo>
                  <a:pt x="138" y="97"/>
                  <a:pt x="138" y="97"/>
                  <a:pt x="138" y="97"/>
                </a:cubicBezTo>
                <a:cubicBezTo>
                  <a:pt x="99" y="136"/>
                  <a:pt x="99" y="136"/>
                  <a:pt x="99" y="136"/>
                </a:cubicBezTo>
                <a:cubicBezTo>
                  <a:pt x="118" y="165"/>
                  <a:pt x="118" y="165"/>
                  <a:pt x="118" y="165"/>
                </a:cubicBezTo>
                <a:cubicBezTo>
                  <a:pt x="139" y="186"/>
                  <a:pt x="139" y="186"/>
                  <a:pt x="139" y="186"/>
                </a:cubicBezTo>
                <a:cubicBezTo>
                  <a:pt x="126" y="203"/>
                  <a:pt x="114" y="220"/>
                  <a:pt x="103" y="239"/>
                </a:cubicBezTo>
                <a:cubicBezTo>
                  <a:pt x="77" y="229"/>
                  <a:pt x="77" y="229"/>
                  <a:pt x="77" y="229"/>
                </a:cubicBezTo>
                <a:cubicBezTo>
                  <a:pt x="43" y="220"/>
                  <a:pt x="43" y="220"/>
                  <a:pt x="43" y="220"/>
                </a:cubicBezTo>
                <a:cubicBezTo>
                  <a:pt x="20" y="273"/>
                  <a:pt x="20" y="273"/>
                  <a:pt x="20" y="273"/>
                </a:cubicBezTo>
                <a:cubicBezTo>
                  <a:pt x="50" y="292"/>
                  <a:pt x="50" y="292"/>
                  <a:pt x="50" y="292"/>
                </a:cubicBezTo>
                <a:cubicBezTo>
                  <a:pt x="77" y="303"/>
                  <a:pt x="77" y="303"/>
                  <a:pt x="77" y="303"/>
                </a:cubicBezTo>
                <a:cubicBezTo>
                  <a:pt x="71" y="322"/>
                  <a:pt x="67" y="344"/>
                  <a:pt x="64" y="365"/>
                </a:cubicBezTo>
                <a:cubicBezTo>
                  <a:pt x="37" y="365"/>
                  <a:pt x="37" y="365"/>
                  <a:pt x="37" y="365"/>
                </a:cubicBezTo>
                <a:cubicBezTo>
                  <a:pt x="0" y="371"/>
                  <a:pt x="0" y="371"/>
                  <a:pt x="0" y="371"/>
                </a:cubicBezTo>
                <a:cubicBezTo>
                  <a:pt x="0" y="428"/>
                  <a:pt x="0" y="428"/>
                  <a:pt x="0" y="428"/>
                </a:cubicBezTo>
                <a:cubicBezTo>
                  <a:pt x="37" y="435"/>
                  <a:pt x="37" y="435"/>
                  <a:pt x="37" y="435"/>
                </a:cubicBezTo>
                <a:cubicBezTo>
                  <a:pt x="64" y="435"/>
                  <a:pt x="64" y="435"/>
                  <a:pt x="64" y="435"/>
                </a:cubicBezTo>
                <a:cubicBezTo>
                  <a:pt x="67" y="456"/>
                  <a:pt x="71" y="477"/>
                  <a:pt x="77" y="497"/>
                </a:cubicBezTo>
                <a:cubicBezTo>
                  <a:pt x="50" y="507"/>
                  <a:pt x="50" y="507"/>
                  <a:pt x="50" y="507"/>
                </a:cubicBezTo>
                <a:cubicBezTo>
                  <a:pt x="20" y="527"/>
                  <a:pt x="20" y="527"/>
                  <a:pt x="20" y="527"/>
                </a:cubicBezTo>
                <a:cubicBezTo>
                  <a:pt x="43" y="580"/>
                  <a:pt x="43" y="580"/>
                  <a:pt x="43" y="580"/>
                </a:cubicBezTo>
                <a:cubicBezTo>
                  <a:pt x="77" y="571"/>
                  <a:pt x="77" y="571"/>
                  <a:pt x="77" y="571"/>
                </a:cubicBezTo>
                <a:cubicBezTo>
                  <a:pt x="103" y="560"/>
                  <a:pt x="103" y="560"/>
                  <a:pt x="103" y="560"/>
                </a:cubicBezTo>
                <a:cubicBezTo>
                  <a:pt x="114" y="580"/>
                  <a:pt x="126" y="596"/>
                  <a:pt x="139" y="613"/>
                </a:cubicBezTo>
                <a:cubicBezTo>
                  <a:pt x="118" y="634"/>
                  <a:pt x="118" y="634"/>
                  <a:pt x="118" y="634"/>
                </a:cubicBezTo>
                <a:cubicBezTo>
                  <a:pt x="99" y="663"/>
                  <a:pt x="99" y="663"/>
                  <a:pt x="99" y="663"/>
                </a:cubicBezTo>
                <a:cubicBezTo>
                  <a:pt x="138" y="702"/>
                  <a:pt x="138" y="702"/>
                  <a:pt x="138" y="702"/>
                </a:cubicBezTo>
                <a:cubicBezTo>
                  <a:pt x="167" y="683"/>
                  <a:pt x="167" y="683"/>
                  <a:pt x="167" y="683"/>
                </a:cubicBezTo>
                <a:cubicBezTo>
                  <a:pt x="188" y="662"/>
                  <a:pt x="188" y="662"/>
                  <a:pt x="188" y="662"/>
                </a:cubicBezTo>
                <a:cubicBezTo>
                  <a:pt x="204" y="675"/>
                  <a:pt x="221" y="687"/>
                  <a:pt x="241" y="698"/>
                </a:cubicBezTo>
                <a:cubicBezTo>
                  <a:pt x="230" y="724"/>
                  <a:pt x="230" y="724"/>
                  <a:pt x="230" y="724"/>
                </a:cubicBezTo>
                <a:cubicBezTo>
                  <a:pt x="221" y="758"/>
                  <a:pt x="221" y="758"/>
                  <a:pt x="221" y="758"/>
                </a:cubicBezTo>
                <a:cubicBezTo>
                  <a:pt x="274" y="781"/>
                  <a:pt x="274" y="781"/>
                  <a:pt x="274" y="781"/>
                </a:cubicBezTo>
                <a:cubicBezTo>
                  <a:pt x="292" y="751"/>
                  <a:pt x="292" y="751"/>
                  <a:pt x="292" y="751"/>
                </a:cubicBezTo>
                <a:cubicBezTo>
                  <a:pt x="304" y="724"/>
                  <a:pt x="304" y="724"/>
                  <a:pt x="304" y="724"/>
                </a:cubicBezTo>
                <a:cubicBezTo>
                  <a:pt x="324" y="730"/>
                  <a:pt x="345" y="734"/>
                  <a:pt x="366" y="736"/>
                </a:cubicBezTo>
                <a:cubicBezTo>
                  <a:pt x="366" y="764"/>
                  <a:pt x="366" y="764"/>
                  <a:pt x="366" y="764"/>
                </a:cubicBezTo>
                <a:cubicBezTo>
                  <a:pt x="372" y="799"/>
                  <a:pt x="372" y="799"/>
                  <a:pt x="372" y="799"/>
                </a:cubicBezTo>
                <a:cubicBezTo>
                  <a:pt x="430" y="799"/>
                  <a:pt x="430" y="799"/>
                  <a:pt x="430" y="799"/>
                </a:cubicBezTo>
                <a:cubicBezTo>
                  <a:pt x="436" y="764"/>
                  <a:pt x="436" y="764"/>
                  <a:pt x="436" y="764"/>
                </a:cubicBezTo>
                <a:cubicBezTo>
                  <a:pt x="436" y="736"/>
                  <a:pt x="436" y="736"/>
                  <a:pt x="436" y="736"/>
                </a:cubicBezTo>
                <a:cubicBezTo>
                  <a:pt x="457" y="734"/>
                  <a:pt x="478" y="730"/>
                  <a:pt x="498" y="724"/>
                </a:cubicBezTo>
                <a:cubicBezTo>
                  <a:pt x="509" y="751"/>
                  <a:pt x="509" y="751"/>
                  <a:pt x="509" y="751"/>
                </a:cubicBezTo>
                <a:cubicBezTo>
                  <a:pt x="528" y="781"/>
                  <a:pt x="528" y="781"/>
                  <a:pt x="528" y="781"/>
                </a:cubicBezTo>
                <a:cubicBezTo>
                  <a:pt x="580" y="758"/>
                  <a:pt x="580" y="758"/>
                  <a:pt x="580" y="758"/>
                </a:cubicBezTo>
                <a:cubicBezTo>
                  <a:pt x="572" y="724"/>
                  <a:pt x="572" y="724"/>
                  <a:pt x="572" y="724"/>
                </a:cubicBezTo>
                <a:cubicBezTo>
                  <a:pt x="561" y="698"/>
                  <a:pt x="561" y="698"/>
                  <a:pt x="561" y="698"/>
                </a:cubicBezTo>
                <a:cubicBezTo>
                  <a:pt x="580" y="687"/>
                  <a:pt x="598" y="675"/>
                  <a:pt x="614" y="662"/>
                </a:cubicBezTo>
                <a:cubicBezTo>
                  <a:pt x="636" y="683"/>
                  <a:pt x="636" y="683"/>
                  <a:pt x="636" y="683"/>
                </a:cubicBezTo>
                <a:cubicBezTo>
                  <a:pt x="664" y="702"/>
                  <a:pt x="664" y="702"/>
                  <a:pt x="664" y="702"/>
                </a:cubicBezTo>
                <a:cubicBezTo>
                  <a:pt x="704" y="663"/>
                  <a:pt x="704" y="663"/>
                  <a:pt x="704" y="663"/>
                </a:cubicBezTo>
                <a:cubicBezTo>
                  <a:pt x="684" y="634"/>
                  <a:pt x="684" y="634"/>
                  <a:pt x="684" y="634"/>
                </a:cubicBezTo>
                <a:cubicBezTo>
                  <a:pt x="663" y="613"/>
                  <a:pt x="663" y="613"/>
                  <a:pt x="663" y="613"/>
                </a:cubicBezTo>
                <a:cubicBezTo>
                  <a:pt x="676" y="596"/>
                  <a:pt x="689" y="580"/>
                  <a:pt x="699" y="560"/>
                </a:cubicBezTo>
                <a:cubicBezTo>
                  <a:pt x="725" y="571"/>
                  <a:pt x="725" y="571"/>
                  <a:pt x="725" y="571"/>
                </a:cubicBezTo>
                <a:cubicBezTo>
                  <a:pt x="760" y="580"/>
                  <a:pt x="760" y="580"/>
                  <a:pt x="760" y="580"/>
                </a:cubicBezTo>
                <a:cubicBezTo>
                  <a:pt x="781" y="527"/>
                  <a:pt x="781" y="527"/>
                  <a:pt x="781" y="527"/>
                </a:cubicBezTo>
                <a:cubicBezTo>
                  <a:pt x="751" y="507"/>
                  <a:pt x="751" y="507"/>
                  <a:pt x="751" y="507"/>
                </a:cubicBezTo>
                <a:cubicBezTo>
                  <a:pt x="725" y="497"/>
                  <a:pt x="725" y="497"/>
                  <a:pt x="725" y="497"/>
                </a:cubicBezTo>
                <a:cubicBezTo>
                  <a:pt x="731" y="477"/>
                  <a:pt x="735" y="456"/>
                  <a:pt x="737" y="435"/>
                </a:cubicBezTo>
                <a:lnTo>
                  <a:pt x="766" y="435"/>
                </a:lnTo>
                <a:close/>
                <a:moveTo>
                  <a:pt x="400" y="650"/>
                </a:moveTo>
                <a:cubicBezTo>
                  <a:pt x="262" y="650"/>
                  <a:pt x="150" y="538"/>
                  <a:pt x="150" y="400"/>
                </a:cubicBezTo>
                <a:cubicBezTo>
                  <a:pt x="150" y="261"/>
                  <a:pt x="262" y="149"/>
                  <a:pt x="400" y="149"/>
                </a:cubicBezTo>
                <a:cubicBezTo>
                  <a:pt x="539" y="149"/>
                  <a:pt x="651" y="261"/>
                  <a:pt x="651" y="400"/>
                </a:cubicBezTo>
                <a:cubicBezTo>
                  <a:pt x="651" y="538"/>
                  <a:pt x="539" y="650"/>
                  <a:pt x="400" y="650"/>
                </a:cubicBez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2" name="Google Shape;192;p18"/>
          <p:cNvSpPr/>
          <p:nvPr/>
        </p:nvSpPr>
        <p:spPr>
          <a:xfrm>
            <a:off x="4198085" y="3419145"/>
            <a:ext cx="1368913" cy="1392134"/>
          </a:xfrm>
          <a:custGeom>
            <a:avLst/>
            <a:gdLst/>
            <a:ahLst/>
            <a:cxnLst/>
            <a:rect l="l" t="t" r="r" b="b"/>
            <a:pathLst>
              <a:path w="524" h="533" extrusionOk="0">
                <a:moveTo>
                  <a:pt x="466" y="295"/>
                </a:moveTo>
                <a:cubicBezTo>
                  <a:pt x="467" y="286"/>
                  <a:pt x="467" y="276"/>
                  <a:pt x="467" y="267"/>
                </a:cubicBezTo>
                <a:cubicBezTo>
                  <a:pt x="467" y="256"/>
                  <a:pt x="467" y="245"/>
                  <a:pt x="466" y="236"/>
                </a:cubicBezTo>
                <a:cubicBezTo>
                  <a:pt x="493" y="227"/>
                  <a:pt x="493" y="227"/>
                  <a:pt x="493" y="227"/>
                </a:cubicBezTo>
                <a:cubicBezTo>
                  <a:pt x="524" y="211"/>
                  <a:pt x="524" y="211"/>
                  <a:pt x="524" y="211"/>
                </a:cubicBezTo>
                <a:cubicBezTo>
                  <a:pt x="506" y="156"/>
                  <a:pt x="506" y="156"/>
                  <a:pt x="506" y="156"/>
                </a:cubicBezTo>
                <a:cubicBezTo>
                  <a:pt x="472" y="162"/>
                  <a:pt x="472" y="162"/>
                  <a:pt x="472" y="162"/>
                </a:cubicBezTo>
                <a:cubicBezTo>
                  <a:pt x="444" y="171"/>
                  <a:pt x="444" y="171"/>
                  <a:pt x="444" y="171"/>
                </a:cubicBezTo>
                <a:cubicBezTo>
                  <a:pt x="435" y="153"/>
                  <a:pt x="423" y="136"/>
                  <a:pt x="410" y="123"/>
                </a:cubicBezTo>
                <a:cubicBezTo>
                  <a:pt x="426" y="99"/>
                  <a:pt x="426" y="99"/>
                  <a:pt x="426" y="99"/>
                </a:cubicBezTo>
                <a:cubicBezTo>
                  <a:pt x="441" y="67"/>
                  <a:pt x="441" y="67"/>
                  <a:pt x="441" y="67"/>
                </a:cubicBezTo>
                <a:cubicBezTo>
                  <a:pt x="396" y="33"/>
                  <a:pt x="396" y="33"/>
                  <a:pt x="396" y="33"/>
                </a:cubicBezTo>
                <a:cubicBezTo>
                  <a:pt x="370" y="59"/>
                  <a:pt x="370" y="59"/>
                  <a:pt x="370" y="59"/>
                </a:cubicBezTo>
                <a:cubicBezTo>
                  <a:pt x="354" y="82"/>
                  <a:pt x="354" y="82"/>
                  <a:pt x="354" y="82"/>
                </a:cubicBezTo>
                <a:cubicBezTo>
                  <a:pt x="335" y="73"/>
                  <a:pt x="317" y="67"/>
                  <a:pt x="296" y="64"/>
                </a:cubicBezTo>
                <a:cubicBezTo>
                  <a:pt x="296" y="35"/>
                  <a:pt x="296" y="35"/>
                  <a:pt x="296" y="35"/>
                </a:cubicBezTo>
                <a:cubicBezTo>
                  <a:pt x="290" y="0"/>
                  <a:pt x="290" y="0"/>
                  <a:pt x="290" y="0"/>
                </a:cubicBezTo>
                <a:cubicBezTo>
                  <a:pt x="234" y="0"/>
                  <a:pt x="234" y="0"/>
                  <a:pt x="234" y="0"/>
                </a:cubicBezTo>
                <a:cubicBezTo>
                  <a:pt x="228" y="35"/>
                  <a:pt x="228" y="35"/>
                  <a:pt x="228" y="35"/>
                </a:cubicBezTo>
                <a:cubicBezTo>
                  <a:pt x="228" y="64"/>
                  <a:pt x="228" y="64"/>
                  <a:pt x="228" y="64"/>
                </a:cubicBezTo>
                <a:cubicBezTo>
                  <a:pt x="208" y="67"/>
                  <a:pt x="189" y="73"/>
                  <a:pt x="171" y="82"/>
                </a:cubicBezTo>
                <a:cubicBezTo>
                  <a:pt x="154" y="59"/>
                  <a:pt x="154" y="59"/>
                  <a:pt x="154" y="59"/>
                </a:cubicBezTo>
                <a:cubicBezTo>
                  <a:pt x="128" y="33"/>
                  <a:pt x="128" y="33"/>
                  <a:pt x="128" y="33"/>
                </a:cubicBezTo>
                <a:cubicBezTo>
                  <a:pt x="83" y="67"/>
                  <a:pt x="83" y="67"/>
                  <a:pt x="83" y="67"/>
                </a:cubicBezTo>
                <a:cubicBezTo>
                  <a:pt x="98" y="99"/>
                  <a:pt x="98" y="99"/>
                  <a:pt x="98" y="99"/>
                </a:cubicBezTo>
                <a:cubicBezTo>
                  <a:pt x="116" y="123"/>
                  <a:pt x="116" y="123"/>
                  <a:pt x="116" y="123"/>
                </a:cubicBezTo>
                <a:cubicBezTo>
                  <a:pt x="101" y="136"/>
                  <a:pt x="91" y="153"/>
                  <a:pt x="80" y="171"/>
                </a:cubicBezTo>
                <a:cubicBezTo>
                  <a:pt x="53" y="162"/>
                  <a:pt x="53" y="162"/>
                  <a:pt x="53" y="162"/>
                </a:cubicBezTo>
                <a:cubicBezTo>
                  <a:pt x="18" y="156"/>
                  <a:pt x="18" y="156"/>
                  <a:pt x="18" y="156"/>
                </a:cubicBezTo>
                <a:cubicBezTo>
                  <a:pt x="0" y="211"/>
                  <a:pt x="0" y="211"/>
                  <a:pt x="0" y="211"/>
                </a:cubicBezTo>
                <a:cubicBezTo>
                  <a:pt x="32" y="227"/>
                  <a:pt x="32" y="227"/>
                  <a:pt x="32" y="227"/>
                </a:cubicBezTo>
                <a:cubicBezTo>
                  <a:pt x="59" y="236"/>
                  <a:pt x="59" y="236"/>
                  <a:pt x="59" y="236"/>
                </a:cubicBezTo>
                <a:cubicBezTo>
                  <a:pt x="57" y="245"/>
                  <a:pt x="57" y="256"/>
                  <a:pt x="57" y="267"/>
                </a:cubicBezTo>
                <a:cubicBezTo>
                  <a:pt x="57" y="276"/>
                  <a:pt x="57" y="286"/>
                  <a:pt x="59" y="295"/>
                </a:cubicBezTo>
                <a:cubicBezTo>
                  <a:pt x="32" y="304"/>
                  <a:pt x="32" y="304"/>
                  <a:pt x="32" y="304"/>
                </a:cubicBezTo>
                <a:cubicBezTo>
                  <a:pt x="0" y="321"/>
                  <a:pt x="0" y="321"/>
                  <a:pt x="0" y="321"/>
                </a:cubicBezTo>
                <a:cubicBezTo>
                  <a:pt x="18" y="376"/>
                  <a:pt x="18" y="376"/>
                  <a:pt x="18" y="376"/>
                </a:cubicBezTo>
                <a:cubicBezTo>
                  <a:pt x="53" y="369"/>
                  <a:pt x="53" y="369"/>
                  <a:pt x="53" y="369"/>
                </a:cubicBezTo>
                <a:cubicBezTo>
                  <a:pt x="80" y="362"/>
                  <a:pt x="80" y="362"/>
                  <a:pt x="80" y="362"/>
                </a:cubicBezTo>
                <a:cubicBezTo>
                  <a:pt x="91" y="379"/>
                  <a:pt x="101" y="395"/>
                  <a:pt x="116" y="410"/>
                </a:cubicBezTo>
                <a:cubicBezTo>
                  <a:pt x="98" y="433"/>
                  <a:pt x="98" y="433"/>
                  <a:pt x="98" y="433"/>
                </a:cubicBezTo>
                <a:cubicBezTo>
                  <a:pt x="83" y="465"/>
                  <a:pt x="83" y="465"/>
                  <a:pt x="83" y="465"/>
                </a:cubicBezTo>
                <a:cubicBezTo>
                  <a:pt x="128" y="498"/>
                  <a:pt x="128" y="498"/>
                  <a:pt x="128" y="498"/>
                </a:cubicBezTo>
                <a:cubicBezTo>
                  <a:pt x="154" y="474"/>
                  <a:pt x="154" y="474"/>
                  <a:pt x="154" y="474"/>
                </a:cubicBezTo>
                <a:cubicBezTo>
                  <a:pt x="171" y="450"/>
                  <a:pt x="171" y="450"/>
                  <a:pt x="171" y="450"/>
                </a:cubicBezTo>
                <a:cubicBezTo>
                  <a:pt x="189" y="459"/>
                  <a:pt x="208" y="465"/>
                  <a:pt x="228" y="468"/>
                </a:cubicBezTo>
                <a:cubicBezTo>
                  <a:pt x="228" y="498"/>
                  <a:pt x="228" y="498"/>
                  <a:pt x="228" y="498"/>
                </a:cubicBezTo>
                <a:cubicBezTo>
                  <a:pt x="234" y="533"/>
                  <a:pt x="234" y="533"/>
                  <a:pt x="234" y="533"/>
                </a:cubicBezTo>
                <a:cubicBezTo>
                  <a:pt x="290" y="533"/>
                  <a:pt x="290" y="533"/>
                  <a:pt x="290" y="533"/>
                </a:cubicBezTo>
                <a:cubicBezTo>
                  <a:pt x="296" y="498"/>
                  <a:pt x="296" y="498"/>
                  <a:pt x="296" y="498"/>
                </a:cubicBezTo>
                <a:cubicBezTo>
                  <a:pt x="296" y="468"/>
                  <a:pt x="296" y="468"/>
                  <a:pt x="296" y="468"/>
                </a:cubicBezTo>
                <a:cubicBezTo>
                  <a:pt x="317" y="465"/>
                  <a:pt x="335" y="459"/>
                  <a:pt x="354" y="450"/>
                </a:cubicBezTo>
                <a:cubicBezTo>
                  <a:pt x="370" y="474"/>
                  <a:pt x="370" y="474"/>
                  <a:pt x="370" y="474"/>
                </a:cubicBezTo>
                <a:cubicBezTo>
                  <a:pt x="396" y="498"/>
                  <a:pt x="396" y="498"/>
                  <a:pt x="396" y="498"/>
                </a:cubicBezTo>
                <a:cubicBezTo>
                  <a:pt x="441" y="465"/>
                  <a:pt x="441" y="465"/>
                  <a:pt x="441" y="465"/>
                </a:cubicBezTo>
                <a:cubicBezTo>
                  <a:pt x="426" y="433"/>
                  <a:pt x="426" y="433"/>
                  <a:pt x="426" y="433"/>
                </a:cubicBezTo>
                <a:cubicBezTo>
                  <a:pt x="410" y="410"/>
                  <a:pt x="410" y="410"/>
                  <a:pt x="410" y="410"/>
                </a:cubicBezTo>
                <a:cubicBezTo>
                  <a:pt x="423" y="395"/>
                  <a:pt x="435" y="379"/>
                  <a:pt x="444" y="362"/>
                </a:cubicBezTo>
                <a:cubicBezTo>
                  <a:pt x="472" y="369"/>
                  <a:pt x="472" y="369"/>
                  <a:pt x="472" y="369"/>
                </a:cubicBezTo>
                <a:cubicBezTo>
                  <a:pt x="506" y="376"/>
                  <a:pt x="506" y="376"/>
                  <a:pt x="506" y="376"/>
                </a:cubicBezTo>
                <a:cubicBezTo>
                  <a:pt x="524" y="321"/>
                  <a:pt x="524" y="321"/>
                  <a:pt x="524" y="321"/>
                </a:cubicBezTo>
                <a:cubicBezTo>
                  <a:pt x="493" y="304"/>
                  <a:pt x="493" y="304"/>
                  <a:pt x="493" y="304"/>
                </a:cubicBezTo>
                <a:lnTo>
                  <a:pt x="466" y="295"/>
                </a:lnTo>
                <a:close/>
                <a:moveTo>
                  <a:pt x="262" y="417"/>
                </a:moveTo>
                <a:cubicBezTo>
                  <a:pt x="179" y="417"/>
                  <a:pt x="112" y="350"/>
                  <a:pt x="112" y="267"/>
                </a:cubicBezTo>
                <a:cubicBezTo>
                  <a:pt x="112" y="183"/>
                  <a:pt x="179" y="116"/>
                  <a:pt x="262" y="116"/>
                </a:cubicBezTo>
                <a:cubicBezTo>
                  <a:pt x="345" y="116"/>
                  <a:pt x="412" y="183"/>
                  <a:pt x="412" y="267"/>
                </a:cubicBezTo>
                <a:cubicBezTo>
                  <a:pt x="412" y="350"/>
                  <a:pt x="345" y="417"/>
                  <a:pt x="262" y="417"/>
                </a:cubicBez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3" name="Google Shape;193;p18"/>
          <p:cNvSpPr/>
          <p:nvPr/>
        </p:nvSpPr>
        <p:spPr>
          <a:xfrm>
            <a:off x="4945569" y="2243738"/>
            <a:ext cx="1666358" cy="1666359"/>
          </a:xfrm>
          <a:custGeom>
            <a:avLst/>
            <a:gdLst/>
            <a:ahLst/>
            <a:cxnLst/>
            <a:rect l="l" t="t" r="r" b="b"/>
            <a:pathLst>
              <a:path w="638" h="638" extrusionOk="0">
                <a:moveTo>
                  <a:pt x="603" y="353"/>
                </a:moveTo>
                <a:cubicBezTo>
                  <a:pt x="638" y="347"/>
                  <a:pt x="638" y="347"/>
                  <a:pt x="638" y="347"/>
                </a:cubicBezTo>
                <a:cubicBezTo>
                  <a:pt x="638" y="291"/>
                  <a:pt x="638" y="291"/>
                  <a:pt x="638" y="291"/>
                </a:cubicBezTo>
                <a:cubicBezTo>
                  <a:pt x="603" y="285"/>
                  <a:pt x="603" y="285"/>
                  <a:pt x="603" y="285"/>
                </a:cubicBezTo>
                <a:cubicBezTo>
                  <a:pt x="572" y="285"/>
                  <a:pt x="572" y="285"/>
                  <a:pt x="572" y="285"/>
                </a:cubicBezTo>
                <a:cubicBezTo>
                  <a:pt x="569" y="262"/>
                  <a:pt x="563" y="241"/>
                  <a:pt x="556" y="221"/>
                </a:cubicBezTo>
                <a:cubicBezTo>
                  <a:pt x="582" y="206"/>
                  <a:pt x="582" y="206"/>
                  <a:pt x="582" y="206"/>
                </a:cubicBezTo>
                <a:cubicBezTo>
                  <a:pt x="609" y="185"/>
                  <a:pt x="609" y="185"/>
                  <a:pt x="609" y="185"/>
                </a:cubicBezTo>
                <a:cubicBezTo>
                  <a:pt x="580" y="135"/>
                  <a:pt x="580" y="135"/>
                  <a:pt x="580" y="135"/>
                </a:cubicBezTo>
                <a:cubicBezTo>
                  <a:pt x="547" y="147"/>
                  <a:pt x="547" y="147"/>
                  <a:pt x="547" y="147"/>
                </a:cubicBezTo>
                <a:cubicBezTo>
                  <a:pt x="521" y="162"/>
                  <a:pt x="521" y="162"/>
                  <a:pt x="521" y="162"/>
                </a:cubicBezTo>
                <a:cubicBezTo>
                  <a:pt x="509" y="146"/>
                  <a:pt x="492" y="129"/>
                  <a:pt x="476" y="117"/>
                </a:cubicBezTo>
                <a:cubicBezTo>
                  <a:pt x="491" y="91"/>
                  <a:pt x="491" y="91"/>
                  <a:pt x="491" y="91"/>
                </a:cubicBezTo>
                <a:cubicBezTo>
                  <a:pt x="503" y="58"/>
                  <a:pt x="503" y="58"/>
                  <a:pt x="503" y="58"/>
                </a:cubicBezTo>
                <a:cubicBezTo>
                  <a:pt x="453" y="29"/>
                  <a:pt x="453" y="29"/>
                  <a:pt x="453" y="29"/>
                </a:cubicBezTo>
                <a:cubicBezTo>
                  <a:pt x="432" y="56"/>
                  <a:pt x="432" y="56"/>
                  <a:pt x="432" y="56"/>
                </a:cubicBezTo>
                <a:cubicBezTo>
                  <a:pt x="416" y="82"/>
                  <a:pt x="416" y="82"/>
                  <a:pt x="416" y="82"/>
                </a:cubicBezTo>
                <a:cubicBezTo>
                  <a:pt x="397" y="74"/>
                  <a:pt x="376" y="68"/>
                  <a:pt x="353" y="65"/>
                </a:cubicBezTo>
                <a:cubicBezTo>
                  <a:pt x="353" y="35"/>
                  <a:pt x="353" y="35"/>
                  <a:pt x="353" y="35"/>
                </a:cubicBezTo>
                <a:cubicBezTo>
                  <a:pt x="347" y="0"/>
                  <a:pt x="347" y="0"/>
                  <a:pt x="347" y="0"/>
                </a:cubicBezTo>
                <a:cubicBezTo>
                  <a:pt x="291" y="0"/>
                  <a:pt x="291" y="0"/>
                  <a:pt x="291" y="0"/>
                </a:cubicBezTo>
                <a:cubicBezTo>
                  <a:pt x="285" y="35"/>
                  <a:pt x="285" y="35"/>
                  <a:pt x="285" y="35"/>
                </a:cubicBezTo>
                <a:cubicBezTo>
                  <a:pt x="285" y="65"/>
                  <a:pt x="285" y="65"/>
                  <a:pt x="285" y="65"/>
                </a:cubicBezTo>
                <a:cubicBezTo>
                  <a:pt x="262" y="68"/>
                  <a:pt x="242" y="74"/>
                  <a:pt x="221" y="82"/>
                </a:cubicBezTo>
                <a:cubicBezTo>
                  <a:pt x="208" y="56"/>
                  <a:pt x="208" y="56"/>
                  <a:pt x="208" y="56"/>
                </a:cubicBezTo>
                <a:cubicBezTo>
                  <a:pt x="185" y="29"/>
                  <a:pt x="185" y="29"/>
                  <a:pt x="185" y="29"/>
                </a:cubicBezTo>
                <a:cubicBezTo>
                  <a:pt x="135" y="58"/>
                  <a:pt x="135" y="58"/>
                  <a:pt x="135" y="58"/>
                </a:cubicBezTo>
                <a:cubicBezTo>
                  <a:pt x="148" y="91"/>
                  <a:pt x="148" y="91"/>
                  <a:pt x="148" y="91"/>
                </a:cubicBezTo>
                <a:cubicBezTo>
                  <a:pt x="162" y="117"/>
                  <a:pt x="162" y="117"/>
                  <a:pt x="162" y="117"/>
                </a:cubicBezTo>
                <a:cubicBezTo>
                  <a:pt x="145" y="129"/>
                  <a:pt x="130" y="146"/>
                  <a:pt x="117" y="162"/>
                </a:cubicBezTo>
                <a:cubicBezTo>
                  <a:pt x="91" y="147"/>
                  <a:pt x="91" y="147"/>
                  <a:pt x="91" y="147"/>
                </a:cubicBezTo>
                <a:cubicBezTo>
                  <a:pt x="58" y="135"/>
                  <a:pt x="58" y="135"/>
                  <a:pt x="58" y="135"/>
                </a:cubicBezTo>
                <a:cubicBezTo>
                  <a:pt x="29" y="185"/>
                  <a:pt x="29" y="185"/>
                  <a:pt x="29" y="185"/>
                </a:cubicBezTo>
                <a:cubicBezTo>
                  <a:pt x="56" y="206"/>
                  <a:pt x="56" y="206"/>
                  <a:pt x="56" y="206"/>
                </a:cubicBezTo>
                <a:cubicBezTo>
                  <a:pt x="82" y="221"/>
                  <a:pt x="82" y="221"/>
                  <a:pt x="82" y="221"/>
                </a:cubicBezTo>
                <a:cubicBezTo>
                  <a:pt x="74" y="241"/>
                  <a:pt x="68" y="262"/>
                  <a:pt x="65" y="285"/>
                </a:cubicBezTo>
                <a:cubicBezTo>
                  <a:pt x="36" y="285"/>
                  <a:pt x="36" y="285"/>
                  <a:pt x="36" y="285"/>
                </a:cubicBezTo>
                <a:cubicBezTo>
                  <a:pt x="0" y="291"/>
                  <a:pt x="0" y="291"/>
                  <a:pt x="0" y="291"/>
                </a:cubicBezTo>
                <a:cubicBezTo>
                  <a:pt x="0" y="347"/>
                  <a:pt x="0" y="347"/>
                  <a:pt x="0" y="347"/>
                </a:cubicBezTo>
                <a:cubicBezTo>
                  <a:pt x="36" y="353"/>
                  <a:pt x="36" y="353"/>
                  <a:pt x="36" y="353"/>
                </a:cubicBezTo>
                <a:cubicBezTo>
                  <a:pt x="65" y="353"/>
                  <a:pt x="65" y="353"/>
                  <a:pt x="65" y="353"/>
                </a:cubicBezTo>
                <a:cubicBezTo>
                  <a:pt x="68" y="374"/>
                  <a:pt x="74" y="395"/>
                  <a:pt x="82" y="415"/>
                </a:cubicBezTo>
                <a:cubicBezTo>
                  <a:pt x="56" y="430"/>
                  <a:pt x="56" y="430"/>
                  <a:pt x="56" y="430"/>
                </a:cubicBezTo>
                <a:cubicBezTo>
                  <a:pt x="29" y="453"/>
                  <a:pt x="29" y="453"/>
                  <a:pt x="29" y="453"/>
                </a:cubicBezTo>
                <a:cubicBezTo>
                  <a:pt x="58" y="503"/>
                  <a:pt x="58" y="503"/>
                  <a:pt x="58" y="503"/>
                </a:cubicBezTo>
                <a:cubicBezTo>
                  <a:pt x="91" y="489"/>
                  <a:pt x="91" y="489"/>
                  <a:pt x="91" y="489"/>
                </a:cubicBezTo>
                <a:cubicBezTo>
                  <a:pt x="117" y="476"/>
                  <a:pt x="117" y="476"/>
                  <a:pt x="117" y="476"/>
                </a:cubicBezTo>
                <a:cubicBezTo>
                  <a:pt x="130" y="492"/>
                  <a:pt x="145" y="507"/>
                  <a:pt x="162" y="521"/>
                </a:cubicBezTo>
                <a:cubicBezTo>
                  <a:pt x="148" y="547"/>
                  <a:pt x="148" y="547"/>
                  <a:pt x="148" y="547"/>
                </a:cubicBezTo>
                <a:cubicBezTo>
                  <a:pt x="135" y="580"/>
                  <a:pt x="135" y="580"/>
                  <a:pt x="135" y="580"/>
                </a:cubicBezTo>
                <a:cubicBezTo>
                  <a:pt x="185" y="609"/>
                  <a:pt x="185" y="609"/>
                  <a:pt x="185" y="609"/>
                </a:cubicBezTo>
                <a:cubicBezTo>
                  <a:pt x="208" y="582"/>
                  <a:pt x="208" y="582"/>
                  <a:pt x="208" y="582"/>
                </a:cubicBezTo>
                <a:cubicBezTo>
                  <a:pt x="221" y="556"/>
                  <a:pt x="221" y="556"/>
                  <a:pt x="221" y="556"/>
                </a:cubicBezTo>
                <a:cubicBezTo>
                  <a:pt x="242" y="563"/>
                  <a:pt x="262" y="570"/>
                  <a:pt x="285" y="573"/>
                </a:cubicBezTo>
                <a:cubicBezTo>
                  <a:pt x="285" y="601"/>
                  <a:pt x="285" y="601"/>
                  <a:pt x="285" y="601"/>
                </a:cubicBezTo>
                <a:cubicBezTo>
                  <a:pt x="291" y="638"/>
                  <a:pt x="291" y="638"/>
                  <a:pt x="291" y="638"/>
                </a:cubicBezTo>
                <a:cubicBezTo>
                  <a:pt x="347" y="638"/>
                  <a:pt x="347" y="638"/>
                  <a:pt x="347" y="638"/>
                </a:cubicBezTo>
                <a:cubicBezTo>
                  <a:pt x="353" y="601"/>
                  <a:pt x="353" y="601"/>
                  <a:pt x="353" y="601"/>
                </a:cubicBezTo>
                <a:cubicBezTo>
                  <a:pt x="353" y="573"/>
                  <a:pt x="353" y="573"/>
                  <a:pt x="353" y="573"/>
                </a:cubicBezTo>
                <a:cubicBezTo>
                  <a:pt x="376" y="570"/>
                  <a:pt x="397" y="563"/>
                  <a:pt x="416" y="556"/>
                </a:cubicBezTo>
                <a:cubicBezTo>
                  <a:pt x="432" y="582"/>
                  <a:pt x="432" y="582"/>
                  <a:pt x="432" y="582"/>
                </a:cubicBezTo>
                <a:cubicBezTo>
                  <a:pt x="453" y="609"/>
                  <a:pt x="453" y="609"/>
                  <a:pt x="453" y="609"/>
                </a:cubicBezTo>
                <a:cubicBezTo>
                  <a:pt x="503" y="580"/>
                  <a:pt x="503" y="580"/>
                  <a:pt x="503" y="580"/>
                </a:cubicBezTo>
                <a:cubicBezTo>
                  <a:pt x="491" y="547"/>
                  <a:pt x="491" y="547"/>
                  <a:pt x="491" y="547"/>
                </a:cubicBezTo>
                <a:cubicBezTo>
                  <a:pt x="476" y="521"/>
                  <a:pt x="476" y="521"/>
                  <a:pt x="476" y="521"/>
                </a:cubicBezTo>
                <a:cubicBezTo>
                  <a:pt x="492" y="507"/>
                  <a:pt x="509" y="492"/>
                  <a:pt x="521" y="476"/>
                </a:cubicBezTo>
                <a:cubicBezTo>
                  <a:pt x="547" y="489"/>
                  <a:pt x="547" y="489"/>
                  <a:pt x="547" y="489"/>
                </a:cubicBezTo>
                <a:cubicBezTo>
                  <a:pt x="580" y="503"/>
                  <a:pt x="580" y="503"/>
                  <a:pt x="580" y="503"/>
                </a:cubicBezTo>
                <a:cubicBezTo>
                  <a:pt x="609" y="453"/>
                  <a:pt x="609" y="453"/>
                  <a:pt x="609" y="453"/>
                </a:cubicBezTo>
                <a:cubicBezTo>
                  <a:pt x="582" y="430"/>
                  <a:pt x="582" y="430"/>
                  <a:pt x="582" y="430"/>
                </a:cubicBezTo>
                <a:cubicBezTo>
                  <a:pt x="556" y="415"/>
                  <a:pt x="556" y="415"/>
                  <a:pt x="556" y="415"/>
                </a:cubicBezTo>
                <a:cubicBezTo>
                  <a:pt x="563" y="395"/>
                  <a:pt x="569" y="374"/>
                  <a:pt x="572" y="353"/>
                </a:cubicBezTo>
                <a:lnTo>
                  <a:pt x="603" y="353"/>
                </a:lnTo>
                <a:close/>
                <a:moveTo>
                  <a:pt x="319" y="503"/>
                </a:moveTo>
                <a:cubicBezTo>
                  <a:pt x="217" y="503"/>
                  <a:pt x="135" y="420"/>
                  <a:pt x="135" y="319"/>
                </a:cubicBezTo>
                <a:cubicBezTo>
                  <a:pt x="135" y="217"/>
                  <a:pt x="217" y="135"/>
                  <a:pt x="319" y="135"/>
                </a:cubicBezTo>
                <a:cubicBezTo>
                  <a:pt x="420" y="135"/>
                  <a:pt x="503" y="217"/>
                  <a:pt x="503" y="319"/>
                </a:cubicBezTo>
                <a:cubicBezTo>
                  <a:pt x="503" y="420"/>
                  <a:pt x="420" y="503"/>
                  <a:pt x="319" y="503"/>
                </a:cubicBez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4" name="Google Shape;194;p18"/>
          <p:cNvSpPr/>
          <p:nvPr/>
        </p:nvSpPr>
        <p:spPr>
          <a:xfrm>
            <a:off x="1243408" y="2026897"/>
            <a:ext cx="1976927" cy="2583136"/>
          </a:xfrm>
          <a:custGeom>
            <a:avLst/>
            <a:gdLst/>
            <a:ahLst/>
            <a:cxnLst/>
            <a:rect l="l" t="t" r="r" b="b"/>
            <a:pathLst>
              <a:path w="1613" h="2107" extrusionOk="0">
                <a:moveTo>
                  <a:pt x="1613" y="463"/>
                </a:moveTo>
                <a:cubicBezTo>
                  <a:pt x="1612" y="468"/>
                  <a:pt x="1610" y="473"/>
                  <a:pt x="1605" y="475"/>
                </a:cubicBezTo>
                <a:cubicBezTo>
                  <a:pt x="1605" y="476"/>
                  <a:pt x="1604" y="476"/>
                  <a:pt x="1604" y="477"/>
                </a:cubicBezTo>
                <a:cubicBezTo>
                  <a:pt x="1596" y="493"/>
                  <a:pt x="1580" y="502"/>
                  <a:pt x="1570" y="515"/>
                </a:cubicBezTo>
                <a:cubicBezTo>
                  <a:pt x="1568" y="517"/>
                  <a:pt x="1566" y="518"/>
                  <a:pt x="1568" y="521"/>
                </a:cubicBezTo>
                <a:cubicBezTo>
                  <a:pt x="1569" y="522"/>
                  <a:pt x="1568" y="522"/>
                  <a:pt x="1567" y="523"/>
                </a:cubicBezTo>
                <a:cubicBezTo>
                  <a:pt x="1564" y="529"/>
                  <a:pt x="1560" y="534"/>
                  <a:pt x="1553" y="538"/>
                </a:cubicBezTo>
                <a:cubicBezTo>
                  <a:pt x="1550" y="540"/>
                  <a:pt x="1548" y="543"/>
                  <a:pt x="1545" y="546"/>
                </a:cubicBezTo>
                <a:cubicBezTo>
                  <a:pt x="1544" y="548"/>
                  <a:pt x="1545" y="550"/>
                  <a:pt x="1547" y="552"/>
                </a:cubicBezTo>
                <a:cubicBezTo>
                  <a:pt x="1553" y="561"/>
                  <a:pt x="1560" y="569"/>
                  <a:pt x="1566" y="577"/>
                </a:cubicBezTo>
                <a:cubicBezTo>
                  <a:pt x="1570" y="582"/>
                  <a:pt x="1570" y="583"/>
                  <a:pt x="1565" y="586"/>
                </a:cubicBezTo>
                <a:cubicBezTo>
                  <a:pt x="1543" y="600"/>
                  <a:pt x="1521" y="614"/>
                  <a:pt x="1500" y="629"/>
                </a:cubicBezTo>
                <a:cubicBezTo>
                  <a:pt x="1486" y="639"/>
                  <a:pt x="1471" y="648"/>
                  <a:pt x="1458" y="659"/>
                </a:cubicBezTo>
                <a:cubicBezTo>
                  <a:pt x="1445" y="668"/>
                  <a:pt x="1431" y="677"/>
                  <a:pt x="1418" y="686"/>
                </a:cubicBezTo>
                <a:cubicBezTo>
                  <a:pt x="1402" y="697"/>
                  <a:pt x="1387" y="709"/>
                  <a:pt x="1373" y="722"/>
                </a:cubicBezTo>
                <a:cubicBezTo>
                  <a:pt x="1361" y="735"/>
                  <a:pt x="1346" y="743"/>
                  <a:pt x="1331" y="751"/>
                </a:cubicBezTo>
                <a:cubicBezTo>
                  <a:pt x="1326" y="754"/>
                  <a:pt x="1320" y="757"/>
                  <a:pt x="1315" y="761"/>
                </a:cubicBezTo>
                <a:cubicBezTo>
                  <a:pt x="1305" y="767"/>
                  <a:pt x="1296" y="767"/>
                  <a:pt x="1287" y="761"/>
                </a:cubicBezTo>
                <a:cubicBezTo>
                  <a:pt x="1264" y="748"/>
                  <a:pt x="1242" y="735"/>
                  <a:pt x="1222" y="718"/>
                </a:cubicBezTo>
                <a:cubicBezTo>
                  <a:pt x="1205" y="704"/>
                  <a:pt x="1188" y="690"/>
                  <a:pt x="1172" y="674"/>
                </a:cubicBezTo>
                <a:cubicBezTo>
                  <a:pt x="1169" y="672"/>
                  <a:pt x="1168" y="671"/>
                  <a:pt x="1166" y="675"/>
                </a:cubicBezTo>
                <a:cubicBezTo>
                  <a:pt x="1159" y="692"/>
                  <a:pt x="1151" y="708"/>
                  <a:pt x="1141" y="723"/>
                </a:cubicBezTo>
                <a:cubicBezTo>
                  <a:pt x="1137" y="729"/>
                  <a:pt x="1136" y="737"/>
                  <a:pt x="1136" y="745"/>
                </a:cubicBezTo>
                <a:cubicBezTo>
                  <a:pt x="1136" y="761"/>
                  <a:pt x="1130" y="776"/>
                  <a:pt x="1120" y="789"/>
                </a:cubicBezTo>
                <a:cubicBezTo>
                  <a:pt x="1112" y="800"/>
                  <a:pt x="1106" y="812"/>
                  <a:pt x="1098" y="823"/>
                </a:cubicBezTo>
                <a:cubicBezTo>
                  <a:pt x="1096" y="827"/>
                  <a:pt x="1093" y="831"/>
                  <a:pt x="1090" y="835"/>
                </a:cubicBezTo>
                <a:cubicBezTo>
                  <a:pt x="1085" y="841"/>
                  <a:pt x="1082" y="848"/>
                  <a:pt x="1081" y="856"/>
                </a:cubicBezTo>
                <a:cubicBezTo>
                  <a:pt x="1079" y="861"/>
                  <a:pt x="1081" y="866"/>
                  <a:pt x="1086" y="869"/>
                </a:cubicBezTo>
                <a:cubicBezTo>
                  <a:pt x="1093" y="874"/>
                  <a:pt x="1101" y="877"/>
                  <a:pt x="1109" y="879"/>
                </a:cubicBezTo>
                <a:cubicBezTo>
                  <a:pt x="1129" y="885"/>
                  <a:pt x="1149" y="892"/>
                  <a:pt x="1167" y="902"/>
                </a:cubicBezTo>
                <a:cubicBezTo>
                  <a:pt x="1183" y="911"/>
                  <a:pt x="1200" y="916"/>
                  <a:pt x="1217" y="921"/>
                </a:cubicBezTo>
                <a:cubicBezTo>
                  <a:pt x="1236" y="928"/>
                  <a:pt x="1255" y="935"/>
                  <a:pt x="1274" y="941"/>
                </a:cubicBezTo>
                <a:cubicBezTo>
                  <a:pt x="1286" y="945"/>
                  <a:pt x="1297" y="953"/>
                  <a:pt x="1309" y="958"/>
                </a:cubicBezTo>
                <a:cubicBezTo>
                  <a:pt x="1328" y="966"/>
                  <a:pt x="1346" y="974"/>
                  <a:pt x="1364" y="983"/>
                </a:cubicBezTo>
                <a:cubicBezTo>
                  <a:pt x="1386" y="994"/>
                  <a:pt x="1411" y="1001"/>
                  <a:pt x="1431" y="1015"/>
                </a:cubicBezTo>
                <a:cubicBezTo>
                  <a:pt x="1440" y="1021"/>
                  <a:pt x="1446" y="1029"/>
                  <a:pt x="1451" y="1038"/>
                </a:cubicBezTo>
                <a:cubicBezTo>
                  <a:pt x="1458" y="1050"/>
                  <a:pt x="1464" y="1063"/>
                  <a:pt x="1468" y="1076"/>
                </a:cubicBezTo>
                <a:cubicBezTo>
                  <a:pt x="1471" y="1090"/>
                  <a:pt x="1469" y="1103"/>
                  <a:pt x="1463" y="1115"/>
                </a:cubicBezTo>
                <a:cubicBezTo>
                  <a:pt x="1451" y="1141"/>
                  <a:pt x="1435" y="1164"/>
                  <a:pt x="1420" y="1188"/>
                </a:cubicBezTo>
                <a:cubicBezTo>
                  <a:pt x="1405" y="1211"/>
                  <a:pt x="1390" y="1234"/>
                  <a:pt x="1373" y="1256"/>
                </a:cubicBezTo>
                <a:cubicBezTo>
                  <a:pt x="1359" y="1273"/>
                  <a:pt x="1347" y="1292"/>
                  <a:pt x="1333" y="1310"/>
                </a:cubicBezTo>
                <a:cubicBezTo>
                  <a:pt x="1322" y="1324"/>
                  <a:pt x="1310" y="1338"/>
                  <a:pt x="1297" y="1352"/>
                </a:cubicBezTo>
                <a:cubicBezTo>
                  <a:pt x="1282" y="1367"/>
                  <a:pt x="1269" y="1385"/>
                  <a:pt x="1258" y="1404"/>
                </a:cubicBezTo>
                <a:cubicBezTo>
                  <a:pt x="1246" y="1425"/>
                  <a:pt x="1232" y="1444"/>
                  <a:pt x="1216" y="1462"/>
                </a:cubicBezTo>
                <a:cubicBezTo>
                  <a:pt x="1214" y="1464"/>
                  <a:pt x="1213" y="1466"/>
                  <a:pt x="1211" y="1469"/>
                </a:cubicBezTo>
                <a:cubicBezTo>
                  <a:pt x="1206" y="1475"/>
                  <a:pt x="1202" y="1477"/>
                  <a:pt x="1195" y="1474"/>
                </a:cubicBezTo>
                <a:cubicBezTo>
                  <a:pt x="1187" y="1472"/>
                  <a:pt x="1179" y="1471"/>
                  <a:pt x="1172" y="1468"/>
                </a:cubicBezTo>
                <a:cubicBezTo>
                  <a:pt x="1170" y="1467"/>
                  <a:pt x="1168" y="1468"/>
                  <a:pt x="1167" y="1469"/>
                </a:cubicBezTo>
                <a:cubicBezTo>
                  <a:pt x="1165" y="1470"/>
                  <a:pt x="1165" y="1472"/>
                  <a:pt x="1166" y="1474"/>
                </a:cubicBezTo>
                <a:cubicBezTo>
                  <a:pt x="1171" y="1482"/>
                  <a:pt x="1171" y="1492"/>
                  <a:pt x="1172" y="1501"/>
                </a:cubicBezTo>
                <a:cubicBezTo>
                  <a:pt x="1172" y="1505"/>
                  <a:pt x="1175" y="1507"/>
                  <a:pt x="1177" y="1510"/>
                </a:cubicBezTo>
                <a:cubicBezTo>
                  <a:pt x="1190" y="1520"/>
                  <a:pt x="1203" y="1529"/>
                  <a:pt x="1214" y="1540"/>
                </a:cubicBezTo>
                <a:cubicBezTo>
                  <a:pt x="1222" y="1548"/>
                  <a:pt x="1233" y="1553"/>
                  <a:pt x="1244" y="1559"/>
                </a:cubicBezTo>
                <a:cubicBezTo>
                  <a:pt x="1263" y="1569"/>
                  <a:pt x="1283" y="1578"/>
                  <a:pt x="1304" y="1587"/>
                </a:cubicBezTo>
                <a:cubicBezTo>
                  <a:pt x="1313" y="1591"/>
                  <a:pt x="1322" y="1594"/>
                  <a:pt x="1331" y="1598"/>
                </a:cubicBezTo>
                <a:cubicBezTo>
                  <a:pt x="1337" y="1601"/>
                  <a:pt x="1343" y="1605"/>
                  <a:pt x="1347" y="1610"/>
                </a:cubicBezTo>
                <a:cubicBezTo>
                  <a:pt x="1352" y="1616"/>
                  <a:pt x="1353" y="1623"/>
                  <a:pt x="1350" y="1629"/>
                </a:cubicBezTo>
                <a:cubicBezTo>
                  <a:pt x="1346" y="1637"/>
                  <a:pt x="1341" y="1642"/>
                  <a:pt x="1332" y="1642"/>
                </a:cubicBezTo>
                <a:cubicBezTo>
                  <a:pt x="1303" y="1643"/>
                  <a:pt x="1274" y="1639"/>
                  <a:pt x="1246" y="1634"/>
                </a:cubicBezTo>
                <a:cubicBezTo>
                  <a:pt x="1230" y="1631"/>
                  <a:pt x="1215" y="1628"/>
                  <a:pt x="1199" y="1624"/>
                </a:cubicBezTo>
                <a:cubicBezTo>
                  <a:pt x="1195" y="1623"/>
                  <a:pt x="1190" y="1624"/>
                  <a:pt x="1185" y="1624"/>
                </a:cubicBezTo>
                <a:cubicBezTo>
                  <a:pt x="1169" y="1625"/>
                  <a:pt x="1154" y="1619"/>
                  <a:pt x="1139" y="1615"/>
                </a:cubicBezTo>
                <a:cubicBezTo>
                  <a:pt x="1131" y="1613"/>
                  <a:pt x="1123" y="1610"/>
                  <a:pt x="1115" y="1608"/>
                </a:cubicBezTo>
                <a:cubicBezTo>
                  <a:pt x="1111" y="1607"/>
                  <a:pt x="1109" y="1609"/>
                  <a:pt x="1109" y="1613"/>
                </a:cubicBezTo>
                <a:cubicBezTo>
                  <a:pt x="1108" y="1616"/>
                  <a:pt x="1108" y="1620"/>
                  <a:pt x="1108" y="1624"/>
                </a:cubicBezTo>
                <a:cubicBezTo>
                  <a:pt x="1107" y="1628"/>
                  <a:pt x="1105" y="1630"/>
                  <a:pt x="1101" y="1629"/>
                </a:cubicBezTo>
                <a:cubicBezTo>
                  <a:pt x="1072" y="1628"/>
                  <a:pt x="1042" y="1624"/>
                  <a:pt x="1014" y="1615"/>
                </a:cubicBezTo>
                <a:cubicBezTo>
                  <a:pt x="1010" y="1614"/>
                  <a:pt x="1006" y="1612"/>
                  <a:pt x="1003" y="1611"/>
                </a:cubicBezTo>
                <a:cubicBezTo>
                  <a:pt x="996" y="1608"/>
                  <a:pt x="995" y="1607"/>
                  <a:pt x="996" y="1599"/>
                </a:cubicBezTo>
                <a:cubicBezTo>
                  <a:pt x="997" y="1593"/>
                  <a:pt x="998" y="1586"/>
                  <a:pt x="999" y="1579"/>
                </a:cubicBezTo>
                <a:cubicBezTo>
                  <a:pt x="1000" y="1575"/>
                  <a:pt x="1000" y="1570"/>
                  <a:pt x="1000" y="1565"/>
                </a:cubicBezTo>
                <a:cubicBezTo>
                  <a:pt x="999" y="1555"/>
                  <a:pt x="1000" y="1546"/>
                  <a:pt x="1003" y="1537"/>
                </a:cubicBezTo>
                <a:cubicBezTo>
                  <a:pt x="1009" y="1523"/>
                  <a:pt x="1012" y="1508"/>
                  <a:pt x="1021" y="1495"/>
                </a:cubicBezTo>
                <a:cubicBezTo>
                  <a:pt x="1024" y="1491"/>
                  <a:pt x="1025" y="1485"/>
                  <a:pt x="1025" y="1480"/>
                </a:cubicBezTo>
                <a:cubicBezTo>
                  <a:pt x="1024" y="1477"/>
                  <a:pt x="1025" y="1474"/>
                  <a:pt x="1026" y="1471"/>
                </a:cubicBezTo>
                <a:cubicBezTo>
                  <a:pt x="1027" y="1466"/>
                  <a:pt x="1032" y="1463"/>
                  <a:pt x="1037" y="1464"/>
                </a:cubicBezTo>
                <a:cubicBezTo>
                  <a:pt x="1039" y="1465"/>
                  <a:pt x="1040" y="1465"/>
                  <a:pt x="1042" y="1466"/>
                </a:cubicBezTo>
                <a:cubicBezTo>
                  <a:pt x="1050" y="1466"/>
                  <a:pt x="1056" y="1467"/>
                  <a:pt x="1061" y="1458"/>
                </a:cubicBezTo>
                <a:cubicBezTo>
                  <a:pt x="1066" y="1449"/>
                  <a:pt x="1073" y="1440"/>
                  <a:pt x="1080" y="1431"/>
                </a:cubicBezTo>
                <a:cubicBezTo>
                  <a:pt x="1082" y="1427"/>
                  <a:pt x="1083" y="1424"/>
                  <a:pt x="1083" y="1420"/>
                </a:cubicBezTo>
                <a:cubicBezTo>
                  <a:pt x="1083" y="1406"/>
                  <a:pt x="1085" y="1393"/>
                  <a:pt x="1095" y="1383"/>
                </a:cubicBezTo>
                <a:cubicBezTo>
                  <a:pt x="1100" y="1378"/>
                  <a:pt x="1106" y="1374"/>
                  <a:pt x="1112" y="1370"/>
                </a:cubicBezTo>
                <a:cubicBezTo>
                  <a:pt x="1119" y="1366"/>
                  <a:pt x="1125" y="1361"/>
                  <a:pt x="1128" y="1353"/>
                </a:cubicBezTo>
                <a:cubicBezTo>
                  <a:pt x="1131" y="1344"/>
                  <a:pt x="1136" y="1337"/>
                  <a:pt x="1142" y="1330"/>
                </a:cubicBezTo>
                <a:cubicBezTo>
                  <a:pt x="1149" y="1323"/>
                  <a:pt x="1155" y="1315"/>
                  <a:pt x="1159" y="1306"/>
                </a:cubicBezTo>
                <a:cubicBezTo>
                  <a:pt x="1166" y="1290"/>
                  <a:pt x="1174" y="1275"/>
                  <a:pt x="1182" y="1260"/>
                </a:cubicBezTo>
                <a:cubicBezTo>
                  <a:pt x="1188" y="1250"/>
                  <a:pt x="1193" y="1239"/>
                  <a:pt x="1199" y="1228"/>
                </a:cubicBezTo>
                <a:cubicBezTo>
                  <a:pt x="1201" y="1225"/>
                  <a:pt x="1204" y="1222"/>
                  <a:pt x="1206" y="1219"/>
                </a:cubicBezTo>
                <a:cubicBezTo>
                  <a:pt x="1214" y="1208"/>
                  <a:pt x="1221" y="1197"/>
                  <a:pt x="1221" y="1183"/>
                </a:cubicBezTo>
                <a:cubicBezTo>
                  <a:pt x="1222" y="1175"/>
                  <a:pt x="1226" y="1169"/>
                  <a:pt x="1232" y="1164"/>
                </a:cubicBezTo>
                <a:cubicBezTo>
                  <a:pt x="1233" y="1163"/>
                  <a:pt x="1234" y="1162"/>
                  <a:pt x="1235" y="1160"/>
                </a:cubicBezTo>
                <a:cubicBezTo>
                  <a:pt x="1236" y="1159"/>
                  <a:pt x="1236" y="1158"/>
                  <a:pt x="1233" y="1157"/>
                </a:cubicBezTo>
                <a:cubicBezTo>
                  <a:pt x="1200" y="1153"/>
                  <a:pt x="1169" y="1143"/>
                  <a:pt x="1137" y="1133"/>
                </a:cubicBezTo>
                <a:cubicBezTo>
                  <a:pt x="1113" y="1125"/>
                  <a:pt x="1088" y="1117"/>
                  <a:pt x="1063" y="1111"/>
                </a:cubicBezTo>
                <a:cubicBezTo>
                  <a:pt x="1045" y="1107"/>
                  <a:pt x="1027" y="1106"/>
                  <a:pt x="1009" y="1103"/>
                </a:cubicBezTo>
                <a:cubicBezTo>
                  <a:pt x="995" y="1100"/>
                  <a:pt x="982" y="1097"/>
                  <a:pt x="968" y="1095"/>
                </a:cubicBezTo>
                <a:cubicBezTo>
                  <a:pt x="965" y="1094"/>
                  <a:pt x="963" y="1095"/>
                  <a:pt x="962" y="1097"/>
                </a:cubicBezTo>
                <a:cubicBezTo>
                  <a:pt x="959" y="1101"/>
                  <a:pt x="957" y="1104"/>
                  <a:pt x="954" y="1107"/>
                </a:cubicBezTo>
                <a:cubicBezTo>
                  <a:pt x="948" y="1114"/>
                  <a:pt x="940" y="1115"/>
                  <a:pt x="931" y="1115"/>
                </a:cubicBezTo>
                <a:cubicBezTo>
                  <a:pt x="930" y="1115"/>
                  <a:pt x="930" y="1115"/>
                  <a:pt x="929" y="1114"/>
                </a:cubicBezTo>
                <a:cubicBezTo>
                  <a:pt x="923" y="1113"/>
                  <a:pt x="919" y="1115"/>
                  <a:pt x="916" y="1120"/>
                </a:cubicBezTo>
                <a:cubicBezTo>
                  <a:pt x="897" y="1144"/>
                  <a:pt x="878" y="1169"/>
                  <a:pt x="861" y="1194"/>
                </a:cubicBezTo>
                <a:cubicBezTo>
                  <a:pt x="851" y="1208"/>
                  <a:pt x="843" y="1223"/>
                  <a:pt x="834" y="1237"/>
                </a:cubicBezTo>
                <a:cubicBezTo>
                  <a:pt x="823" y="1256"/>
                  <a:pt x="810" y="1274"/>
                  <a:pt x="798" y="1292"/>
                </a:cubicBezTo>
                <a:cubicBezTo>
                  <a:pt x="789" y="1305"/>
                  <a:pt x="782" y="1319"/>
                  <a:pt x="774" y="1332"/>
                </a:cubicBezTo>
                <a:cubicBezTo>
                  <a:pt x="759" y="1355"/>
                  <a:pt x="743" y="1377"/>
                  <a:pt x="727" y="1399"/>
                </a:cubicBezTo>
                <a:cubicBezTo>
                  <a:pt x="702" y="1434"/>
                  <a:pt x="677" y="1469"/>
                  <a:pt x="652" y="1504"/>
                </a:cubicBezTo>
                <a:cubicBezTo>
                  <a:pt x="648" y="1510"/>
                  <a:pt x="643" y="1513"/>
                  <a:pt x="638" y="1516"/>
                </a:cubicBezTo>
                <a:cubicBezTo>
                  <a:pt x="621" y="1525"/>
                  <a:pt x="612" y="1541"/>
                  <a:pt x="603" y="1556"/>
                </a:cubicBezTo>
                <a:cubicBezTo>
                  <a:pt x="595" y="1570"/>
                  <a:pt x="585" y="1581"/>
                  <a:pt x="574" y="1592"/>
                </a:cubicBezTo>
                <a:cubicBezTo>
                  <a:pt x="562" y="1603"/>
                  <a:pt x="554" y="1615"/>
                  <a:pt x="543" y="1627"/>
                </a:cubicBezTo>
                <a:cubicBezTo>
                  <a:pt x="532" y="1640"/>
                  <a:pt x="521" y="1652"/>
                  <a:pt x="511" y="1665"/>
                </a:cubicBezTo>
                <a:cubicBezTo>
                  <a:pt x="505" y="1672"/>
                  <a:pt x="500" y="1680"/>
                  <a:pt x="498" y="1689"/>
                </a:cubicBezTo>
                <a:cubicBezTo>
                  <a:pt x="495" y="1696"/>
                  <a:pt x="491" y="1702"/>
                  <a:pt x="486" y="1707"/>
                </a:cubicBezTo>
                <a:cubicBezTo>
                  <a:pt x="476" y="1716"/>
                  <a:pt x="467" y="1726"/>
                  <a:pt x="458" y="1736"/>
                </a:cubicBezTo>
                <a:cubicBezTo>
                  <a:pt x="455" y="1740"/>
                  <a:pt x="453" y="1743"/>
                  <a:pt x="449" y="1746"/>
                </a:cubicBezTo>
                <a:cubicBezTo>
                  <a:pt x="440" y="1756"/>
                  <a:pt x="437" y="1770"/>
                  <a:pt x="431" y="1782"/>
                </a:cubicBezTo>
                <a:cubicBezTo>
                  <a:pt x="425" y="1793"/>
                  <a:pt x="426" y="1805"/>
                  <a:pt x="424" y="1817"/>
                </a:cubicBezTo>
                <a:cubicBezTo>
                  <a:pt x="423" y="1828"/>
                  <a:pt x="420" y="1839"/>
                  <a:pt x="414" y="1849"/>
                </a:cubicBezTo>
                <a:cubicBezTo>
                  <a:pt x="412" y="1853"/>
                  <a:pt x="411" y="1857"/>
                  <a:pt x="409" y="1862"/>
                </a:cubicBezTo>
                <a:cubicBezTo>
                  <a:pt x="408" y="1865"/>
                  <a:pt x="406" y="1866"/>
                  <a:pt x="403" y="1866"/>
                </a:cubicBezTo>
                <a:cubicBezTo>
                  <a:pt x="397" y="1864"/>
                  <a:pt x="392" y="1866"/>
                  <a:pt x="386" y="1866"/>
                </a:cubicBezTo>
                <a:cubicBezTo>
                  <a:pt x="385" y="1866"/>
                  <a:pt x="384" y="1867"/>
                  <a:pt x="384" y="1866"/>
                </a:cubicBezTo>
                <a:cubicBezTo>
                  <a:pt x="380" y="1866"/>
                  <a:pt x="376" y="1865"/>
                  <a:pt x="375" y="1870"/>
                </a:cubicBezTo>
                <a:cubicBezTo>
                  <a:pt x="373" y="1874"/>
                  <a:pt x="369" y="1879"/>
                  <a:pt x="374" y="1885"/>
                </a:cubicBezTo>
                <a:cubicBezTo>
                  <a:pt x="375" y="1887"/>
                  <a:pt x="376" y="1889"/>
                  <a:pt x="375" y="1892"/>
                </a:cubicBezTo>
                <a:cubicBezTo>
                  <a:pt x="370" y="1903"/>
                  <a:pt x="367" y="1915"/>
                  <a:pt x="362" y="1926"/>
                </a:cubicBezTo>
                <a:cubicBezTo>
                  <a:pt x="362" y="1927"/>
                  <a:pt x="362" y="1929"/>
                  <a:pt x="360" y="1930"/>
                </a:cubicBezTo>
                <a:cubicBezTo>
                  <a:pt x="359" y="1930"/>
                  <a:pt x="360" y="1928"/>
                  <a:pt x="359" y="1927"/>
                </a:cubicBezTo>
                <a:cubicBezTo>
                  <a:pt x="348" y="1953"/>
                  <a:pt x="339" y="1981"/>
                  <a:pt x="330" y="2008"/>
                </a:cubicBezTo>
                <a:cubicBezTo>
                  <a:pt x="328" y="2014"/>
                  <a:pt x="327" y="2020"/>
                  <a:pt x="328" y="2026"/>
                </a:cubicBezTo>
                <a:cubicBezTo>
                  <a:pt x="329" y="2029"/>
                  <a:pt x="328" y="2032"/>
                  <a:pt x="328" y="2035"/>
                </a:cubicBezTo>
                <a:cubicBezTo>
                  <a:pt x="327" y="2042"/>
                  <a:pt x="327" y="2048"/>
                  <a:pt x="329" y="2054"/>
                </a:cubicBezTo>
                <a:cubicBezTo>
                  <a:pt x="330" y="2057"/>
                  <a:pt x="330" y="2060"/>
                  <a:pt x="330" y="2062"/>
                </a:cubicBezTo>
                <a:cubicBezTo>
                  <a:pt x="328" y="2069"/>
                  <a:pt x="332" y="2077"/>
                  <a:pt x="340" y="2076"/>
                </a:cubicBezTo>
                <a:cubicBezTo>
                  <a:pt x="341" y="2076"/>
                  <a:pt x="342" y="2076"/>
                  <a:pt x="343" y="2077"/>
                </a:cubicBezTo>
                <a:cubicBezTo>
                  <a:pt x="355" y="2077"/>
                  <a:pt x="361" y="2085"/>
                  <a:pt x="360" y="2096"/>
                </a:cubicBezTo>
                <a:cubicBezTo>
                  <a:pt x="360" y="2098"/>
                  <a:pt x="359" y="2099"/>
                  <a:pt x="358" y="2100"/>
                </a:cubicBezTo>
                <a:cubicBezTo>
                  <a:pt x="349" y="2105"/>
                  <a:pt x="339" y="2107"/>
                  <a:pt x="329" y="2107"/>
                </a:cubicBezTo>
                <a:cubicBezTo>
                  <a:pt x="313" y="2107"/>
                  <a:pt x="297" y="2106"/>
                  <a:pt x="281" y="2105"/>
                </a:cubicBezTo>
                <a:cubicBezTo>
                  <a:pt x="271" y="2104"/>
                  <a:pt x="260" y="2104"/>
                  <a:pt x="250" y="2103"/>
                </a:cubicBezTo>
                <a:cubicBezTo>
                  <a:pt x="236" y="2101"/>
                  <a:pt x="227" y="2092"/>
                  <a:pt x="222" y="2080"/>
                </a:cubicBezTo>
                <a:cubicBezTo>
                  <a:pt x="214" y="2061"/>
                  <a:pt x="209" y="2041"/>
                  <a:pt x="207" y="2020"/>
                </a:cubicBezTo>
                <a:cubicBezTo>
                  <a:pt x="206" y="2010"/>
                  <a:pt x="207" y="1999"/>
                  <a:pt x="208" y="1989"/>
                </a:cubicBezTo>
                <a:cubicBezTo>
                  <a:pt x="209" y="1977"/>
                  <a:pt x="209" y="1965"/>
                  <a:pt x="208" y="1953"/>
                </a:cubicBezTo>
                <a:cubicBezTo>
                  <a:pt x="207" y="1951"/>
                  <a:pt x="207" y="1950"/>
                  <a:pt x="205" y="1950"/>
                </a:cubicBezTo>
                <a:cubicBezTo>
                  <a:pt x="203" y="1950"/>
                  <a:pt x="201" y="1949"/>
                  <a:pt x="200" y="1950"/>
                </a:cubicBezTo>
                <a:cubicBezTo>
                  <a:pt x="192" y="1950"/>
                  <a:pt x="189" y="1946"/>
                  <a:pt x="186" y="1940"/>
                </a:cubicBezTo>
                <a:cubicBezTo>
                  <a:pt x="178" y="1922"/>
                  <a:pt x="172" y="1904"/>
                  <a:pt x="172" y="1884"/>
                </a:cubicBezTo>
                <a:cubicBezTo>
                  <a:pt x="172" y="1881"/>
                  <a:pt x="173" y="1877"/>
                  <a:pt x="173" y="1874"/>
                </a:cubicBezTo>
                <a:cubicBezTo>
                  <a:pt x="174" y="1870"/>
                  <a:pt x="176" y="1867"/>
                  <a:pt x="179" y="1865"/>
                </a:cubicBezTo>
                <a:cubicBezTo>
                  <a:pt x="197" y="1855"/>
                  <a:pt x="211" y="1841"/>
                  <a:pt x="229" y="1832"/>
                </a:cubicBezTo>
                <a:cubicBezTo>
                  <a:pt x="239" y="1827"/>
                  <a:pt x="250" y="1822"/>
                  <a:pt x="261" y="1818"/>
                </a:cubicBezTo>
                <a:cubicBezTo>
                  <a:pt x="266" y="1817"/>
                  <a:pt x="271" y="1815"/>
                  <a:pt x="277" y="1814"/>
                </a:cubicBezTo>
                <a:cubicBezTo>
                  <a:pt x="279" y="1813"/>
                  <a:pt x="280" y="1812"/>
                  <a:pt x="278" y="1810"/>
                </a:cubicBezTo>
                <a:cubicBezTo>
                  <a:pt x="274" y="1807"/>
                  <a:pt x="275" y="1804"/>
                  <a:pt x="276" y="1800"/>
                </a:cubicBezTo>
                <a:cubicBezTo>
                  <a:pt x="280" y="1789"/>
                  <a:pt x="284" y="1779"/>
                  <a:pt x="288" y="1768"/>
                </a:cubicBezTo>
                <a:cubicBezTo>
                  <a:pt x="290" y="1763"/>
                  <a:pt x="294" y="1759"/>
                  <a:pt x="299" y="1756"/>
                </a:cubicBezTo>
                <a:cubicBezTo>
                  <a:pt x="306" y="1750"/>
                  <a:pt x="312" y="1744"/>
                  <a:pt x="315" y="1736"/>
                </a:cubicBezTo>
                <a:cubicBezTo>
                  <a:pt x="322" y="1715"/>
                  <a:pt x="332" y="1696"/>
                  <a:pt x="338" y="1676"/>
                </a:cubicBezTo>
                <a:cubicBezTo>
                  <a:pt x="344" y="1660"/>
                  <a:pt x="351" y="1645"/>
                  <a:pt x="358" y="1630"/>
                </a:cubicBezTo>
                <a:cubicBezTo>
                  <a:pt x="366" y="1613"/>
                  <a:pt x="379" y="1601"/>
                  <a:pt x="388" y="1585"/>
                </a:cubicBezTo>
                <a:cubicBezTo>
                  <a:pt x="408" y="1555"/>
                  <a:pt x="429" y="1526"/>
                  <a:pt x="448" y="1494"/>
                </a:cubicBezTo>
                <a:cubicBezTo>
                  <a:pt x="464" y="1467"/>
                  <a:pt x="481" y="1440"/>
                  <a:pt x="500" y="1414"/>
                </a:cubicBezTo>
                <a:cubicBezTo>
                  <a:pt x="514" y="1395"/>
                  <a:pt x="528" y="1374"/>
                  <a:pt x="543" y="1355"/>
                </a:cubicBezTo>
                <a:cubicBezTo>
                  <a:pt x="552" y="1344"/>
                  <a:pt x="562" y="1337"/>
                  <a:pt x="575" y="1333"/>
                </a:cubicBezTo>
                <a:cubicBezTo>
                  <a:pt x="591" y="1327"/>
                  <a:pt x="598" y="1317"/>
                  <a:pt x="599" y="1301"/>
                </a:cubicBezTo>
                <a:cubicBezTo>
                  <a:pt x="600" y="1299"/>
                  <a:pt x="600" y="1296"/>
                  <a:pt x="601" y="1295"/>
                </a:cubicBezTo>
                <a:cubicBezTo>
                  <a:pt x="612" y="1279"/>
                  <a:pt x="616" y="1261"/>
                  <a:pt x="622" y="1243"/>
                </a:cubicBezTo>
                <a:cubicBezTo>
                  <a:pt x="629" y="1221"/>
                  <a:pt x="638" y="1199"/>
                  <a:pt x="648" y="1178"/>
                </a:cubicBezTo>
                <a:cubicBezTo>
                  <a:pt x="655" y="1162"/>
                  <a:pt x="660" y="1146"/>
                  <a:pt x="667" y="1131"/>
                </a:cubicBezTo>
                <a:cubicBezTo>
                  <a:pt x="674" y="1116"/>
                  <a:pt x="678" y="1101"/>
                  <a:pt x="683" y="1086"/>
                </a:cubicBezTo>
                <a:cubicBezTo>
                  <a:pt x="684" y="1081"/>
                  <a:pt x="687" y="1076"/>
                  <a:pt x="688" y="1070"/>
                </a:cubicBezTo>
                <a:cubicBezTo>
                  <a:pt x="689" y="1068"/>
                  <a:pt x="689" y="1066"/>
                  <a:pt x="687" y="1065"/>
                </a:cubicBezTo>
                <a:cubicBezTo>
                  <a:pt x="682" y="1063"/>
                  <a:pt x="683" y="1060"/>
                  <a:pt x="683" y="1057"/>
                </a:cubicBezTo>
                <a:cubicBezTo>
                  <a:pt x="684" y="1047"/>
                  <a:pt x="685" y="1037"/>
                  <a:pt x="687" y="1027"/>
                </a:cubicBezTo>
                <a:cubicBezTo>
                  <a:pt x="690" y="1008"/>
                  <a:pt x="693" y="990"/>
                  <a:pt x="695" y="971"/>
                </a:cubicBezTo>
                <a:cubicBezTo>
                  <a:pt x="699" y="940"/>
                  <a:pt x="705" y="911"/>
                  <a:pt x="712" y="881"/>
                </a:cubicBezTo>
                <a:cubicBezTo>
                  <a:pt x="716" y="861"/>
                  <a:pt x="724" y="843"/>
                  <a:pt x="729" y="824"/>
                </a:cubicBezTo>
                <a:cubicBezTo>
                  <a:pt x="738" y="793"/>
                  <a:pt x="750" y="763"/>
                  <a:pt x="760" y="732"/>
                </a:cubicBezTo>
                <a:cubicBezTo>
                  <a:pt x="768" y="709"/>
                  <a:pt x="774" y="684"/>
                  <a:pt x="778" y="660"/>
                </a:cubicBezTo>
                <a:cubicBezTo>
                  <a:pt x="782" y="634"/>
                  <a:pt x="781" y="608"/>
                  <a:pt x="781" y="582"/>
                </a:cubicBezTo>
                <a:cubicBezTo>
                  <a:pt x="781" y="570"/>
                  <a:pt x="781" y="559"/>
                  <a:pt x="781" y="547"/>
                </a:cubicBezTo>
                <a:cubicBezTo>
                  <a:pt x="781" y="545"/>
                  <a:pt x="782" y="543"/>
                  <a:pt x="780" y="542"/>
                </a:cubicBezTo>
                <a:cubicBezTo>
                  <a:pt x="778" y="541"/>
                  <a:pt x="776" y="543"/>
                  <a:pt x="775" y="544"/>
                </a:cubicBezTo>
                <a:cubicBezTo>
                  <a:pt x="761" y="555"/>
                  <a:pt x="748" y="567"/>
                  <a:pt x="735" y="579"/>
                </a:cubicBezTo>
                <a:cubicBezTo>
                  <a:pt x="716" y="595"/>
                  <a:pt x="698" y="610"/>
                  <a:pt x="680" y="627"/>
                </a:cubicBezTo>
                <a:cubicBezTo>
                  <a:pt x="671" y="635"/>
                  <a:pt x="662" y="643"/>
                  <a:pt x="654" y="652"/>
                </a:cubicBezTo>
                <a:cubicBezTo>
                  <a:pt x="626" y="680"/>
                  <a:pt x="597" y="707"/>
                  <a:pt x="569" y="735"/>
                </a:cubicBezTo>
                <a:cubicBezTo>
                  <a:pt x="548" y="755"/>
                  <a:pt x="528" y="776"/>
                  <a:pt x="511" y="800"/>
                </a:cubicBezTo>
                <a:cubicBezTo>
                  <a:pt x="507" y="805"/>
                  <a:pt x="503" y="809"/>
                  <a:pt x="499" y="815"/>
                </a:cubicBezTo>
                <a:cubicBezTo>
                  <a:pt x="497" y="818"/>
                  <a:pt x="494" y="818"/>
                  <a:pt x="492" y="817"/>
                </a:cubicBezTo>
                <a:cubicBezTo>
                  <a:pt x="487" y="814"/>
                  <a:pt x="482" y="812"/>
                  <a:pt x="477" y="809"/>
                </a:cubicBezTo>
                <a:cubicBezTo>
                  <a:pt x="475" y="808"/>
                  <a:pt x="473" y="807"/>
                  <a:pt x="472" y="809"/>
                </a:cubicBezTo>
                <a:cubicBezTo>
                  <a:pt x="461" y="819"/>
                  <a:pt x="451" y="829"/>
                  <a:pt x="444" y="841"/>
                </a:cubicBezTo>
                <a:cubicBezTo>
                  <a:pt x="441" y="846"/>
                  <a:pt x="439" y="851"/>
                  <a:pt x="437" y="856"/>
                </a:cubicBezTo>
                <a:cubicBezTo>
                  <a:pt x="435" y="861"/>
                  <a:pt x="431" y="863"/>
                  <a:pt x="425" y="864"/>
                </a:cubicBezTo>
                <a:cubicBezTo>
                  <a:pt x="420" y="864"/>
                  <a:pt x="415" y="865"/>
                  <a:pt x="410" y="866"/>
                </a:cubicBezTo>
                <a:cubicBezTo>
                  <a:pt x="406" y="866"/>
                  <a:pt x="405" y="868"/>
                  <a:pt x="405" y="872"/>
                </a:cubicBezTo>
                <a:cubicBezTo>
                  <a:pt x="404" y="881"/>
                  <a:pt x="407" y="890"/>
                  <a:pt x="409" y="900"/>
                </a:cubicBezTo>
                <a:cubicBezTo>
                  <a:pt x="410" y="908"/>
                  <a:pt x="408" y="915"/>
                  <a:pt x="401" y="920"/>
                </a:cubicBezTo>
                <a:cubicBezTo>
                  <a:pt x="399" y="922"/>
                  <a:pt x="400" y="923"/>
                  <a:pt x="401" y="925"/>
                </a:cubicBezTo>
                <a:cubicBezTo>
                  <a:pt x="404" y="928"/>
                  <a:pt x="407" y="932"/>
                  <a:pt x="410" y="935"/>
                </a:cubicBezTo>
                <a:cubicBezTo>
                  <a:pt x="429" y="956"/>
                  <a:pt x="449" y="977"/>
                  <a:pt x="468" y="998"/>
                </a:cubicBezTo>
                <a:cubicBezTo>
                  <a:pt x="479" y="1009"/>
                  <a:pt x="479" y="1015"/>
                  <a:pt x="472" y="1029"/>
                </a:cubicBezTo>
                <a:cubicBezTo>
                  <a:pt x="459" y="1055"/>
                  <a:pt x="442" y="1080"/>
                  <a:pt x="425" y="1104"/>
                </a:cubicBezTo>
                <a:cubicBezTo>
                  <a:pt x="405" y="1133"/>
                  <a:pt x="384" y="1162"/>
                  <a:pt x="364" y="1192"/>
                </a:cubicBezTo>
                <a:cubicBezTo>
                  <a:pt x="353" y="1207"/>
                  <a:pt x="341" y="1221"/>
                  <a:pt x="329" y="1236"/>
                </a:cubicBezTo>
                <a:cubicBezTo>
                  <a:pt x="325" y="1242"/>
                  <a:pt x="319" y="1247"/>
                  <a:pt x="311" y="1245"/>
                </a:cubicBezTo>
                <a:cubicBezTo>
                  <a:pt x="305" y="1243"/>
                  <a:pt x="301" y="1239"/>
                  <a:pt x="298" y="1234"/>
                </a:cubicBezTo>
                <a:cubicBezTo>
                  <a:pt x="295" y="1231"/>
                  <a:pt x="294" y="1230"/>
                  <a:pt x="290" y="1232"/>
                </a:cubicBezTo>
                <a:cubicBezTo>
                  <a:pt x="285" y="1236"/>
                  <a:pt x="281" y="1234"/>
                  <a:pt x="277" y="1229"/>
                </a:cubicBezTo>
                <a:cubicBezTo>
                  <a:pt x="276" y="1227"/>
                  <a:pt x="275" y="1225"/>
                  <a:pt x="273" y="1224"/>
                </a:cubicBezTo>
                <a:cubicBezTo>
                  <a:pt x="271" y="1222"/>
                  <a:pt x="269" y="1222"/>
                  <a:pt x="267" y="1225"/>
                </a:cubicBezTo>
                <a:cubicBezTo>
                  <a:pt x="263" y="1229"/>
                  <a:pt x="259" y="1232"/>
                  <a:pt x="254" y="1235"/>
                </a:cubicBezTo>
                <a:cubicBezTo>
                  <a:pt x="246" y="1239"/>
                  <a:pt x="239" y="1238"/>
                  <a:pt x="233" y="1232"/>
                </a:cubicBezTo>
                <a:cubicBezTo>
                  <a:pt x="230" y="1229"/>
                  <a:pt x="227" y="1226"/>
                  <a:pt x="224" y="1223"/>
                </a:cubicBezTo>
                <a:cubicBezTo>
                  <a:pt x="221" y="1220"/>
                  <a:pt x="218" y="1217"/>
                  <a:pt x="213" y="1216"/>
                </a:cubicBezTo>
                <a:cubicBezTo>
                  <a:pt x="210" y="1216"/>
                  <a:pt x="207" y="1213"/>
                  <a:pt x="208" y="1209"/>
                </a:cubicBezTo>
                <a:cubicBezTo>
                  <a:pt x="208" y="1206"/>
                  <a:pt x="207" y="1204"/>
                  <a:pt x="205" y="1202"/>
                </a:cubicBezTo>
                <a:cubicBezTo>
                  <a:pt x="191" y="1187"/>
                  <a:pt x="178" y="1171"/>
                  <a:pt x="164" y="1156"/>
                </a:cubicBezTo>
                <a:cubicBezTo>
                  <a:pt x="152" y="1142"/>
                  <a:pt x="140" y="1129"/>
                  <a:pt x="129" y="1115"/>
                </a:cubicBezTo>
                <a:cubicBezTo>
                  <a:pt x="116" y="1101"/>
                  <a:pt x="104" y="1086"/>
                  <a:pt x="92" y="1072"/>
                </a:cubicBezTo>
                <a:cubicBezTo>
                  <a:pt x="81" y="1059"/>
                  <a:pt x="70" y="1047"/>
                  <a:pt x="59" y="1034"/>
                </a:cubicBezTo>
                <a:cubicBezTo>
                  <a:pt x="50" y="1024"/>
                  <a:pt x="41" y="1013"/>
                  <a:pt x="32" y="1003"/>
                </a:cubicBezTo>
                <a:cubicBezTo>
                  <a:pt x="31" y="1001"/>
                  <a:pt x="29" y="1000"/>
                  <a:pt x="26" y="1000"/>
                </a:cubicBezTo>
                <a:cubicBezTo>
                  <a:pt x="21" y="1000"/>
                  <a:pt x="18" y="995"/>
                  <a:pt x="19" y="990"/>
                </a:cubicBezTo>
                <a:cubicBezTo>
                  <a:pt x="20" y="988"/>
                  <a:pt x="18" y="986"/>
                  <a:pt x="17" y="984"/>
                </a:cubicBezTo>
                <a:cubicBezTo>
                  <a:pt x="13" y="979"/>
                  <a:pt x="10" y="975"/>
                  <a:pt x="6" y="970"/>
                </a:cubicBezTo>
                <a:cubicBezTo>
                  <a:pt x="3" y="966"/>
                  <a:pt x="1" y="961"/>
                  <a:pt x="0" y="955"/>
                </a:cubicBezTo>
                <a:cubicBezTo>
                  <a:pt x="0" y="955"/>
                  <a:pt x="0" y="954"/>
                  <a:pt x="0" y="954"/>
                </a:cubicBezTo>
                <a:cubicBezTo>
                  <a:pt x="0" y="942"/>
                  <a:pt x="7" y="933"/>
                  <a:pt x="14" y="924"/>
                </a:cubicBezTo>
                <a:cubicBezTo>
                  <a:pt x="16" y="921"/>
                  <a:pt x="19" y="917"/>
                  <a:pt x="22" y="913"/>
                </a:cubicBezTo>
                <a:cubicBezTo>
                  <a:pt x="35" y="898"/>
                  <a:pt x="47" y="882"/>
                  <a:pt x="60" y="866"/>
                </a:cubicBezTo>
                <a:cubicBezTo>
                  <a:pt x="66" y="859"/>
                  <a:pt x="73" y="852"/>
                  <a:pt x="75" y="843"/>
                </a:cubicBezTo>
                <a:cubicBezTo>
                  <a:pt x="76" y="840"/>
                  <a:pt x="78" y="837"/>
                  <a:pt x="80" y="835"/>
                </a:cubicBezTo>
                <a:cubicBezTo>
                  <a:pt x="88" y="825"/>
                  <a:pt x="95" y="816"/>
                  <a:pt x="103" y="806"/>
                </a:cubicBezTo>
                <a:cubicBezTo>
                  <a:pt x="115" y="793"/>
                  <a:pt x="126" y="779"/>
                  <a:pt x="138" y="765"/>
                </a:cubicBezTo>
                <a:cubicBezTo>
                  <a:pt x="145" y="757"/>
                  <a:pt x="153" y="749"/>
                  <a:pt x="160" y="740"/>
                </a:cubicBezTo>
                <a:cubicBezTo>
                  <a:pt x="167" y="733"/>
                  <a:pt x="174" y="724"/>
                  <a:pt x="183" y="720"/>
                </a:cubicBezTo>
                <a:cubicBezTo>
                  <a:pt x="194" y="716"/>
                  <a:pt x="204" y="715"/>
                  <a:pt x="214" y="722"/>
                </a:cubicBezTo>
                <a:cubicBezTo>
                  <a:pt x="220" y="727"/>
                  <a:pt x="226" y="733"/>
                  <a:pt x="231" y="739"/>
                </a:cubicBezTo>
                <a:cubicBezTo>
                  <a:pt x="244" y="755"/>
                  <a:pt x="258" y="769"/>
                  <a:pt x="272" y="783"/>
                </a:cubicBezTo>
                <a:cubicBezTo>
                  <a:pt x="275" y="786"/>
                  <a:pt x="277" y="787"/>
                  <a:pt x="280" y="784"/>
                </a:cubicBezTo>
                <a:cubicBezTo>
                  <a:pt x="284" y="781"/>
                  <a:pt x="288" y="779"/>
                  <a:pt x="293" y="779"/>
                </a:cubicBezTo>
                <a:cubicBezTo>
                  <a:pt x="299" y="779"/>
                  <a:pt x="305" y="777"/>
                  <a:pt x="311" y="776"/>
                </a:cubicBezTo>
                <a:cubicBezTo>
                  <a:pt x="318" y="775"/>
                  <a:pt x="325" y="774"/>
                  <a:pt x="333" y="775"/>
                </a:cubicBezTo>
                <a:cubicBezTo>
                  <a:pt x="336" y="776"/>
                  <a:pt x="340" y="776"/>
                  <a:pt x="344" y="777"/>
                </a:cubicBezTo>
                <a:cubicBezTo>
                  <a:pt x="346" y="777"/>
                  <a:pt x="348" y="776"/>
                  <a:pt x="349" y="775"/>
                </a:cubicBezTo>
                <a:cubicBezTo>
                  <a:pt x="362" y="764"/>
                  <a:pt x="375" y="752"/>
                  <a:pt x="389" y="742"/>
                </a:cubicBezTo>
                <a:cubicBezTo>
                  <a:pt x="394" y="739"/>
                  <a:pt x="398" y="736"/>
                  <a:pt x="400" y="730"/>
                </a:cubicBezTo>
                <a:cubicBezTo>
                  <a:pt x="401" y="727"/>
                  <a:pt x="404" y="725"/>
                  <a:pt x="406" y="723"/>
                </a:cubicBezTo>
                <a:cubicBezTo>
                  <a:pt x="416" y="713"/>
                  <a:pt x="425" y="704"/>
                  <a:pt x="435" y="694"/>
                </a:cubicBezTo>
                <a:cubicBezTo>
                  <a:pt x="449" y="681"/>
                  <a:pt x="458" y="665"/>
                  <a:pt x="470" y="651"/>
                </a:cubicBezTo>
                <a:cubicBezTo>
                  <a:pt x="479" y="641"/>
                  <a:pt x="487" y="630"/>
                  <a:pt x="494" y="619"/>
                </a:cubicBezTo>
                <a:cubicBezTo>
                  <a:pt x="501" y="609"/>
                  <a:pt x="511" y="602"/>
                  <a:pt x="520" y="594"/>
                </a:cubicBezTo>
                <a:cubicBezTo>
                  <a:pt x="523" y="591"/>
                  <a:pt x="526" y="587"/>
                  <a:pt x="528" y="584"/>
                </a:cubicBezTo>
                <a:cubicBezTo>
                  <a:pt x="536" y="572"/>
                  <a:pt x="542" y="560"/>
                  <a:pt x="553" y="551"/>
                </a:cubicBezTo>
                <a:cubicBezTo>
                  <a:pt x="566" y="540"/>
                  <a:pt x="580" y="530"/>
                  <a:pt x="589" y="514"/>
                </a:cubicBezTo>
                <a:cubicBezTo>
                  <a:pt x="589" y="514"/>
                  <a:pt x="589" y="514"/>
                  <a:pt x="590" y="513"/>
                </a:cubicBezTo>
                <a:cubicBezTo>
                  <a:pt x="597" y="503"/>
                  <a:pt x="605" y="494"/>
                  <a:pt x="614" y="485"/>
                </a:cubicBezTo>
                <a:cubicBezTo>
                  <a:pt x="622" y="478"/>
                  <a:pt x="627" y="469"/>
                  <a:pt x="635" y="462"/>
                </a:cubicBezTo>
                <a:cubicBezTo>
                  <a:pt x="639" y="458"/>
                  <a:pt x="642" y="453"/>
                  <a:pt x="648" y="450"/>
                </a:cubicBezTo>
                <a:cubicBezTo>
                  <a:pt x="656" y="446"/>
                  <a:pt x="665" y="443"/>
                  <a:pt x="674" y="444"/>
                </a:cubicBezTo>
                <a:cubicBezTo>
                  <a:pt x="678" y="445"/>
                  <a:pt x="680" y="443"/>
                  <a:pt x="683" y="441"/>
                </a:cubicBezTo>
                <a:cubicBezTo>
                  <a:pt x="685" y="438"/>
                  <a:pt x="687" y="436"/>
                  <a:pt x="688" y="433"/>
                </a:cubicBezTo>
                <a:cubicBezTo>
                  <a:pt x="692" y="423"/>
                  <a:pt x="700" y="418"/>
                  <a:pt x="710" y="416"/>
                </a:cubicBezTo>
                <a:cubicBezTo>
                  <a:pt x="714" y="416"/>
                  <a:pt x="717" y="414"/>
                  <a:pt x="719" y="410"/>
                </a:cubicBezTo>
                <a:cubicBezTo>
                  <a:pt x="721" y="404"/>
                  <a:pt x="725" y="400"/>
                  <a:pt x="730" y="396"/>
                </a:cubicBezTo>
                <a:cubicBezTo>
                  <a:pt x="740" y="390"/>
                  <a:pt x="747" y="380"/>
                  <a:pt x="756" y="372"/>
                </a:cubicBezTo>
                <a:cubicBezTo>
                  <a:pt x="760" y="368"/>
                  <a:pt x="764" y="362"/>
                  <a:pt x="768" y="358"/>
                </a:cubicBezTo>
                <a:cubicBezTo>
                  <a:pt x="783" y="344"/>
                  <a:pt x="795" y="330"/>
                  <a:pt x="802" y="311"/>
                </a:cubicBezTo>
                <a:cubicBezTo>
                  <a:pt x="810" y="287"/>
                  <a:pt x="823" y="266"/>
                  <a:pt x="843" y="251"/>
                </a:cubicBezTo>
                <a:cubicBezTo>
                  <a:pt x="856" y="240"/>
                  <a:pt x="871" y="236"/>
                  <a:pt x="888" y="241"/>
                </a:cubicBezTo>
                <a:cubicBezTo>
                  <a:pt x="899" y="245"/>
                  <a:pt x="910" y="249"/>
                  <a:pt x="921" y="253"/>
                </a:cubicBezTo>
                <a:cubicBezTo>
                  <a:pt x="927" y="255"/>
                  <a:pt x="932" y="257"/>
                  <a:pt x="938" y="255"/>
                </a:cubicBezTo>
                <a:cubicBezTo>
                  <a:pt x="946" y="253"/>
                  <a:pt x="954" y="254"/>
                  <a:pt x="961" y="253"/>
                </a:cubicBezTo>
                <a:cubicBezTo>
                  <a:pt x="971" y="252"/>
                  <a:pt x="981" y="253"/>
                  <a:pt x="991" y="250"/>
                </a:cubicBezTo>
                <a:cubicBezTo>
                  <a:pt x="1006" y="246"/>
                  <a:pt x="1018" y="236"/>
                  <a:pt x="1028" y="224"/>
                </a:cubicBezTo>
                <a:cubicBezTo>
                  <a:pt x="1029" y="223"/>
                  <a:pt x="1030" y="222"/>
                  <a:pt x="1029" y="220"/>
                </a:cubicBezTo>
                <a:cubicBezTo>
                  <a:pt x="1028" y="214"/>
                  <a:pt x="1028" y="208"/>
                  <a:pt x="1026" y="202"/>
                </a:cubicBezTo>
                <a:cubicBezTo>
                  <a:pt x="1021" y="191"/>
                  <a:pt x="1017" y="179"/>
                  <a:pt x="1012" y="168"/>
                </a:cubicBezTo>
                <a:cubicBezTo>
                  <a:pt x="1003" y="148"/>
                  <a:pt x="1001" y="127"/>
                  <a:pt x="1005" y="105"/>
                </a:cubicBezTo>
                <a:cubicBezTo>
                  <a:pt x="1008" y="93"/>
                  <a:pt x="1013" y="81"/>
                  <a:pt x="1018" y="70"/>
                </a:cubicBezTo>
                <a:cubicBezTo>
                  <a:pt x="1020" y="64"/>
                  <a:pt x="1021" y="59"/>
                  <a:pt x="1024" y="53"/>
                </a:cubicBezTo>
                <a:cubicBezTo>
                  <a:pt x="1029" y="43"/>
                  <a:pt x="1039" y="38"/>
                  <a:pt x="1045" y="29"/>
                </a:cubicBezTo>
                <a:cubicBezTo>
                  <a:pt x="1045" y="28"/>
                  <a:pt x="1047" y="27"/>
                  <a:pt x="1048" y="26"/>
                </a:cubicBezTo>
                <a:cubicBezTo>
                  <a:pt x="1054" y="24"/>
                  <a:pt x="1058" y="20"/>
                  <a:pt x="1063" y="16"/>
                </a:cubicBezTo>
                <a:cubicBezTo>
                  <a:pt x="1072" y="11"/>
                  <a:pt x="1081" y="6"/>
                  <a:pt x="1091" y="5"/>
                </a:cubicBezTo>
                <a:cubicBezTo>
                  <a:pt x="1096" y="4"/>
                  <a:pt x="1102" y="2"/>
                  <a:pt x="1107" y="0"/>
                </a:cubicBezTo>
                <a:cubicBezTo>
                  <a:pt x="1114" y="0"/>
                  <a:pt x="1120" y="0"/>
                  <a:pt x="1126" y="0"/>
                </a:cubicBezTo>
                <a:cubicBezTo>
                  <a:pt x="1126" y="0"/>
                  <a:pt x="1127" y="1"/>
                  <a:pt x="1127" y="1"/>
                </a:cubicBezTo>
                <a:cubicBezTo>
                  <a:pt x="1140" y="1"/>
                  <a:pt x="1151" y="5"/>
                  <a:pt x="1163" y="9"/>
                </a:cubicBezTo>
                <a:cubicBezTo>
                  <a:pt x="1171" y="12"/>
                  <a:pt x="1180" y="16"/>
                  <a:pt x="1188" y="18"/>
                </a:cubicBezTo>
                <a:cubicBezTo>
                  <a:pt x="1199" y="20"/>
                  <a:pt x="1209" y="25"/>
                  <a:pt x="1219" y="31"/>
                </a:cubicBezTo>
                <a:cubicBezTo>
                  <a:pt x="1226" y="35"/>
                  <a:pt x="1233" y="41"/>
                  <a:pt x="1239" y="47"/>
                </a:cubicBezTo>
                <a:cubicBezTo>
                  <a:pt x="1247" y="56"/>
                  <a:pt x="1252" y="66"/>
                  <a:pt x="1250" y="77"/>
                </a:cubicBezTo>
                <a:cubicBezTo>
                  <a:pt x="1250" y="84"/>
                  <a:pt x="1251" y="89"/>
                  <a:pt x="1254" y="94"/>
                </a:cubicBezTo>
                <a:cubicBezTo>
                  <a:pt x="1256" y="98"/>
                  <a:pt x="1258" y="102"/>
                  <a:pt x="1260" y="105"/>
                </a:cubicBezTo>
                <a:cubicBezTo>
                  <a:pt x="1267" y="116"/>
                  <a:pt x="1269" y="127"/>
                  <a:pt x="1265" y="139"/>
                </a:cubicBezTo>
                <a:cubicBezTo>
                  <a:pt x="1263" y="145"/>
                  <a:pt x="1264" y="150"/>
                  <a:pt x="1268" y="155"/>
                </a:cubicBezTo>
                <a:cubicBezTo>
                  <a:pt x="1269" y="156"/>
                  <a:pt x="1270" y="157"/>
                  <a:pt x="1271" y="158"/>
                </a:cubicBezTo>
                <a:cubicBezTo>
                  <a:pt x="1277" y="166"/>
                  <a:pt x="1284" y="173"/>
                  <a:pt x="1288" y="181"/>
                </a:cubicBezTo>
                <a:cubicBezTo>
                  <a:pt x="1293" y="190"/>
                  <a:pt x="1289" y="198"/>
                  <a:pt x="1279" y="198"/>
                </a:cubicBezTo>
                <a:cubicBezTo>
                  <a:pt x="1278" y="198"/>
                  <a:pt x="1277" y="198"/>
                  <a:pt x="1276" y="198"/>
                </a:cubicBezTo>
                <a:cubicBezTo>
                  <a:pt x="1269" y="200"/>
                  <a:pt x="1267" y="204"/>
                  <a:pt x="1268" y="210"/>
                </a:cubicBezTo>
                <a:cubicBezTo>
                  <a:pt x="1270" y="215"/>
                  <a:pt x="1268" y="218"/>
                  <a:pt x="1264" y="220"/>
                </a:cubicBezTo>
                <a:cubicBezTo>
                  <a:pt x="1260" y="223"/>
                  <a:pt x="1259" y="227"/>
                  <a:pt x="1262" y="232"/>
                </a:cubicBezTo>
                <a:cubicBezTo>
                  <a:pt x="1262" y="233"/>
                  <a:pt x="1263" y="234"/>
                  <a:pt x="1264" y="236"/>
                </a:cubicBezTo>
                <a:cubicBezTo>
                  <a:pt x="1265" y="239"/>
                  <a:pt x="1266" y="242"/>
                  <a:pt x="1263" y="245"/>
                </a:cubicBezTo>
                <a:cubicBezTo>
                  <a:pt x="1259" y="249"/>
                  <a:pt x="1259" y="253"/>
                  <a:pt x="1260" y="258"/>
                </a:cubicBezTo>
                <a:cubicBezTo>
                  <a:pt x="1263" y="273"/>
                  <a:pt x="1254" y="286"/>
                  <a:pt x="1239" y="289"/>
                </a:cubicBezTo>
                <a:cubicBezTo>
                  <a:pt x="1230" y="290"/>
                  <a:pt x="1221" y="289"/>
                  <a:pt x="1213" y="288"/>
                </a:cubicBezTo>
                <a:cubicBezTo>
                  <a:pt x="1201" y="287"/>
                  <a:pt x="1189" y="286"/>
                  <a:pt x="1177" y="290"/>
                </a:cubicBezTo>
                <a:cubicBezTo>
                  <a:pt x="1174" y="292"/>
                  <a:pt x="1171" y="294"/>
                  <a:pt x="1168" y="297"/>
                </a:cubicBezTo>
                <a:cubicBezTo>
                  <a:pt x="1164" y="304"/>
                  <a:pt x="1159" y="311"/>
                  <a:pt x="1152" y="316"/>
                </a:cubicBezTo>
                <a:cubicBezTo>
                  <a:pt x="1151" y="318"/>
                  <a:pt x="1150" y="320"/>
                  <a:pt x="1150" y="322"/>
                </a:cubicBezTo>
                <a:cubicBezTo>
                  <a:pt x="1152" y="329"/>
                  <a:pt x="1153" y="335"/>
                  <a:pt x="1158" y="340"/>
                </a:cubicBezTo>
                <a:cubicBezTo>
                  <a:pt x="1165" y="347"/>
                  <a:pt x="1166" y="353"/>
                  <a:pt x="1162" y="361"/>
                </a:cubicBezTo>
                <a:cubicBezTo>
                  <a:pt x="1159" y="367"/>
                  <a:pt x="1160" y="369"/>
                  <a:pt x="1165" y="372"/>
                </a:cubicBezTo>
                <a:cubicBezTo>
                  <a:pt x="1169" y="375"/>
                  <a:pt x="1174" y="378"/>
                  <a:pt x="1177" y="382"/>
                </a:cubicBezTo>
                <a:cubicBezTo>
                  <a:pt x="1180" y="388"/>
                  <a:pt x="1185" y="393"/>
                  <a:pt x="1188" y="399"/>
                </a:cubicBezTo>
                <a:cubicBezTo>
                  <a:pt x="1190" y="403"/>
                  <a:pt x="1193" y="406"/>
                  <a:pt x="1197" y="409"/>
                </a:cubicBezTo>
                <a:cubicBezTo>
                  <a:pt x="1209" y="417"/>
                  <a:pt x="1216" y="429"/>
                  <a:pt x="1218" y="444"/>
                </a:cubicBezTo>
                <a:cubicBezTo>
                  <a:pt x="1221" y="457"/>
                  <a:pt x="1223" y="470"/>
                  <a:pt x="1225" y="483"/>
                </a:cubicBezTo>
                <a:cubicBezTo>
                  <a:pt x="1227" y="493"/>
                  <a:pt x="1229" y="502"/>
                  <a:pt x="1229" y="512"/>
                </a:cubicBezTo>
                <a:cubicBezTo>
                  <a:pt x="1228" y="517"/>
                  <a:pt x="1230" y="521"/>
                  <a:pt x="1234" y="523"/>
                </a:cubicBezTo>
                <a:cubicBezTo>
                  <a:pt x="1245" y="527"/>
                  <a:pt x="1251" y="534"/>
                  <a:pt x="1254" y="545"/>
                </a:cubicBezTo>
                <a:cubicBezTo>
                  <a:pt x="1255" y="547"/>
                  <a:pt x="1255" y="550"/>
                  <a:pt x="1258" y="552"/>
                </a:cubicBezTo>
                <a:cubicBezTo>
                  <a:pt x="1263" y="556"/>
                  <a:pt x="1266" y="561"/>
                  <a:pt x="1268" y="566"/>
                </a:cubicBezTo>
                <a:cubicBezTo>
                  <a:pt x="1272" y="576"/>
                  <a:pt x="1277" y="584"/>
                  <a:pt x="1286" y="590"/>
                </a:cubicBezTo>
                <a:cubicBezTo>
                  <a:pt x="1290" y="593"/>
                  <a:pt x="1294" y="596"/>
                  <a:pt x="1296" y="600"/>
                </a:cubicBezTo>
                <a:cubicBezTo>
                  <a:pt x="1297" y="604"/>
                  <a:pt x="1301" y="606"/>
                  <a:pt x="1303" y="609"/>
                </a:cubicBezTo>
                <a:cubicBezTo>
                  <a:pt x="1304" y="611"/>
                  <a:pt x="1306" y="610"/>
                  <a:pt x="1307" y="610"/>
                </a:cubicBezTo>
                <a:cubicBezTo>
                  <a:pt x="1316" y="604"/>
                  <a:pt x="1327" y="604"/>
                  <a:pt x="1337" y="599"/>
                </a:cubicBezTo>
                <a:cubicBezTo>
                  <a:pt x="1346" y="595"/>
                  <a:pt x="1356" y="590"/>
                  <a:pt x="1364" y="584"/>
                </a:cubicBezTo>
                <a:cubicBezTo>
                  <a:pt x="1367" y="581"/>
                  <a:pt x="1371" y="578"/>
                  <a:pt x="1375" y="577"/>
                </a:cubicBezTo>
                <a:cubicBezTo>
                  <a:pt x="1380" y="576"/>
                  <a:pt x="1382" y="574"/>
                  <a:pt x="1382" y="568"/>
                </a:cubicBezTo>
                <a:cubicBezTo>
                  <a:pt x="1382" y="567"/>
                  <a:pt x="1383" y="565"/>
                  <a:pt x="1384" y="563"/>
                </a:cubicBezTo>
                <a:cubicBezTo>
                  <a:pt x="1389" y="551"/>
                  <a:pt x="1398" y="544"/>
                  <a:pt x="1407" y="536"/>
                </a:cubicBezTo>
                <a:cubicBezTo>
                  <a:pt x="1416" y="528"/>
                  <a:pt x="1427" y="524"/>
                  <a:pt x="1433" y="514"/>
                </a:cubicBezTo>
                <a:cubicBezTo>
                  <a:pt x="1434" y="512"/>
                  <a:pt x="1436" y="511"/>
                  <a:pt x="1437" y="509"/>
                </a:cubicBezTo>
                <a:cubicBezTo>
                  <a:pt x="1449" y="498"/>
                  <a:pt x="1462" y="489"/>
                  <a:pt x="1473" y="477"/>
                </a:cubicBezTo>
                <a:cubicBezTo>
                  <a:pt x="1476" y="474"/>
                  <a:pt x="1478" y="475"/>
                  <a:pt x="1480" y="477"/>
                </a:cubicBezTo>
                <a:cubicBezTo>
                  <a:pt x="1489" y="487"/>
                  <a:pt x="1498" y="496"/>
                  <a:pt x="1506" y="505"/>
                </a:cubicBezTo>
                <a:cubicBezTo>
                  <a:pt x="1507" y="506"/>
                  <a:pt x="1509" y="508"/>
                  <a:pt x="1511" y="507"/>
                </a:cubicBezTo>
                <a:cubicBezTo>
                  <a:pt x="1512" y="506"/>
                  <a:pt x="1514" y="505"/>
                  <a:pt x="1514" y="503"/>
                </a:cubicBezTo>
                <a:cubicBezTo>
                  <a:pt x="1515" y="496"/>
                  <a:pt x="1515" y="488"/>
                  <a:pt x="1515" y="481"/>
                </a:cubicBezTo>
                <a:cubicBezTo>
                  <a:pt x="1515" y="478"/>
                  <a:pt x="1513" y="474"/>
                  <a:pt x="1510" y="473"/>
                </a:cubicBezTo>
                <a:cubicBezTo>
                  <a:pt x="1502" y="472"/>
                  <a:pt x="1494" y="462"/>
                  <a:pt x="1498" y="454"/>
                </a:cubicBezTo>
                <a:cubicBezTo>
                  <a:pt x="1502" y="447"/>
                  <a:pt x="1503" y="439"/>
                  <a:pt x="1506" y="431"/>
                </a:cubicBezTo>
                <a:cubicBezTo>
                  <a:pt x="1507" y="426"/>
                  <a:pt x="1509" y="420"/>
                  <a:pt x="1515" y="417"/>
                </a:cubicBezTo>
                <a:cubicBezTo>
                  <a:pt x="1527" y="409"/>
                  <a:pt x="1539" y="401"/>
                  <a:pt x="1551" y="394"/>
                </a:cubicBezTo>
                <a:cubicBezTo>
                  <a:pt x="1555" y="391"/>
                  <a:pt x="1560" y="389"/>
                  <a:pt x="1565" y="388"/>
                </a:cubicBezTo>
                <a:cubicBezTo>
                  <a:pt x="1574" y="387"/>
                  <a:pt x="1580" y="392"/>
                  <a:pt x="1583" y="400"/>
                </a:cubicBezTo>
                <a:cubicBezTo>
                  <a:pt x="1585" y="405"/>
                  <a:pt x="1585" y="411"/>
                  <a:pt x="1592" y="413"/>
                </a:cubicBezTo>
                <a:cubicBezTo>
                  <a:pt x="1596" y="414"/>
                  <a:pt x="1599" y="418"/>
                  <a:pt x="1598" y="423"/>
                </a:cubicBezTo>
                <a:cubicBezTo>
                  <a:pt x="1598" y="426"/>
                  <a:pt x="1599" y="428"/>
                  <a:pt x="1602" y="430"/>
                </a:cubicBezTo>
                <a:cubicBezTo>
                  <a:pt x="1609" y="435"/>
                  <a:pt x="1611" y="440"/>
                  <a:pt x="1607" y="448"/>
                </a:cubicBezTo>
                <a:cubicBezTo>
                  <a:pt x="1606" y="450"/>
                  <a:pt x="1605" y="452"/>
                  <a:pt x="1608" y="453"/>
                </a:cubicBezTo>
                <a:cubicBezTo>
                  <a:pt x="1612" y="454"/>
                  <a:pt x="1612" y="458"/>
                  <a:pt x="1613" y="461"/>
                </a:cubicBezTo>
                <a:cubicBezTo>
                  <a:pt x="1613" y="462"/>
                  <a:pt x="1613" y="462"/>
                  <a:pt x="1613" y="463"/>
                </a:cubicBezTo>
                <a:close/>
                <a:moveTo>
                  <a:pt x="336" y="819"/>
                </a:moveTo>
                <a:cubicBezTo>
                  <a:pt x="336" y="817"/>
                  <a:pt x="337" y="814"/>
                  <a:pt x="335" y="813"/>
                </a:cubicBezTo>
                <a:cubicBezTo>
                  <a:pt x="330" y="810"/>
                  <a:pt x="329" y="806"/>
                  <a:pt x="329" y="801"/>
                </a:cubicBezTo>
                <a:cubicBezTo>
                  <a:pt x="330" y="797"/>
                  <a:pt x="328" y="796"/>
                  <a:pt x="325" y="796"/>
                </a:cubicBezTo>
                <a:cubicBezTo>
                  <a:pt x="322" y="797"/>
                  <a:pt x="318" y="797"/>
                  <a:pt x="315" y="798"/>
                </a:cubicBezTo>
                <a:cubicBezTo>
                  <a:pt x="312" y="798"/>
                  <a:pt x="310" y="799"/>
                  <a:pt x="309" y="802"/>
                </a:cubicBezTo>
                <a:cubicBezTo>
                  <a:pt x="308" y="805"/>
                  <a:pt x="306" y="807"/>
                  <a:pt x="303" y="808"/>
                </a:cubicBezTo>
                <a:cubicBezTo>
                  <a:pt x="299" y="810"/>
                  <a:pt x="299" y="812"/>
                  <a:pt x="302" y="814"/>
                </a:cubicBezTo>
                <a:cubicBezTo>
                  <a:pt x="306" y="819"/>
                  <a:pt x="311" y="824"/>
                  <a:pt x="315" y="829"/>
                </a:cubicBezTo>
                <a:cubicBezTo>
                  <a:pt x="320" y="834"/>
                  <a:pt x="325" y="839"/>
                  <a:pt x="330" y="845"/>
                </a:cubicBezTo>
                <a:cubicBezTo>
                  <a:pt x="331" y="845"/>
                  <a:pt x="332" y="847"/>
                  <a:pt x="333" y="847"/>
                </a:cubicBezTo>
                <a:cubicBezTo>
                  <a:pt x="335" y="846"/>
                  <a:pt x="334" y="844"/>
                  <a:pt x="335" y="843"/>
                </a:cubicBezTo>
                <a:cubicBezTo>
                  <a:pt x="337" y="836"/>
                  <a:pt x="340" y="830"/>
                  <a:pt x="336" y="822"/>
                </a:cubicBezTo>
                <a:cubicBezTo>
                  <a:pt x="336" y="821"/>
                  <a:pt x="336" y="821"/>
                  <a:pt x="336" y="819"/>
                </a:cubicBez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6" name="Google Shape;196;p18"/>
          <p:cNvSpPr txBox="1"/>
          <p:nvPr/>
        </p:nvSpPr>
        <p:spPr>
          <a:xfrm>
            <a:off x="7053120" y="2243738"/>
            <a:ext cx="3895472" cy="3492801"/>
          </a:xfrm>
          <a:prstGeom prst="rect">
            <a:avLst/>
          </a:prstGeom>
          <a:noFill/>
          <a:ln>
            <a:noFill/>
          </a:ln>
        </p:spPr>
        <p:txBody>
          <a:bodyPr spcFirstLastPara="1" wrap="square" lIns="91425" tIns="45700" rIns="91425" bIns="45700" anchor="t" anchorCtr="0">
            <a:noAutofit/>
          </a:bodyPr>
          <a:lstStyle/>
          <a:p>
            <a:pPr algn="just"/>
            <a:r>
              <a:rPr lang="en-US" sz="2000" dirty="0">
                <a:latin typeface="Times New Roman" panose="02020603050405020304" pitchFamily="18" charset="0"/>
                <a:cs typeface="Times New Roman" panose="02020603050405020304" pitchFamily="18" charset="0"/>
              </a:rPr>
              <a:t>Management Support Information System is a type of information system that provides information to top-level management to support strategic decision-making.  Examples of Management Support Information System used in KFC are:</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Executive Dashboard</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Decision Support System</a:t>
            </a:r>
          </a:p>
        </p:txBody>
      </p:sp>
      <p:sp>
        <p:nvSpPr>
          <p:cNvPr id="197" name="Google Shape;197;p18"/>
          <p:cNvSpPr txBox="1">
            <a:spLocks noGrp="1"/>
          </p:cNvSpPr>
          <p:nvPr>
            <p:ph type="title"/>
          </p:nvPr>
        </p:nvSpPr>
        <p:spPr>
          <a:xfrm>
            <a:off x="0" y="361291"/>
            <a:ext cx="12192000" cy="646385"/>
          </a:xfrm>
          <a:prstGeom prst="rect">
            <a:avLst/>
          </a:prstGeom>
          <a:noFill/>
          <a:ln>
            <a:noFill/>
          </a:ln>
        </p:spPr>
        <p:txBody>
          <a:bodyPr spcFirstLastPara="1" wrap="square" lIns="91425" tIns="45700" rIns="91425" bIns="45700" anchor="ctr" anchorCtr="0">
            <a:noAutofit/>
          </a:bodyPr>
          <a:lstStyle/>
          <a:p>
            <a:pPr lvl="4" algn="ctr"/>
            <a:r>
              <a:rPr lang="en-US" sz="3200" b="1" dirty="0">
                <a:latin typeface="Arial" panose="020B0604020202020204" pitchFamily="34" charset="0"/>
                <a:cs typeface="Arial" panose="020B0604020202020204" pitchFamily="34" charset="0"/>
              </a:rPr>
              <a:t>MANAGEMENT SUPPORT INFORMATION SYSTEMS</a:t>
            </a:r>
          </a:p>
        </p:txBody>
      </p:sp>
      <p:sp>
        <p:nvSpPr>
          <p:cNvPr id="2" name="Rectangle 1">
            <a:extLst>
              <a:ext uri="{FF2B5EF4-FFF2-40B4-BE49-F238E27FC236}">
                <a16:creationId xmlns:a16="http://schemas.microsoft.com/office/drawing/2014/main" id="{90A4B132-F6A1-D63B-DD03-B6315410A0DF}"/>
              </a:ext>
            </a:extLst>
          </p:cNvPr>
          <p:cNvSpPr/>
          <p:nvPr/>
        </p:nvSpPr>
        <p:spPr>
          <a:xfrm>
            <a:off x="-84474" y="6604275"/>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0"/>
                                        </p:tgtEl>
                                        <p:attrNameLst>
                                          <p:attrName>style.visibility</p:attrName>
                                        </p:attrNameLst>
                                      </p:cBhvr>
                                      <p:to>
                                        <p:strVal val="visible"/>
                                      </p:to>
                                    </p:set>
                                    <p:anim calcmode="lin" valueType="num">
                                      <p:cBhvr additive="base">
                                        <p:cTn id="7" dur="500"/>
                                        <p:tgtEl>
                                          <p:spTgt spid="190"/>
                                        </p:tgtEl>
                                        <p:attrNameLst>
                                          <p:attrName>ppt_x</p:attrName>
                                        </p:attrNameLst>
                                      </p:cBhvr>
                                      <p:tavLst>
                                        <p:tav tm="0">
                                          <p:val>
                                            <p:strVal val="#ppt_x-1"/>
                                          </p:val>
                                        </p:tav>
                                        <p:tav tm="100000">
                                          <p:val>
                                            <p:strVal val="#ppt_x"/>
                                          </p:val>
                                        </p:tav>
                                      </p:tavLst>
                                    </p:anim>
                                  </p:childTnLst>
                                </p:cTn>
                              </p:par>
                              <p:par>
                                <p:cTn id="8" presetID="2" presetClass="entr" presetSubtype="1" fill="hold" nodeType="withEffect">
                                  <p:stCondLst>
                                    <p:cond delay="0"/>
                                  </p:stCondLst>
                                  <p:childTnLst>
                                    <p:set>
                                      <p:cBhvr>
                                        <p:cTn id="9" dur="1" fill="hold">
                                          <p:stCondLst>
                                            <p:cond delay="0"/>
                                          </p:stCondLst>
                                        </p:cTn>
                                        <p:tgtEl>
                                          <p:spTgt spid="191"/>
                                        </p:tgtEl>
                                        <p:attrNameLst>
                                          <p:attrName>style.visibility</p:attrName>
                                        </p:attrNameLst>
                                      </p:cBhvr>
                                      <p:to>
                                        <p:strVal val="visible"/>
                                      </p:to>
                                    </p:set>
                                    <p:anim calcmode="lin" valueType="num">
                                      <p:cBhvr additive="base">
                                        <p:cTn id="10" dur="500"/>
                                        <p:tgtEl>
                                          <p:spTgt spid="191"/>
                                        </p:tgtEl>
                                        <p:attrNameLst>
                                          <p:attrName>ppt_y</p:attrName>
                                        </p:attrNameLst>
                                      </p:cBhvr>
                                      <p:tavLst>
                                        <p:tav tm="0">
                                          <p:val>
                                            <p:strVal val="#ppt_y-1"/>
                                          </p:val>
                                        </p:tav>
                                        <p:tav tm="100000">
                                          <p:val>
                                            <p:strVal val="#ppt_y"/>
                                          </p:val>
                                        </p:tav>
                                      </p:tavLst>
                                    </p:anim>
                                  </p:childTnLst>
                                </p:cTn>
                              </p:par>
                              <p:par>
                                <p:cTn id="11" presetID="2" presetClass="entr" presetSubtype="2" fill="hold" nodeType="withEffect">
                                  <p:stCondLst>
                                    <p:cond delay="0"/>
                                  </p:stCondLst>
                                  <p:childTnLst>
                                    <p:set>
                                      <p:cBhvr>
                                        <p:cTn id="12" dur="1" fill="hold">
                                          <p:stCondLst>
                                            <p:cond delay="0"/>
                                          </p:stCondLst>
                                        </p:cTn>
                                        <p:tgtEl>
                                          <p:spTgt spid="192"/>
                                        </p:tgtEl>
                                        <p:attrNameLst>
                                          <p:attrName>style.visibility</p:attrName>
                                        </p:attrNameLst>
                                      </p:cBhvr>
                                      <p:to>
                                        <p:strVal val="visible"/>
                                      </p:to>
                                    </p:set>
                                    <p:anim calcmode="lin" valueType="num">
                                      <p:cBhvr additive="base">
                                        <p:cTn id="13" dur="500"/>
                                        <p:tgtEl>
                                          <p:spTgt spid="192"/>
                                        </p:tgtEl>
                                        <p:attrNameLst>
                                          <p:attrName>ppt_x</p:attrName>
                                        </p:attrNameLst>
                                      </p:cBhvr>
                                      <p:tavLst>
                                        <p:tav tm="0">
                                          <p:val>
                                            <p:strVal val="#ppt_x+1"/>
                                          </p:val>
                                        </p:tav>
                                        <p:tav tm="100000">
                                          <p:val>
                                            <p:strVal val="#ppt_x"/>
                                          </p:val>
                                        </p:tav>
                                      </p:tavLst>
                                    </p:anim>
                                  </p:childTnLst>
                                </p:cTn>
                              </p:par>
                              <p:par>
                                <p:cTn id="14" presetID="2" presetClass="entr" presetSubtype="4" fill="hold" nodeType="withEffect">
                                  <p:stCondLst>
                                    <p:cond delay="0"/>
                                  </p:stCondLst>
                                  <p:childTnLst>
                                    <p:set>
                                      <p:cBhvr>
                                        <p:cTn id="15" dur="1" fill="hold">
                                          <p:stCondLst>
                                            <p:cond delay="0"/>
                                          </p:stCondLst>
                                        </p:cTn>
                                        <p:tgtEl>
                                          <p:spTgt spid="193"/>
                                        </p:tgtEl>
                                        <p:attrNameLst>
                                          <p:attrName>style.visibility</p:attrName>
                                        </p:attrNameLst>
                                      </p:cBhvr>
                                      <p:to>
                                        <p:strVal val="visible"/>
                                      </p:to>
                                    </p:set>
                                    <p:anim calcmode="lin" valueType="num">
                                      <p:cBhvr additive="base">
                                        <p:cTn id="16" dur="500"/>
                                        <p:tgtEl>
                                          <p:spTgt spid="193"/>
                                        </p:tgtEl>
                                        <p:attrNameLst>
                                          <p:attrName>ppt_y</p:attrName>
                                        </p:attrNameLst>
                                      </p:cBhvr>
                                      <p:tavLst>
                                        <p:tav tm="0">
                                          <p:val>
                                            <p:strVal val="#ppt_y+1"/>
                                          </p:val>
                                        </p:tav>
                                        <p:tav tm="100000">
                                          <p:val>
                                            <p:strVal val="#ppt_y"/>
                                          </p:val>
                                        </p:tav>
                                      </p:tavLst>
                                    </p:anim>
                                  </p:childTnLst>
                                </p:cTn>
                              </p:par>
                              <p:par>
                                <p:cTn id="17" presetID="8" presetClass="emph" presetSubtype="0" fill="hold" nodeType="withEffect">
                                  <p:stCondLst>
                                    <p:cond delay="0"/>
                                  </p:stCondLst>
                                  <p:childTnLst>
                                    <p:animRot by="-21600000">
                                      <p:cBhvr>
                                        <p:cTn id="18" dur="5000" fill="hold"/>
                                        <p:tgtEl>
                                          <p:spTgt spid="190"/>
                                        </p:tgtEl>
                                        <p:attrNameLst>
                                          <p:attrName>r</p:attrName>
                                        </p:attrNameLst>
                                      </p:cBhvr>
                                    </p:animRot>
                                  </p:childTnLst>
                                </p:cTn>
                              </p:par>
                              <p:par>
                                <p:cTn id="19" presetID="8" presetClass="emph" presetSubtype="0" fill="hold" nodeType="withEffect">
                                  <p:stCondLst>
                                    <p:cond delay="0"/>
                                  </p:stCondLst>
                                  <p:childTnLst>
                                    <p:animRot by="-21600000">
                                      <p:cBhvr>
                                        <p:cTn id="20" dur="5000" fill="hold"/>
                                        <p:tgtEl>
                                          <p:spTgt spid="191"/>
                                        </p:tgtEl>
                                        <p:attrNameLst>
                                          <p:attrName>r</p:attrName>
                                        </p:attrNameLst>
                                      </p:cBhvr>
                                    </p:animRot>
                                  </p:childTnLst>
                                </p:cTn>
                              </p:par>
                              <p:par>
                                <p:cTn id="21" presetID="8" presetClass="emph" presetSubtype="0" fill="hold" nodeType="withEffect">
                                  <p:stCondLst>
                                    <p:cond delay="0"/>
                                  </p:stCondLst>
                                  <p:childTnLst>
                                    <p:animRot by="-21600000">
                                      <p:cBhvr>
                                        <p:cTn id="22" dur="5000" fill="hold"/>
                                        <p:tgtEl>
                                          <p:spTgt spid="192"/>
                                        </p:tgtEl>
                                        <p:attrNameLst>
                                          <p:attrName>r</p:attrName>
                                        </p:attrNameLst>
                                      </p:cBhvr>
                                    </p:animRot>
                                  </p:childTnLst>
                                </p:cTn>
                              </p:par>
                              <p:par>
                                <p:cTn id="23" presetID="8" presetClass="emph" presetSubtype="0" fill="hold" nodeType="withEffect">
                                  <p:stCondLst>
                                    <p:cond delay="0"/>
                                  </p:stCondLst>
                                  <p:childTnLst>
                                    <p:animRot by="-21600000">
                                      <p:cBhvr>
                                        <p:cTn id="24" dur="5000" fill="hold"/>
                                        <p:tgtEl>
                                          <p:spTgt spid="193"/>
                                        </p:tgtEl>
                                        <p:attrNameLst>
                                          <p:attrName>r</p:attrName>
                                        </p:attrNameLst>
                                      </p:cBhvr>
                                    </p:animRot>
                                  </p:childTnLst>
                                </p:cTn>
                              </p:par>
                              <p:par>
                                <p:cTn id="25" presetID="2" presetClass="entr" presetSubtype="8" fill="hold" nodeType="withEffect">
                                  <p:stCondLst>
                                    <p:cond delay="0"/>
                                  </p:stCondLst>
                                  <p:childTnLst>
                                    <p:set>
                                      <p:cBhvr>
                                        <p:cTn id="26" dur="1" fill="hold">
                                          <p:stCondLst>
                                            <p:cond delay="0"/>
                                          </p:stCondLst>
                                        </p:cTn>
                                        <p:tgtEl>
                                          <p:spTgt spid="194"/>
                                        </p:tgtEl>
                                        <p:attrNameLst>
                                          <p:attrName>style.visibility</p:attrName>
                                        </p:attrNameLst>
                                      </p:cBhvr>
                                      <p:to>
                                        <p:strVal val="visible"/>
                                      </p:to>
                                    </p:set>
                                    <p:anim calcmode="lin" valueType="num">
                                      <p:cBhvr additive="base">
                                        <p:cTn id="27" dur="500"/>
                                        <p:tgtEl>
                                          <p:spTgt spid="194"/>
                                        </p:tgtEl>
                                        <p:attrNameLst>
                                          <p:attrName>ppt_x</p:attrName>
                                        </p:attrNameLst>
                                      </p:cBhvr>
                                      <p:tavLst>
                                        <p:tav tm="0">
                                          <p:val>
                                            <p:strVal val="#ppt_x-1"/>
                                          </p:val>
                                        </p:tav>
                                        <p:tav tm="100000">
                                          <p:val>
                                            <p:strVal val="#ppt_x"/>
                                          </p:val>
                                        </p:tav>
                                      </p:tavLst>
                                    </p:anim>
                                  </p:childTnLst>
                                </p:cTn>
                              </p:par>
                              <p:par>
                                <p:cTn id="28" presetID="2" presetClass="entr" presetSubtype="4" fill="hold" nodeType="withEffect">
                                  <p:stCondLst>
                                    <p:cond delay="1000"/>
                                  </p:stCondLst>
                                  <p:childTnLst>
                                    <p:set>
                                      <p:cBhvr>
                                        <p:cTn id="29" dur="1" fill="hold">
                                          <p:stCondLst>
                                            <p:cond delay="0"/>
                                          </p:stCondLst>
                                        </p:cTn>
                                        <p:tgtEl>
                                          <p:spTgt spid="196"/>
                                        </p:tgtEl>
                                        <p:attrNameLst>
                                          <p:attrName>style.visibility</p:attrName>
                                        </p:attrNameLst>
                                      </p:cBhvr>
                                      <p:to>
                                        <p:strVal val="visible"/>
                                      </p:to>
                                    </p:set>
                                    <p:anim calcmode="lin" valueType="num">
                                      <p:cBhvr additive="base">
                                        <p:cTn id="30" dur="500"/>
                                        <p:tgtEl>
                                          <p:spTgt spid="19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grpSp>
        <p:nvGrpSpPr>
          <p:cNvPr id="142" name="Google Shape;142;p17"/>
          <p:cNvGrpSpPr/>
          <p:nvPr/>
        </p:nvGrpSpPr>
        <p:grpSpPr>
          <a:xfrm>
            <a:off x="0" y="0"/>
            <a:ext cx="1223889" cy="1345548"/>
            <a:chOff x="0" y="0"/>
            <a:chExt cx="6237928" cy="6858000"/>
          </a:xfrm>
        </p:grpSpPr>
        <p:sp>
          <p:nvSpPr>
            <p:cNvPr id="143" name="Google Shape;143;p17"/>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44" name="Google Shape;144;p17"/>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145" name="Google Shape;145;p17"/>
          <p:cNvSpPr/>
          <p:nvPr/>
        </p:nvSpPr>
        <p:spPr>
          <a:xfrm>
            <a:off x="2096897" y="2175763"/>
            <a:ext cx="65395" cy="2098604"/>
          </a:xfrm>
          <a:custGeom>
            <a:avLst/>
            <a:gdLst/>
            <a:ahLst/>
            <a:cxnLst/>
            <a:rect l="l" t="t" r="r" b="b"/>
            <a:pathLst>
              <a:path w="120000" h="1253448" extrusionOk="0">
                <a:moveTo>
                  <a:pt x="0" y="0"/>
                </a:moveTo>
                <a:lnTo>
                  <a:pt x="0" y="1253448"/>
                </a:lnTo>
              </a:path>
            </a:pathLst>
          </a:custGeom>
          <a:noFill/>
          <a:ln w="12700" cap="flat" cmpd="sng">
            <a:solidFill>
              <a:srgbClr val="7F7F7F"/>
            </a:solidFill>
            <a:prstDash val="dash"/>
            <a:miter lim="800000"/>
            <a:headEnd type="oval" w="med" len="med"/>
            <a:tailEnd type="oval"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47" name="Google Shape;147;p17"/>
          <p:cNvSpPr/>
          <p:nvPr/>
        </p:nvSpPr>
        <p:spPr>
          <a:xfrm flipH="1">
            <a:off x="9306228" y="2650997"/>
            <a:ext cx="109506" cy="2219906"/>
          </a:xfrm>
          <a:custGeom>
            <a:avLst/>
            <a:gdLst/>
            <a:ahLst/>
            <a:cxnLst/>
            <a:rect l="l" t="t" r="r" b="b"/>
            <a:pathLst>
              <a:path w="120000" h="1253448" extrusionOk="0">
                <a:moveTo>
                  <a:pt x="0" y="0"/>
                </a:moveTo>
                <a:lnTo>
                  <a:pt x="0" y="1253448"/>
                </a:lnTo>
              </a:path>
            </a:pathLst>
          </a:custGeom>
          <a:noFill/>
          <a:ln w="12700" cap="flat" cmpd="sng">
            <a:solidFill>
              <a:srgbClr val="7F7F7F"/>
            </a:solidFill>
            <a:prstDash val="dash"/>
            <a:miter lim="800000"/>
            <a:headEnd type="oval" w="med" len="med"/>
            <a:tailEnd type="oval"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grpSp>
        <p:nvGrpSpPr>
          <p:cNvPr id="148" name="Google Shape;148;p17"/>
          <p:cNvGrpSpPr/>
          <p:nvPr/>
        </p:nvGrpSpPr>
        <p:grpSpPr>
          <a:xfrm>
            <a:off x="1746107" y="315452"/>
            <a:ext cx="2572580" cy="2834565"/>
            <a:chOff x="2449363" y="2011284"/>
            <a:chExt cx="1578177" cy="1661663"/>
          </a:xfrm>
        </p:grpSpPr>
        <p:sp>
          <p:nvSpPr>
            <p:cNvPr id="149" name="Google Shape;149;p17"/>
            <p:cNvSpPr/>
            <p:nvPr/>
          </p:nvSpPr>
          <p:spPr>
            <a:xfrm>
              <a:off x="3103680" y="2011284"/>
              <a:ext cx="137978" cy="137978"/>
            </a:xfrm>
            <a:prstGeom prst="rtTriangl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50" name="Google Shape;150;p17"/>
            <p:cNvSpPr/>
            <p:nvPr/>
          </p:nvSpPr>
          <p:spPr>
            <a:xfrm>
              <a:off x="2501637" y="2128719"/>
              <a:ext cx="1525903" cy="1525903"/>
            </a:xfrm>
            <a:prstGeom prst="roundRect">
              <a:avLst>
                <a:gd name="adj" fmla="val 11772"/>
              </a:avLst>
            </a:prstGeom>
            <a:gradFill>
              <a:gsLst>
                <a:gs pos="0">
                  <a:srgbClr val="E2DDE1"/>
                </a:gs>
                <a:gs pos="76000">
                  <a:srgbClr val="F2F2F2"/>
                </a:gs>
                <a:gs pos="100000">
                  <a:srgbClr val="F2F2F2"/>
                </a:gs>
              </a:gsLst>
              <a:lin ang="7800000" scaled="0"/>
            </a:gradFill>
            <a:ln w="15875" cap="flat" cmpd="sng">
              <a:solidFill>
                <a:srgbClr val="F2F2F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51" name="Google Shape;151;p17"/>
            <p:cNvSpPr/>
            <p:nvPr/>
          </p:nvSpPr>
          <p:spPr>
            <a:xfrm>
              <a:off x="2673020" y="2011284"/>
              <a:ext cx="443202" cy="723338"/>
            </a:xfrm>
            <a:custGeom>
              <a:avLst/>
              <a:gdLst/>
              <a:ahLst/>
              <a:cxnLst/>
              <a:rect l="l" t="t" r="r" b="b"/>
              <a:pathLst>
                <a:path w="395618" h="645678" extrusionOk="0">
                  <a:moveTo>
                    <a:pt x="0" y="638213"/>
                  </a:moveTo>
                  <a:lnTo>
                    <a:pt x="0" y="0"/>
                  </a:lnTo>
                  <a:lnTo>
                    <a:pt x="395618" y="0"/>
                  </a:lnTo>
                  <a:lnTo>
                    <a:pt x="395618" y="645678"/>
                  </a:lnTo>
                  <a:lnTo>
                    <a:pt x="201541" y="503853"/>
                  </a:lnTo>
                  <a:lnTo>
                    <a:pt x="0" y="638213"/>
                  </a:lnTo>
                  <a:close/>
                </a:path>
              </a:pathLst>
            </a:cu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Arial"/>
                <a:ea typeface="Arial"/>
                <a:cs typeface="Arial"/>
                <a:sym typeface="Arial"/>
              </a:endParaRPr>
            </a:p>
          </p:txBody>
        </p:sp>
        <p:sp>
          <p:nvSpPr>
            <p:cNvPr id="152" name="Google Shape;152;p17"/>
            <p:cNvSpPr/>
            <p:nvPr/>
          </p:nvSpPr>
          <p:spPr>
            <a:xfrm>
              <a:off x="2449363" y="2079552"/>
              <a:ext cx="890516"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dirty="0">
                  <a:solidFill>
                    <a:schemeClr val="lt1"/>
                  </a:solidFill>
                  <a:latin typeface="Arial"/>
                  <a:ea typeface="Arial"/>
                  <a:cs typeface="Arial"/>
                  <a:sym typeface="Arial"/>
                </a:rPr>
                <a:t>01</a:t>
              </a:r>
              <a:endParaRPr sz="2400" b="1" dirty="0">
                <a:solidFill>
                  <a:schemeClr val="lt1"/>
                </a:solidFill>
                <a:latin typeface="Arial"/>
                <a:ea typeface="Arial"/>
                <a:cs typeface="Arial"/>
                <a:sym typeface="Arial"/>
              </a:endParaRPr>
            </a:p>
          </p:txBody>
        </p:sp>
        <p:sp>
          <p:nvSpPr>
            <p:cNvPr id="154" name="Google Shape;154;p17"/>
            <p:cNvSpPr txBox="1"/>
            <p:nvPr/>
          </p:nvSpPr>
          <p:spPr>
            <a:xfrm>
              <a:off x="2744736" y="3026616"/>
              <a:ext cx="1039867" cy="646331"/>
            </a:xfrm>
            <a:prstGeom prst="rect">
              <a:avLst/>
            </a:prstGeom>
            <a:noFill/>
            <a:ln>
              <a:noFill/>
            </a:ln>
          </p:spPr>
          <p:txBody>
            <a:bodyPr spcFirstLastPara="1" wrap="square" lIns="91425" tIns="45700" rIns="91425" bIns="45700" anchor="t" anchorCtr="0">
              <a:noAutofit/>
            </a:bodyPr>
            <a:lstStyle/>
            <a:p>
              <a:pPr lvl="0"/>
              <a:r>
                <a:rPr lang="en-US" sz="2000" b="1" dirty="0"/>
                <a:t>Executive Dashboard</a:t>
              </a:r>
            </a:p>
          </p:txBody>
        </p:sp>
      </p:grpSp>
      <p:sp>
        <p:nvSpPr>
          <p:cNvPr id="178" name="Google Shape;178;p17"/>
          <p:cNvSpPr txBox="1"/>
          <p:nvPr/>
        </p:nvSpPr>
        <p:spPr>
          <a:xfrm>
            <a:off x="1722504" y="4362394"/>
            <a:ext cx="5188570" cy="1660516"/>
          </a:xfrm>
          <a:prstGeom prst="rect">
            <a:avLst/>
          </a:prstGeom>
          <a:noFill/>
          <a:ln>
            <a:noFill/>
          </a:ln>
        </p:spPr>
        <p:txBody>
          <a:bodyPr spcFirstLastPara="1" wrap="square" lIns="91425" tIns="45700" rIns="91425" bIns="45700" anchor="t" anchorCtr="0">
            <a:noAutofit/>
          </a:bodyPr>
          <a:lstStyle/>
          <a:p>
            <a:pPr lvl="0"/>
            <a:r>
              <a:rPr lang="en-US" dirty="0">
                <a:solidFill>
                  <a:schemeClr val="accent1">
                    <a:lumMod val="75000"/>
                  </a:schemeClr>
                </a:solidFill>
              </a:rPr>
              <a:t>Executive Dashboard</a:t>
            </a:r>
          </a:p>
          <a:p>
            <a:pPr algn="just"/>
            <a:r>
              <a:rPr lang="en-US" dirty="0"/>
              <a:t>An executive dashboard is a visual representation of key performance indicators used to monitor the overall performance of the organization. At KFC, an executive dashboard could display sales, revenue, customer satisfaction, and employee productivity.</a:t>
            </a:r>
          </a:p>
          <a:p>
            <a:pPr algn="just"/>
            <a:endParaRPr lang="en-US" dirty="0"/>
          </a:p>
        </p:txBody>
      </p:sp>
      <p:pic>
        <p:nvPicPr>
          <p:cNvPr id="3" name="Picture 2" descr="A picture containing text, night sky&#10;&#10;Description automatically generated">
            <a:extLst>
              <a:ext uri="{FF2B5EF4-FFF2-40B4-BE49-F238E27FC236}">
                <a16:creationId xmlns:a16="http://schemas.microsoft.com/office/drawing/2014/main" id="{A2DEF0A8-1C65-BE1A-C392-F7B2D530E4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2946" y="700410"/>
            <a:ext cx="857796" cy="857796"/>
          </a:xfrm>
          <a:prstGeom prst="rect">
            <a:avLst/>
          </a:prstGeom>
        </p:spPr>
      </p:pic>
      <p:grpSp>
        <p:nvGrpSpPr>
          <p:cNvPr id="4" name="Google Shape;148;p17">
            <a:extLst>
              <a:ext uri="{FF2B5EF4-FFF2-40B4-BE49-F238E27FC236}">
                <a16:creationId xmlns:a16="http://schemas.microsoft.com/office/drawing/2014/main" id="{FC260B6D-7491-97ED-EB88-BFD3323E5B31}"/>
              </a:ext>
            </a:extLst>
          </p:cNvPr>
          <p:cNvGrpSpPr/>
          <p:nvPr/>
        </p:nvGrpSpPr>
        <p:grpSpPr>
          <a:xfrm>
            <a:off x="7522523" y="3192367"/>
            <a:ext cx="2572580" cy="2803305"/>
            <a:chOff x="2449363" y="2011284"/>
            <a:chExt cx="1578177" cy="1643338"/>
          </a:xfrm>
        </p:grpSpPr>
        <p:sp>
          <p:nvSpPr>
            <p:cNvPr id="5" name="Google Shape;149;p17">
              <a:extLst>
                <a:ext uri="{FF2B5EF4-FFF2-40B4-BE49-F238E27FC236}">
                  <a16:creationId xmlns:a16="http://schemas.microsoft.com/office/drawing/2014/main" id="{1F43B8F4-FA91-7556-768E-EAD62E67DDDD}"/>
                </a:ext>
              </a:extLst>
            </p:cNvPr>
            <p:cNvSpPr/>
            <p:nvPr/>
          </p:nvSpPr>
          <p:spPr>
            <a:xfrm>
              <a:off x="3103680" y="2011284"/>
              <a:ext cx="137978" cy="137978"/>
            </a:xfrm>
            <a:prstGeom prst="rtTriangl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6" name="Google Shape;150;p17">
              <a:extLst>
                <a:ext uri="{FF2B5EF4-FFF2-40B4-BE49-F238E27FC236}">
                  <a16:creationId xmlns:a16="http://schemas.microsoft.com/office/drawing/2014/main" id="{4568F8A1-8F9C-9308-BA57-9EF5CCA2E552}"/>
                </a:ext>
              </a:extLst>
            </p:cNvPr>
            <p:cNvSpPr/>
            <p:nvPr/>
          </p:nvSpPr>
          <p:spPr>
            <a:xfrm>
              <a:off x="2501637" y="2128719"/>
              <a:ext cx="1525903" cy="1525903"/>
            </a:xfrm>
            <a:prstGeom prst="roundRect">
              <a:avLst>
                <a:gd name="adj" fmla="val 11772"/>
              </a:avLst>
            </a:prstGeom>
            <a:gradFill>
              <a:gsLst>
                <a:gs pos="0">
                  <a:srgbClr val="E2DDE1"/>
                </a:gs>
                <a:gs pos="76000">
                  <a:srgbClr val="F2F2F2"/>
                </a:gs>
                <a:gs pos="100000">
                  <a:srgbClr val="F2F2F2"/>
                </a:gs>
              </a:gsLst>
              <a:lin ang="7800000" scaled="0"/>
            </a:gradFill>
            <a:ln w="15875" cap="flat" cmpd="sng">
              <a:solidFill>
                <a:srgbClr val="F2F2F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7" name="Google Shape;151;p17">
              <a:extLst>
                <a:ext uri="{FF2B5EF4-FFF2-40B4-BE49-F238E27FC236}">
                  <a16:creationId xmlns:a16="http://schemas.microsoft.com/office/drawing/2014/main" id="{90DB6FB4-45BF-C646-17E6-78C4160AA5D6}"/>
                </a:ext>
              </a:extLst>
            </p:cNvPr>
            <p:cNvSpPr/>
            <p:nvPr/>
          </p:nvSpPr>
          <p:spPr>
            <a:xfrm>
              <a:off x="2673020" y="2011284"/>
              <a:ext cx="443202" cy="723338"/>
            </a:xfrm>
            <a:custGeom>
              <a:avLst/>
              <a:gdLst/>
              <a:ahLst/>
              <a:cxnLst/>
              <a:rect l="l" t="t" r="r" b="b"/>
              <a:pathLst>
                <a:path w="395618" h="645678" extrusionOk="0">
                  <a:moveTo>
                    <a:pt x="0" y="638213"/>
                  </a:moveTo>
                  <a:lnTo>
                    <a:pt x="0" y="0"/>
                  </a:lnTo>
                  <a:lnTo>
                    <a:pt x="395618" y="0"/>
                  </a:lnTo>
                  <a:lnTo>
                    <a:pt x="395618" y="645678"/>
                  </a:lnTo>
                  <a:lnTo>
                    <a:pt x="201541" y="503853"/>
                  </a:lnTo>
                  <a:lnTo>
                    <a:pt x="0" y="638213"/>
                  </a:lnTo>
                  <a:close/>
                </a:path>
              </a:pathLst>
            </a:cu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Arial"/>
                <a:ea typeface="Arial"/>
                <a:cs typeface="Arial"/>
                <a:sym typeface="Arial"/>
              </a:endParaRPr>
            </a:p>
          </p:txBody>
        </p:sp>
        <p:sp>
          <p:nvSpPr>
            <p:cNvPr id="8" name="Google Shape;152;p17">
              <a:extLst>
                <a:ext uri="{FF2B5EF4-FFF2-40B4-BE49-F238E27FC236}">
                  <a16:creationId xmlns:a16="http://schemas.microsoft.com/office/drawing/2014/main" id="{3FA68B58-690E-A286-AF09-8ADB6A05CFA0}"/>
                </a:ext>
              </a:extLst>
            </p:cNvPr>
            <p:cNvSpPr/>
            <p:nvPr/>
          </p:nvSpPr>
          <p:spPr>
            <a:xfrm>
              <a:off x="2449363" y="2079552"/>
              <a:ext cx="890516"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dirty="0">
                  <a:solidFill>
                    <a:schemeClr val="lt1"/>
                  </a:solidFill>
                  <a:latin typeface="Arial"/>
                  <a:ea typeface="Arial"/>
                  <a:cs typeface="Arial"/>
                  <a:sym typeface="Arial"/>
                </a:rPr>
                <a:t>02</a:t>
              </a:r>
              <a:endParaRPr sz="2400" b="1" dirty="0">
                <a:solidFill>
                  <a:schemeClr val="lt1"/>
                </a:solidFill>
                <a:latin typeface="Arial"/>
                <a:ea typeface="Arial"/>
                <a:cs typeface="Arial"/>
                <a:sym typeface="Arial"/>
              </a:endParaRPr>
            </a:p>
          </p:txBody>
        </p:sp>
        <p:sp>
          <p:nvSpPr>
            <p:cNvPr id="9" name="Google Shape;154;p17">
              <a:extLst>
                <a:ext uri="{FF2B5EF4-FFF2-40B4-BE49-F238E27FC236}">
                  <a16:creationId xmlns:a16="http://schemas.microsoft.com/office/drawing/2014/main" id="{0869221A-338A-3099-0A62-2CB6E62132B0}"/>
                </a:ext>
              </a:extLst>
            </p:cNvPr>
            <p:cNvSpPr txBox="1"/>
            <p:nvPr/>
          </p:nvSpPr>
          <p:spPr>
            <a:xfrm>
              <a:off x="2744736" y="2888243"/>
              <a:ext cx="1039867" cy="646331"/>
            </a:xfrm>
            <a:prstGeom prst="rect">
              <a:avLst/>
            </a:prstGeom>
            <a:noFill/>
            <a:ln>
              <a:noFill/>
            </a:ln>
          </p:spPr>
          <p:txBody>
            <a:bodyPr spcFirstLastPara="1" wrap="square" lIns="91425" tIns="45700" rIns="91425" bIns="45700" anchor="t" anchorCtr="0">
              <a:noAutofit/>
            </a:bodyPr>
            <a:lstStyle/>
            <a:p>
              <a:r>
                <a:rPr lang="en-US" sz="2000" b="1" dirty="0"/>
                <a:t>Decision Support System</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grpSp>
      <p:pic>
        <p:nvPicPr>
          <p:cNvPr id="10" name="Picture 9" descr="A picture containing text, night sky&#10;&#10;Description automatically generated">
            <a:extLst>
              <a:ext uri="{FF2B5EF4-FFF2-40B4-BE49-F238E27FC236}">
                <a16:creationId xmlns:a16="http://schemas.microsoft.com/office/drawing/2014/main" id="{F63928B3-2739-C0F6-78CA-B2CA2005D6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9141" y="3494799"/>
            <a:ext cx="857797" cy="857797"/>
          </a:xfrm>
          <a:prstGeom prst="rect">
            <a:avLst/>
          </a:prstGeom>
        </p:spPr>
      </p:pic>
      <p:sp>
        <p:nvSpPr>
          <p:cNvPr id="11" name="Google Shape;178;p17">
            <a:extLst>
              <a:ext uri="{FF2B5EF4-FFF2-40B4-BE49-F238E27FC236}">
                <a16:creationId xmlns:a16="http://schemas.microsoft.com/office/drawing/2014/main" id="{13A7666C-918A-792F-8BB5-DBB5BC959598}"/>
              </a:ext>
            </a:extLst>
          </p:cNvPr>
          <p:cNvSpPr txBox="1"/>
          <p:nvPr/>
        </p:nvSpPr>
        <p:spPr>
          <a:xfrm>
            <a:off x="7020581" y="509613"/>
            <a:ext cx="4790867" cy="1660516"/>
          </a:xfrm>
          <a:prstGeom prst="rect">
            <a:avLst/>
          </a:prstGeom>
          <a:noFill/>
          <a:ln>
            <a:noFill/>
          </a:ln>
        </p:spPr>
        <p:txBody>
          <a:bodyPr spcFirstLastPara="1" wrap="square" lIns="91425" tIns="45700" rIns="91425" bIns="45700" anchor="t" anchorCtr="0">
            <a:noAutofit/>
          </a:bodyPr>
          <a:lstStyle/>
          <a:p>
            <a:pPr algn="just"/>
            <a:r>
              <a:rPr lang="en-US" dirty="0">
                <a:solidFill>
                  <a:schemeClr val="accent1">
                    <a:lumMod val="75000"/>
                  </a:schemeClr>
                </a:solidFill>
              </a:rPr>
              <a:t>Decision Support System</a:t>
            </a:r>
            <a:endParaRPr lang="en-US" dirty="0">
              <a:solidFill>
                <a:schemeClr val="accent1">
                  <a:lumMod val="75000"/>
                </a:schemeClr>
              </a:solidFill>
              <a:ea typeface="Arial"/>
              <a:cs typeface="Arial"/>
              <a:sym typeface="Arial"/>
            </a:endParaRPr>
          </a:p>
          <a:p>
            <a:pPr algn="just"/>
            <a:r>
              <a:rPr lang="en-US" dirty="0"/>
              <a:t>A Decision support system is a computer-based system that helps decision-makers analyze data and make informed decisions. At KFC, a DSS could be used to determine which products to launch in new markets, what prices to set, and which marketing strategies to use.</a:t>
            </a:r>
          </a:p>
        </p:txBody>
      </p:sp>
      <p:sp>
        <p:nvSpPr>
          <p:cNvPr id="12" name="Rectangle 11">
            <a:extLst>
              <a:ext uri="{FF2B5EF4-FFF2-40B4-BE49-F238E27FC236}">
                <a16:creationId xmlns:a16="http://schemas.microsoft.com/office/drawing/2014/main" id="{0CCBC099-5381-E6BF-059A-460C8B710A7D}"/>
              </a:ext>
            </a:extLst>
          </p:cNvPr>
          <p:cNvSpPr/>
          <p:nvPr/>
        </p:nvSpPr>
        <p:spPr>
          <a:xfrm>
            <a:off x="-84474" y="6604275"/>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spTree>
    <p:extLst>
      <p:ext uri="{BB962C8B-B14F-4D97-AF65-F5344CB8AC3E}">
        <p14:creationId xmlns:p14="http://schemas.microsoft.com/office/powerpoint/2010/main" val="1560215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8"/>
                                        </p:tgtEl>
                                        <p:attrNameLst>
                                          <p:attrName>style.visibility</p:attrName>
                                        </p:attrNameLst>
                                      </p:cBhvr>
                                      <p:to>
                                        <p:strVal val="visible"/>
                                      </p:to>
                                    </p:set>
                                    <p:animEffect transition="in" filter="fade">
                                      <p:cBhvr>
                                        <p:cTn id="7" dur="1000"/>
                                        <p:tgtEl>
                                          <p:spTgt spid="14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45"/>
                                        </p:tgtEl>
                                        <p:attrNameLst>
                                          <p:attrName>style.visibility</p:attrName>
                                        </p:attrNameLst>
                                      </p:cBhvr>
                                      <p:to>
                                        <p:strVal val="visible"/>
                                      </p:to>
                                    </p:set>
                                    <p:animEffect transition="in" filter="fade">
                                      <p:cBhvr>
                                        <p:cTn id="11" dur="500"/>
                                        <p:tgtEl>
                                          <p:spTgt spid="145"/>
                                        </p:tgtEl>
                                      </p:cBhvr>
                                    </p:animEffect>
                                  </p:childTnLst>
                                </p:cTn>
                              </p:par>
                              <p:par>
                                <p:cTn id="12" presetID="10" presetClass="entr" presetSubtype="0" fill="hold" nodeType="withEffect">
                                  <p:stCondLst>
                                    <p:cond delay="0"/>
                                  </p:stCondLst>
                                  <p:childTnLst>
                                    <p:set>
                                      <p:cBhvr>
                                        <p:cTn id="13" dur="1" fill="hold">
                                          <p:stCondLst>
                                            <p:cond delay="0"/>
                                          </p:stCondLst>
                                        </p:cTn>
                                        <p:tgtEl>
                                          <p:spTgt spid="147"/>
                                        </p:tgtEl>
                                        <p:attrNameLst>
                                          <p:attrName>style.visibility</p:attrName>
                                        </p:attrNameLst>
                                      </p:cBhvr>
                                      <p:to>
                                        <p:strVal val="visible"/>
                                      </p:to>
                                    </p:set>
                                    <p:animEffect transition="in" filter="fade">
                                      <p:cBhvr>
                                        <p:cTn id="14" dur="500"/>
                                        <p:tgtEl>
                                          <p:spTgt spid="147"/>
                                        </p:tgtEl>
                                      </p:cBhvr>
                                    </p:animEffect>
                                  </p:childTnLst>
                                </p:cTn>
                              </p:par>
                            </p:childTnLst>
                          </p:cTn>
                        </p:par>
                        <p:par>
                          <p:cTn id="15" fill="hold">
                            <p:stCondLst>
                              <p:cond delay="1500"/>
                            </p:stCondLst>
                            <p:childTnLst>
                              <p:par>
                                <p:cTn id="16" presetID="10" presetClass="entr" presetSubtype="0" fill="hold" nodeType="afterEffect">
                                  <p:stCondLst>
                                    <p:cond delay="0"/>
                                  </p:stCondLst>
                                  <p:childTnLst>
                                    <p:set>
                                      <p:cBhvr>
                                        <p:cTn id="17" dur="1" fill="hold">
                                          <p:stCondLst>
                                            <p:cond delay="0"/>
                                          </p:stCondLst>
                                        </p:cTn>
                                        <p:tgtEl>
                                          <p:spTgt spid="178"/>
                                        </p:tgtEl>
                                        <p:attrNameLst>
                                          <p:attrName>style.visibility</p:attrName>
                                        </p:attrNameLst>
                                      </p:cBhvr>
                                      <p:to>
                                        <p:strVal val="visible"/>
                                      </p:to>
                                    </p:set>
                                    <p:animEffect transition="in" filter="fade">
                                      <p:cBhvr>
                                        <p:cTn id="18" dur="500"/>
                                        <p:tgtEl>
                                          <p:spTgt spid="178"/>
                                        </p:tgtEl>
                                      </p:cBhvr>
                                    </p:animEffect>
                                  </p:childTnLst>
                                </p:cTn>
                              </p:par>
                              <p:par>
                                <p:cTn id="19" presetID="10"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childTnLst>
                                </p:cTn>
                              </p:par>
                            </p:childTnLst>
                          </p:cTn>
                        </p:par>
                        <p:par>
                          <p:cTn id="22" fill="hold">
                            <p:stCondLst>
                              <p:cond delay="2500"/>
                            </p:stCondLst>
                            <p:childTnLst>
                              <p:par>
                                <p:cTn id="23" presetID="10" presetClass="entr" presetSubtype="0"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grpSp>
        <p:nvGrpSpPr>
          <p:cNvPr id="364" name="Google Shape;364;p25"/>
          <p:cNvGrpSpPr/>
          <p:nvPr/>
        </p:nvGrpSpPr>
        <p:grpSpPr>
          <a:xfrm>
            <a:off x="0" y="0"/>
            <a:ext cx="1223889" cy="1345548"/>
            <a:chOff x="0" y="0"/>
            <a:chExt cx="6237928" cy="6858000"/>
          </a:xfrm>
        </p:grpSpPr>
        <p:sp>
          <p:nvSpPr>
            <p:cNvPr id="365" name="Google Shape;365;p25"/>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366" name="Google Shape;366;p25"/>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371" name="Google Shape;371;p25"/>
          <p:cNvSpPr/>
          <p:nvPr/>
        </p:nvSpPr>
        <p:spPr>
          <a:xfrm>
            <a:off x="6157591" y="4110614"/>
            <a:ext cx="3205163" cy="1711614"/>
          </a:xfrm>
          <a:custGeom>
            <a:avLst/>
            <a:gdLst/>
            <a:ahLst/>
            <a:cxnLst/>
            <a:rect l="l" t="t" r="r" b="b"/>
            <a:pathLst>
              <a:path w="1161" h="682" extrusionOk="0">
                <a:moveTo>
                  <a:pt x="819" y="0"/>
                </a:moveTo>
                <a:cubicBezTo>
                  <a:pt x="714" y="0"/>
                  <a:pt x="619" y="48"/>
                  <a:pt x="556" y="124"/>
                </a:cubicBezTo>
                <a:cubicBezTo>
                  <a:pt x="556" y="124"/>
                  <a:pt x="556" y="124"/>
                  <a:pt x="556" y="124"/>
                </a:cubicBezTo>
                <a:cubicBezTo>
                  <a:pt x="462" y="235"/>
                  <a:pt x="461" y="302"/>
                  <a:pt x="313" y="302"/>
                </a:cubicBezTo>
                <a:cubicBezTo>
                  <a:pt x="187" y="302"/>
                  <a:pt x="197" y="284"/>
                  <a:pt x="154" y="257"/>
                </a:cubicBezTo>
                <a:cubicBezTo>
                  <a:pt x="154" y="257"/>
                  <a:pt x="154" y="257"/>
                  <a:pt x="154" y="257"/>
                </a:cubicBezTo>
                <a:cubicBezTo>
                  <a:pt x="138" y="247"/>
                  <a:pt x="120" y="241"/>
                  <a:pt x="100" y="241"/>
                </a:cubicBezTo>
                <a:cubicBezTo>
                  <a:pt x="45" y="241"/>
                  <a:pt x="0" y="286"/>
                  <a:pt x="0" y="341"/>
                </a:cubicBezTo>
                <a:cubicBezTo>
                  <a:pt x="0" y="396"/>
                  <a:pt x="45" y="441"/>
                  <a:pt x="100" y="441"/>
                </a:cubicBezTo>
                <a:cubicBezTo>
                  <a:pt x="120" y="441"/>
                  <a:pt x="138" y="435"/>
                  <a:pt x="154" y="425"/>
                </a:cubicBezTo>
                <a:cubicBezTo>
                  <a:pt x="154" y="425"/>
                  <a:pt x="154" y="425"/>
                  <a:pt x="154" y="425"/>
                </a:cubicBezTo>
                <a:cubicBezTo>
                  <a:pt x="197" y="398"/>
                  <a:pt x="187" y="380"/>
                  <a:pt x="313" y="380"/>
                </a:cubicBezTo>
                <a:cubicBezTo>
                  <a:pt x="461" y="380"/>
                  <a:pt x="462" y="447"/>
                  <a:pt x="556" y="558"/>
                </a:cubicBezTo>
                <a:cubicBezTo>
                  <a:pt x="556" y="558"/>
                  <a:pt x="556" y="558"/>
                  <a:pt x="556" y="558"/>
                </a:cubicBezTo>
                <a:cubicBezTo>
                  <a:pt x="619" y="634"/>
                  <a:pt x="714" y="682"/>
                  <a:pt x="819" y="682"/>
                </a:cubicBezTo>
                <a:cubicBezTo>
                  <a:pt x="1008" y="682"/>
                  <a:pt x="1161" y="529"/>
                  <a:pt x="1161" y="341"/>
                </a:cubicBezTo>
                <a:cubicBezTo>
                  <a:pt x="1161" y="153"/>
                  <a:pt x="1008" y="0"/>
                  <a:pt x="819" y="0"/>
                </a:cubicBez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372" name="Google Shape;372;p25"/>
          <p:cNvSpPr/>
          <p:nvPr/>
        </p:nvSpPr>
        <p:spPr>
          <a:xfrm>
            <a:off x="3504878" y="1005237"/>
            <a:ext cx="3205163" cy="1711614"/>
          </a:xfrm>
          <a:custGeom>
            <a:avLst/>
            <a:gdLst/>
            <a:ahLst/>
            <a:cxnLst/>
            <a:rect l="l" t="t" r="r" b="b"/>
            <a:pathLst>
              <a:path w="1161" h="682" extrusionOk="0">
                <a:moveTo>
                  <a:pt x="1061" y="241"/>
                </a:moveTo>
                <a:cubicBezTo>
                  <a:pt x="1041" y="241"/>
                  <a:pt x="1023" y="247"/>
                  <a:pt x="1007" y="257"/>
                </a:cubicBezTo>
                <a:cubicBezTo>
                  <a:pt x="1007" y="257"/>
                  <a:pt x="1007" y="257"/>
                  <a:pt x="1007" y="257"/>
                </a:cubicBezTo>
                <a:cubicBezTo>
                  <a:pt x="964" y="284"/>
                  <a:pt x="974" y="302"/>
                  <a:pt x="848" y="302"/>
                </a:cubicBezTo>
                <a:cubicBezTo>
                  <a:pt x="700" y="302"/>
                  <a:pt x="699" y="235"/>
                  <a:pt x="605" y="124"/>
                </a:cubicBezTo>
                <a:cubicBezTo>
                  <a:pt x="605" y="124"/>
                  <a:pt x="605" y="124"/>
                  <a:pt x="605" y="124"/>
                </a:cubicBezTo>
                <a:cubicBezTo>
                  <a:pt x="542" y="48"/>
                  <a:pt x="448" y="0"/>
                  <a:pt x="342" y="0"/>
                </a:cubicBezTo>
                <a:cubicBezTo>
                  <a:pt x="153" y="0"/>
                  <a:pt x="0" y="153"/>
                  <a:pt x="0" y="341"/>
                </a:cubicBezTo>
                <a:cubicBezTo>
                  <a:pt x="0" y="529"/>
                  <a:pt x="153" y="682"/>
                  <a:pt x="342" y="682"/>
                </a:cubicBezTo>
                <a:cubicBezTo>
                  <a:pt x="448" y="682"/>
                  <a:pt x="542" y="634"/>
                  <a:pt x="605" y="558"/>
                </a:cubicBezTo>
                <a:cubicBezTo>
                  <a:pt x="605" y="558"/>
                  <a:pt x="605" y="558"/>
                  <a:pt x="605" y="558"/>
                </a:cubicBezTo>
                <a:cubicBezTo>
                  <a:pt x="605" y="558"/>
                  <a:pt x="605" y="558"/>
                  <a:pt x="605" y="558"/>
                </a:cubicBezTo>
                <a:cubicBezTo>
                  <a:pt x="605" y="558"/>
                  <a:pt x="605" y="558"/>
                  <a:pt x="605" y="558"/>
                </a:cubicBezTo>
                <a:cubicBezTo>
                  <a:pt x="699" y="447"/>
                  <a:pt x="700" y="380"/>
                  <a:pt x="848" y="380"/>
                </a:cubicBezTo>
                <a:cubicBezTo>
                  <a:pt x="974" y="380"/>
                  <a:pt x="964" y="398"/>
                  <a:pt x="1007" y="425"/>
                </a:cubicBezTo>
                <a:cubicBezTo>
                  <a:pt x="1007" y="425"/>
                  <a:pt x="1007" y="425"/>
                  <a:pt x="1007" y="425"/>
                </a:cubicBezTo>
                <a:cubicBezTo>
                  <a:pt x="1023" y="435"/>
                  <a:pt x="1041" y="441"/>
                  <a:pt x="1061" y="441"/>
                </a:cubicBezTo>
                <a:cubicBezTo>
                  <a:pt x="1116" y="441"/>
                  <a:pt x="1161" y="396"/>
                  <a:pt x="1161" y="341"/>
                </a:cubicBezTo>
                <a:cubicBezTo>
                  <a:pt x="1161" y="286"/>
                  <a:pt x="1116" y="241"/>
                  <a:pt x="1061" y="241"/>
                </a:cubicBez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grpSp>
        <p:nvGrpSpPr>
          <p:cNvPr id="373" name="Google Shape;373;p25"/>
          <p:cNvGrpSpPr/>
          <p:nvPr/>
        </p:nvGrpSpPr>
        <p:grpSpPr>
          <a:xfrm>
            <a:off x="6348090" y="1456747"/>
            <a:ext cx="171451" cy="3879273"/>
            <a:chOff x="6010275" y="1583258"/>
            <a:chExt cx="171450" cy="4267200"/>
          </a:xfrm>
        </p:grpSpPr>
        <p:cxnSp>
          <p:nvCxnSpPr>
            <p:cNvPr id="374" name="Google Shape;374;p25"/>
            <p:cNvCxnSpPr>
              <a:stCxn id="375" idx="3"/>
              <a:endCxn id="376" idx="0"/>
            </p:cNvCxnSpPr>
            <p:nvPr/>
          </p:nvCxnSpPr>
          <p:spPr>
            <a:xfrm>
              <a:off x="6096000" y="1713433"/>
              <a:ext cx="0" cy="4076700"/>
            </a:xfrm>
            <a:prstGeom prst="straightConnector1">
              <a:avLst/>
            </a:prstGeom>
            <a:noFill/>
            <a:ln w="12700" cap="flat" cmpd="sng">
              <a:solidFill>
                <a:srgbClr val="7F7F7F"/>
              </a:solidFill>
              <a:prstDash val="dash"/>
              <a:miter lim="800000"/>
              <a:headEnd type="none" w="sm" len="sm"/>
              <a:tailEnd type="none" w="sm" len="sm"/>
            </a:ln>
          </p:spPr>
        </p:cxnSp>
        <p:sp>
          <p:nvSpPr>
            <p:cNvPr id="375" name="Google Shape;375;p25"/>
            <p:cNvSpPr/>
            <p:nvPr/>
          </p:nvSpPr>
          <p:spPr>
            <a:xfrm>
              <a:off x="6010275" y="1583258"/>
              <a:ext cx="171450" cy="130175"/>
            </a:xfrm>
            <a:custGeom>
              <a:avLst/>
              <a:gdLst/>
              <a:ahLst/>
              <a:cxnLst/>
              <a:rect l="l" t="t" r="r" b="b"/>
              <a:pathLst>
                <a:path w="108" h="82" extrusionOk="0">
                  <a:moveTo>
                    <a:pt x="54" y="45"/>
                  </a:moveTo>
                  <a:lnTo>
                    <a:pt x="0" y="0"/>
                  </a:lnTo>
                  <a:lnTo>
                    <a:pt x="0" y="38"/>
                  </a:lnTo>
                  <a:lnTo>
                    <a:pt x="54" y="82"/>
                  </a:lnTo>
                  <a:lnTo>
                    <a:pt x="108" y="38"/>
                  </a:lnTo>
                  <a:lnTo>
                    <a:pt x="108" y="0"/>
                  </a:lnTo>
                  <a:lnTo>
                    <a:pt x="54" y="45"/>
                  </a:lnTo>
                  <a:close/>
                </a:path>
              </a:pathLst>
            </a:custGeom>
            <a:solidFill>
              <a:srgbClr val="7F7F7F"/>
            </a:solidFill>
            <a:ln>
              <a:noFill/>
            </a:ln>
          </p:spPr>
          <p:txBody>
            <a:bodyPr spcFirstLastPara="1" wrap="square" lIns="121900" tIns="60950" rIns="121900" bIns="60950" anchor="t"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377" name="Google Shape;377;p25"/>
            <p:cNvSpPr/>
            <p:nvPr/>
          </p:nvSpPr>
          <p:spPr>
            <a:xfrm>
              <a:off x="6010275" y="2615133"/>
              <a:ext cx="171450" cy="133350"/>
            </a:xfrm>
            <a:custGeom>
              <a:avLst/>
              <a:gdLst/>
              <a:ahLst/>
              <a:cxnLst/>
              <a:rect l="l" t="t" r="r" b="b"/>
              <a:pathLst>
                <a:path w="108" h="84" extrusionOk="0">
                  <a:moveTo>
                    <a:pt x="54" y="45"/>
                  </a:moveTo>
                  <a:lnTo>
                    <a:pt x="0" y="0"/>
                  </a:lnTo>
                  <a:lnTo>
                    <a:pt x="0" y="39"/>
                  </a:lnTo>
                  <a:lnTo>
                    <a:pt x="54" y="84"/>
                  </a:lnTo>
                  <a:lnTo>
                    <a:pt x="108" y="39"/>
                  </a:lnTo>
                  <a:lnTo>
                    <a:pt x="108" y="0"/>
                  </a:lnTo>
                  <a:lnTo>
                    <a:pt x="54" y="45"/>
                  </a:lnTo>
                  <a:close/>
                </a:path>
              </a:pathLst>
            </a:custGeom>
            <a:solidFill>
              <a:srgbClr val="7F7F7F"/>
            </a:solidFill>
            <a:ln>
              <a:noFill/>
            </a:ln>
          </p:spPr>
          <p:txBody>
            <a:bodyPr spcFirstLastPara="1" wrap="square" lIns="121900" tIns="60950" rIns="121900" bIns="60950" anchor="t"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378" name="Google Shape;378;p25"/>
            <p:cNvSpPr/>
            <p:nvPr/>
          </p:nvSpPr>
          <p:spPr>
            <a:xfrm>
              <a:off x="6010275" y="3650183"/>
              <a:ext cx="171450" cy="133350"/>
            </a:xfrm>
            <a:custGeom>
              <a:avLst/>
              <a:gdLst/>
              <a:ahLst/>
              <a:cxnLst/>
              <a:rect l="l" t="t" r="r" b="b"/>
              <a:pathLst>
                <a:path w="108" h="84" extrusionOk="0">
                  <a:moveTo>
                    <a:pt x="54" y="46"/>
                  </a:moveTo>
                  <a:lnTo>
                    <a:pt x="0" y="0"/>
                  </a:lnTo>
                  <a:lnTo>
                    <a:pt x="0" y="39"/>
                  </a:lnTo>
                  <a:lnTo>
                    <a:pt x="54" y="84"/>
                  </a:lnTo>
                  <a:lnTo>
                    <a:pt x="108" y="39"/>
                  </a:lnTo>
                  <a:lnTo>
                    <a:pt x="108" y="0"/>
                  </a:lnTo>
                  <a:lnTo>
                    <a:pt x="54" y="46"/>
                  </a:lnTo>
                  <a:close/>
                </a:path>
              </a:pathLst>
            </a:custGeom>
            <a:solidFill>
              <a:srgbClr val="7F7F7F"/>
            </a:solidFill>
            <a:ln>
              <a:noFill/>
            </a:ln>
          </p:spPr>
          <p:txBody>
            <a:bodyPr spcFirstLastPara="1" wrap="square" lIns="121900" tIns="60950" rIns="121900" bIns="60950" anchor="t"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379" name="Google Shape;379;p25"/>
            <p:cNvSpPr/>
            <p:nvPr/>
          </p:nvSpPr>
          <p:spPr>
            <a:xfrm>
              <a:off x="6010275" y="4685233"/>
              <a:ext cx="171450" cy="130175"/>
            </a:xfrm>
            <a:custGeom>
              <a:avLst/>
              <a:gdLst/>
              <a:ahLst/>
              <a:cxnLst/>
              <a:rect l="l" t="t" r="r" b="b"/>
              <a:pathLst>
                <a:path w="108" h="82" extrusionOk="0">
                  <a:moveTo>
                    <a:pt x="54" y="46"/>
                  </a:moveTo>
                  <a:lnTo>
                    <a:pt x="0" y="0"/>
                  </a:lnTo>
                  <a:lnTo>
                    <a:pt x="0" y="39"/>
                  </a:lnTo>
                  <a:lnTo>
                    <a:pt x="54" y="82"/>
                  </a:lnTo>
                  <a:lnTo>
                    <a:pt x="108" y="39"/>
                  </a:lnTo>
                  <a:lnTo>
                    <a:pt x="108" y="0"/>
                  </a:lnTo>
                  <a:lnTo>
                    <a:pt x="54" y="46"/>
                  </a:lnTo>
                  <a:close/>
                </a:path>
              </a:pathLst>
            </a:custGeom>
            <a:solidFill>
              <a:srgbClr val="7F7F7F"/>
            </a:solidFill>
            <a:ln>
              <a:noFill/>
            </a:ln>
          </p:spPr>
          <p:txBody>
            <a:bodyPr spcFirstLastPara="1" wrap="square" lIns="121900" tIns="60950" rIns="121900" bIns="60950" anchor="t"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376" name="Google Shape;376;p25"/>
            <p:cNvSpPr/>
            <p:nvPr/>
          </p:nvSpPr>
          <p:spPr>
            <a:xfrm>
              <a:off x="6010275" y="5718696"/>
              <a:ext cx="171450" cy="131762"/>
            </a:xfrm>
            <a:custGeom>
              <a:avLst/>
              <a:gdLst/>
              <a:ahLst/>
              <a:cxnLst/>
              <a:rect l="l" t="t" r="r" b="b"/>
              <a:pathLst>
                <a:path w="108" h="83" extrusionOk="0">
                  <a:moveTo>
                    <a:pt x="54" y="45"/>
                  </a:moveTo>
                  <a:lnTo>
                    <a:pt x="0" y="0"/>
                  </a:lnTo>
                  <a:lnTo>
                    <a:pt x="0" y="38"/>
                  </a:lnTo>
                  <a:lnTo>
                    <a:pt x="54" y="83"/>
                  </a:lnTo>
                  <a:lnTo>
                    <a:pt x="108" y="38"/>
                  </a:lnTo>
                  <a:lnTo>
                    <a:pt x="108" y="0"/>
                  </a:lnTo>
                  <a:lnTo>
                    <a:pt x="54" y="45"/>
                  </a:lnTo>
                  <a:close/>
                </a:path>
              </a:pathLst>
            </a:custGeom>
            <a:solidFill>
              <a:srgbClr val="7F7F7F"/>
            </a:solidFill>
            <a:ln>
              <a:noFill/>
            </a:ln>
          </p:spPr>
          <p:txBody>
            <a:bodyPr spcFirstLastPara="1" wrap="square" lIns="121900" tIns="60950" rIns="121900" bIns="60950" anchor="t"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grpSp>
      <p:sp>
        <p:nvSpPr>
          <p:cNvPr id="380" name="Google Shape;380;p25"/>
          <p:cNvSpPr/>
          <p:nvPr/>
        </p:nvSpPr>
        <p:spPr>
          <a:xfrm>
            <a:off x="3620766" y="1110589"/>
            <a:ext cx="1654175" cy="1500909"/>
          </a:xfrm>
          <a:prstGeom prst="ellipse">
            <a:avLst/>
          </a:pr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381" name="Google Shape;381;p25"/>
          <p:cNvSpPr/>
          <p:nvPr/>
        </p:nvSpPr>
        <p:spPr>
          <a:xfrm>
            <a:off x="6213153" y="1660442"/>
            <a:ext cx="441325" cy="401205"/>
          </a:xfrm>
          <a:prstGeom prst="ellipse">
            <a:avLst/>
          </a:prstGeom>
          <a:solidFill>
            <a:srgbClr val="C00000"/>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800" dirty="0">
                <a:solidFill>
                  <a:schemeClr val="lt1"/>
                </a:solidFill>
                <a:latin typeface="Arial"/>
                <a:ea typeface="Arial"/>
                <a:cs typeface="Arial"/>
                <a:sym typeface="Arial"/>
              </a:rPr>
              <a:t>A</a:t>
            </a:r>
            <a:endParaRPr sz="2800" dirty="0">
              <a:solidFill>
                <a:schemeClr val="lt1"/>
              </a:solidFill>
              <a:latin typeface="Arial"/>
              <a:ea typeface="Arial"/>
              <a:cs typeface="Arial"/>
              <a:sym typeface="Arial"/>
            </a:endParaRPr>
          </a:p>
        </p:txBody>
      </p:sp>
      <p:sp>
        <p:nvSpPr>
          <p:cNvPr id="382" name="Google Shape;382;p25"/>
          <p:cNvSpPr/>
          <p:nvPr/>
        </p:nvSpPr>
        <p:spPr>
          <a:xfrm>
            <a:off x="3504878" y="3064369"/>
            <a:ext cx="3205163" cy="1714501"/>
          </a:xfrm>
          <a:custGeom>
            <a:avLst/>
            <a:gdLst/>
            <a:ahLst/>
            <a:cxnLst/>
            <a:rect l="l" t="t" r="r" b="b"/>
            <a:pathLst>
              <a:path w="1161" h="683" extrusionOk="0">
                <a:moveTo>
                  <a:pt x="1061" y="242"/>
                </a:moveTo>
                <a:cubicBezTo>
                  <a:pt x="1041" y="242"/>
                  <a:pt x="1023" y="248"/>
                  <a:pt x="1007" y="257"/>
                </a:cubicBezTo>
                <a:cubicBezTo>
                  <a:pt x="1007" y="257"/>
                  <a:pt x="1007" y="257"/>
                  <a:pt x="1007" y="257"/>
                </a:cubicBezTo>
                <a:cubicBezTo>
                  <a:pt x="964" y="285"/>
                  <a:pt x="974" y="303"/>
                  <a:pt x="848" y="303"/>
                </a:cubicBezTo>
                <a:cubicBezTo>
                  <a:pt x="700" y="303"/>
                  <a:pt x="699" y="236"/>
                  <a:pt x="605" y="125"/>
                </a:cubicBezTo>
                <a:cubicBezTo>
                  <a:pt x="605" y="125"/>
                  <a:pt x="605" y="125"/>
                  <a:pt x="605" y="125"/>
                </a:cubicBezTo>
                <a:cubicBezTo>
                  <a:pt x="605" y="125"/>
                  <a:pt x="605" y="124"/>
                  <a:pt x="605" y="124"/>
                </a:cubicBezTo>
                <a:cubicBezTo>
                  <a:pt x="605" y="124"/>
                  <a:pt x="605" y="124"/>
                  <a:pt x="605" y="124"/>
                </a:cubicBezTo>
                <a:cubicBezTo>
                  <a:pt x="542" y="49"/>
                  <a:pt x="448" y="0"/>
                  <a:pt x="342" y="0"/>
                </a:cubicBezTo>
                <a:cubicBezTo>
                  <a:pt x="153" y="0"/>
                  <a:pt x="0" y="153"/>
                  <a:pt x="0" y="342"/>
                </a:cubicBezTo>
                <a:cubicBezTo>
                  <a:pt x="0" y="530"/>
                  <a:pt x="153" y="683"/>
                  <a:pt x="342" y="683"/>
                </a:cubicBezTo>
                <a:cubicBezTo>
                  <a:pt x="448" y="683"/>
                  <a:pt x="542" y="634"/>
                  <a:pt x="605" y="559"/>
                </a:cubicBezTo>
                <a:cubicBezTo>
                  <a:pt x="605" y="559"/>
                  <a:pt x="605" y="559"/>
                  <a:pt x="605" y="559"/>
                </a:cubicBezTo>
                <a:cubicBezTo>
                  <a:pt x="699" y="448"/>
                  <a:pt x="700" y="380"/>
                  <a:pt x="848" y="380"/>
                </a:cubicBezTo>
                <a:cubicBezTo>
                  <a:pt x="974" y="380"/>
                  <a:pt x="964" y="398"/>
                  <a:pt x="1007" y="426"/>
                </a:cubicBezTo>
                <a:cubicBezTo>
                  <a:pt x="1007" y="426"/>
                  <a:pt x="1007" y="426"/>
                  <a:pt x="1007" y="426"/>
                </a:cubicBezTo>
                <a:cubicBezTo>
                  <a:pt x="1023" y="436"/>
                  <a:pt x="1041" y="441"/>
                  <a:pt x="1061" y="441"/>
                </a:cubicBezTo>
                <a:cubicBezTo>
                  <a:pt x="1116" y="441"/>
                  <a:pt x="1161" y="397"/>
                  <a:pt x="1161" y="342"/>
                </a:cubicBezTo>
                <a:cubicBezTo>
                  <a:pt x="1161" y="286"/>
                  <a:pt x="1116" y="242"/>
                  <a:pt x="1061" y="242"/>
                </a:cubicBez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383" name="Google Shape;383;p25"/>
          <p:cNvSpPr/>
          <p:nvPr/>
        </p:nvSpPr>
        <p:spPr>
          <a:xfrm>
            <a:off x="3620766" y="3169722"/>
            <a:ext cx="1654175" cy="1503795"/>
          </a:xfrm>
          <a:prstGeom prst="ellipse">
            <a:avLst/>
          </a:pr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384" name="Google Shape;384;p25"/>
          <p:cNvSpPr/>
          <p:nvPr/>
        </p:nvSpPr>
        <p:spPr>
          <a:xfrm>
            <a:off x="6213153" y="3719574"/>
            <a:ext cx="441325" cy="404091"/>
          </a:xfrm>
          <a:prstGeom prst="ellipse">
            <a:avLst/>
          </a:prstGeom>
          <a:solidFill>
            <a:srgbClr val="C00000"/>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800" dirty="0">
                <a:solidFill>
                  <a:schemeClr val="lt1"/>
                </a:solidFill>
                <a:latin typeface="Arial"/>
                <a:ea typeface="Arial"/>
                <a:cs typeface="Arial"/>
                <a:sym typeface="Arial"/>
              </a:rPr>
              <a:t>C</a:t>
            </a:r>
            <a:endParaRPr sz="2800" dirty="0">
              <a:solidFill>
                <a:schemeClr val="lt1"/>
              </a:solidFill>
              <a:latin typeface="Arial"/>
              <a:ea typeface="Arial"/>
              <a:cs typeface="Arial"/>
              <a:sym typeface="Arial"/>
            </a:endParaRPr>
          </a:p>
        </p:txBody>
      </p:sp>
      <p:sp>
        <p:nvSpPr>
          <p:cNvPr id="385" name="Google Shape;385;p25"/>
          <p:cNvSpPr/>
          <p:nvPr/>
        </p:nvSpPr>
        <p:spPr>
          <a:xfrm>
            <a:off x="6157591" y="2035451"/>
            <a:ext cx="3205163" cy="1710170"/>
          </a:xfrm>
          <a:custGeom>
            <a:avLst/>
            <a:gdLst/>
            <a:ahLst/>
            <a:cxnLst/>
            <a:rect l="l" t="t" r="r" b="b"/>
            <a:pathLst>
              <a:path w="1161" h="682" extrusionOk="0">
                <a:moveTo>
                  <a:pt x="819" y="0"/>
                </a:moveTo>
                <a:cubicBezTo>
                  <a:pt x="714" y="0"/>
                  <a:pt x="619" y="48"/>
                  <a:pt x="556" y="124"/>
                </a:cubicBezTo>
                <a:cubicBezTo>
                  <a:pt x="556" y="124"/>
                  <a:pt x="556" y="124"/>
                  <a:pt x="556" y="124"/>
                </a:cubicBezTo>
                <a:cubicBezTo>
                  <a:pt x="556" y="124"/>
                  <a:pt x="556" y="124"/>
                  <a:pt x="556" y="124"/>
                </a:cubicBezTo>
                <a:cubicBezTo>
                  <a:pt x="556" y="124"/>
                  <a:pt x="556" y="124"/>
                  <a:pt x="556" y="124"/>
                </a:cubicBezTo>
                <a:cubicBezTo>
                  <a:pt x="462" y="235"/>
                  <a:pt x="461" y="303"/>
                  <a:pt x="313" y="303"/>
                </a:cubicBezTo>
                <a:cubicBezTo>
                  <a:pt x="187" y="303"/>
                  <a:pt x="197" y="284"/>
                  <a:pt x="154" y="257"/>
                </a:cubicBezTo>
                <a:cubicBezTo>
                  <a:pt x="154" y="257"/>
                  <a:pt x="154" y="257"/>
                  <a:pt x="154" y="257"/>
                </a:cubicBezTo>
                <a:cubicBezTo>
                  <a:pt x="138" y="247"/>
                  <a:pt x="120" y="241"/>
                  <a:pt x="100" y="241"/>
                </a:cubicBezTo>
                <a:cubicBezTo>
                  <a:pt x="45" y="241"/>
                  <a:pt x="0" y="286"/>
                  <a:pt x="0" y="341"/>
                </a:cubicBezTo>
                <a:cubicBezTo>
                  <a:pt x="0" y="396"/>
                  <a:pt x="45" y="441"/>
                  <a:pt x="100" y="441"/>
                </a:cubicBezTo>
                <a:cubicBezTo>
                  <a:pt x="120" y="441"/>
                  <a:pt x="138" y="435"/>
                  <a:pt x="154" y="425"/>
                </a:cubicBezTo>
                <a:cubicBezTo>
                  <a:pt x="154" y="425"/>
                  <a:pt x="154" y="425"/>
                  <a:pt x="154" y="425"/>
                </a:cubicBezTo>
                <a:cubicBezTo>
                  <a:pt x="197" y="398"/>
                  <a:pt x="187" y="380"/>
                  <a:pt x="313" y="380"/>
                </a:cubicBezTo>
                <a:cubicBezTo>
                  <a:pt x="461" y="380"/>
                  <a:pt x="462" y="447"/>
                  <a:pt x="556" y="558"/>
                </a:cubicBezTo>
                <a:cubicBezTo>
                  <a:pt x="556" y="558"/>
                  <a:pt x="556" y="558"/>
                  <a:pt x="556" y="558"/>
                </a:cubicBezTo>
                <a:cubicBezTo>
                  <a:pt x="619" y="634"/>
                  <a:pt x="714" y="682"/>
                  <a:pt x="819" y="682"/>
                </a:cubicBezTo>
                <a:cubicBezTo>
                  <a:pt x="1008" y="682"/>
                  <a:pt x="1161" y="530"/>
                  <a:pt x="1161" y="341"/>
                </a:cubicBezTo>
                <a:cubicBezTo>
                  <a:pt x="1161" y="153"/>
                  <a:pt x="1008" y="0"/>
                  <a:pt x="819" y="0"/>
                </a:cubicBez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386" name="Google Shape;386;p25"/>
          <p:cNvSpPr/>
          <p:nvPr/>
        </p:nvSpPr>
        <p:spPr>
          <a:xfrm>
            <a:off x="7592692" y="2140948"/>
            <a:ext cx="1654175" cy="1502353"/>
          </a:xfrm>
          <a:prstGeom prst="ellipse">
            <a:avLst/>
          </a:pr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387" name="Google Shape;387;p25"/>
          <p:cNvSpPr/>
          <p:nvPr/>
        </p:nvSpPr>
        <p:spPr>
          <a:xfrm>
            <a:off x="6213153" y="2689286"/>
            <a:ext cx="441325" cy="404091"/>
          </a:xfrm>
          <a:prstGeom prst="ellipse">
            <a:avLst/>
          </a:prstGeom>
          <a:solidFill>
            <a:srgbClr val="C00000"/>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800" dirty="0">
                <a:solidFill>
                  <a:schemeClr val="lt1"/>
                </a:solidFill>
                <a:latin typeface="Arial"/>
                <a:ea typeface="Arial"/>
                <a:cs typeface="Arial"/>
                <a:sym typeface="Arial"/>
              </a:rPr>
              <a:t>B</a:t>
            </a:r>
            <a:endParaRPr sz="2800" dirty="0">
              <a:solidFill>
                <a:schemeClr val="lt1"/>
              </a:solidFill>
              <a:latin typeface="Arial"/>
              <a:ea typeface="Arial"/>
              <a:cs typeface="Arial"/>
              <a:sym typeface="Arial"/>
            </a:endParaRPr>
          </a:p>
        </p:txBody>
      </p:sp>
      <p:sp>
        <p:nvSpPr>
          <p:cNvPr id="388" name="Google Shape;388;p25"/>
          <p:cNvSpPr/>
          <p:nvPr/>
        </p:nvSpPr>
        <p:spPr>
          <a:xfrm>
            <a:off x="7592692" y="4217481"/>
            <a:ext cx="1654175" cy="1499465"/>
          </a:xfrm>
          <a:prstGeom prst="ellipse">
            <a:avLst/>
          </a:pr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389" name="Google Shape;389;p25"/>
          <p:cNvSpPr/>
          <p:nvPr/>
        </p:nvSpPr>
        <p:spPr>
          <a:xfrm>
            <a:off x="6213153" y="4765890"/>
            <a:ext cx="441325" cy="402647"/>
          </a:xfrm>
          <a:prstGeom prst="ellipse">
            <a:avLst/>
          </a:prstGeom>
          <a:solidFill>
            <a:srgbClr val="C00000"/>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800" dirty="0">
                <a:solidFill>
                  <a:schemeClr val="lt1"/>
                </a:solidFill>
                <a:latin typeface="Arial"/>
                <a:ea typeface="Arial"/>
                <a:cs typeface="Arial"/>
                <a:sym typeface="Arial"/>
              </a:rPr>
              <a:t>D</a:t>
            </a:r>
            <a:endParaRPr sz="2800" dirty="0">
              <a:solidFill>
                <a:schemeClr val="lt1"/>
              </a:solidFill>
              <a:latin typeface="Arial"/>
              <a:ea typeface="Arial"/>
              <a:cs typeface="Arial"/>
              <a:sym typeface="Arial"/>
            </a:endParaRPr>
          </a:p>
        </p:txBody>
      </p:sp>
      <p:sp>
        <p:nvSpPr>
          <p:cNvPr id="390" name="Google Shape;390;p25"/>
          <p:cNvSpPr txBox="1"/>
          <p:nvPr/>
        </p:nvSpPr>
        <p:spPr>
          <a:xfrm>
            <a:off x="3850405" y="1648897"/>
            <a:ext cx="1342440" cy="6715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b="1" dirty="0">
                <a:solidFill>
                  <a:schemeClr val="lt1"/>
                </a:solidFill>
                <a:latin typeface="Arial"/>
                <a:ea typeface="Arial"/>
                <a:cs typeface="Arial"/>
                <a:sym typeface="Arial"/>
              </a:rPr>
              <a:t>HARDWARE</a:t>
            </a:r>
            <a:endParaRPr sz="1600" b="1" dirty="0">
              <a:solidFill>
                <a:schemeClr val="lt1"/>
              </a:solidFill>
              <a:latin typeface="Arial"/>
              <a:ea typeface="Arial"/>
              <a:cs typeface="Arial"/>
              <a:sym typeface="Arial"/>
            </a:endParaRPr>
          </a:p>
        </p:txBody>
      </p:sp>
      <p:sp>
        <p:nvSpPr>
          <p:cNvPr id="391" name="Google Shape;391;p25"/>
          <p:cNvSpPr txBox="1"/>
          <p:nvPr/>
        </p:nvSpPr>
        <p:spPr>
          <a:xfrm>
            <a:off x="7813353" y="2757620"/>
            <a:ext cx="1312614" cy="6715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b="1" dirty="0">
                <a:solidFill>
                  <a:schemeClr val="lt1"/>
                </a:solidFill>
                <a:latin typeface="Arial"/>
                <a:ea typeface="Arial"/>
                <a:cs typeface="Arial"/>
                <a:sym typeface="Arial"/>
              </a:rPr>
              <a:t>SOFTWARE</a:t>
            </a:r>
            <a:endParaRPr sz="1600" b="1" dirty="0">
              <a:solidFill>
                <a:schemeClr val="lt1"/>
              </a:solidFill>
              <a:latin typeface="Arial"/>
              <a:ea typeface="Arial"/>
              <a:cs typeface="Arial"/>
              <a:sym typeface="Arial"/>
            </a:endParaRPr>
          </a:p>
        </p:txBody>
      </p:sp>
      <p:sp>
        <p:nvSpPr>
          <p:cNvPr id="392" name="Google Shape;392;p25"/>
          <p:cNvSpPr txBox="1"/>
          <p:nvPr/>
        </p:nvSpPr>
        <p:spPr>
          <a:xfrm>
            <a:off x="4014948" y="3768875"/>
            <a:ext cx="865810" cy="6715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b="1" dirty="0">
                <a:solidFill>
                  <a:schemeClr val="lt1"/>
                </a:solidFill>
                <a:latin typeface="Arial"/>
                <a:ea typeface="Arial"/>
                <a:cs typeface="Arial"/>
                <a:sym typeface="Arial"/>
              </a:rPr>
              <a:t>PEOPLE</a:t>
            </a:r>
            <a:endParaRPr sz="1600" b="1" dirty="0">
              <a:solidFill>
                <a:schemeClr val="lt1"/>
              </a:solidFill>
              <a:latin typeface="Arial"/>
              <a:ea typeface="Arial"/>
              <a:cs typeface="Arial"/>
              <a:sym typeface="Arial"/>
            </a:endParaRPr>
          </a:p>
        </p:txBody>
      </p:sp>
      <p:sp>
        <p:nvSpPr>
          <p:cNvPr id="393" name="Google Shape;393;p25"/>
          <p:cNvSpPr txBox="1"/>
          <p:nvPr/>
        </p:nvSpPr>
        <p:spPr>
          <a:xfrm>
            <a:off x="7948181" y="4807722"/>
            <a:ext cx="1150032" cy="6715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b="1" dirty="0">
                <a:solidFill>
                  <a:schemeClr val="lt1"/>
                </a:solidFill>
                <a:latin typeface="Arial"/>
                <a:ea typeface="Arial"/>
                <a:cs typeface="Arial"/>
                <a:sym typeface="Arial"/>
              </a:rPr>
              <a:t>PROCESS</a:t>
            </a:r>
            <a:endParaRPr sz="1600" b="1" dirty="0">
              <a:solidFill>
                <a:schemeClr val="lt1"/>
              </a:solidFill>
              <a:latin typeface="Arial"/>
              <a:ea typeface="Arial"/>
              <a:cs typeface="Arial"/>
              <a:sym typeface="Arial"/>
            </a:endParaRPr>
          </a:p>
        </p:txBody>
      </p:sp>
      <p:sp>
        <p:nvSpPr>
          <p:cNvPr id="394" name="Google Shape;394;p25"/>
          <p:cNvSpPr txBox="1">
            <a:spLocks noGrp="1"/>
          </p:cNvSpPr>
          <p:nvPr>
            <p:ph type="title"/>
          </p:nvPr>
        </p:nvSpPr>
        <p:spPr>
          <a:xfrm>
            <a:off x="0" y="258554"/>
            <a:ext cx="12192000" cy="64638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3200"/>
              <a:buFont typeface="Arial"/>
              <a:buNone/>
            </a:pPr>
            <a:r>
              <a:rPr lang="en-US" sz="3200" b="1" dirty="0">
                <a:latin typeface="Arial" panose="020B0604020202020204" pitchFamily="34" charset="0"/>
                <a:cs typeface="Arial" panose="020B0604020202020204" pitchFamily="34" charset="0"/>
              </a:rPr>
              <a:t>Information systems &amp; its components</a:t>
            </a:r>
            <a:endParaRPr dirty="0"/>
          </a:p>
        </p:txBody>
      </p:sp>
      <p:sp>
        <p:nvSpPr>
          <p:cNvPr id="2" name="Google Shape;382;p25">
            <a:extLst>
              <a:ext uri="{FF2B5EF4-FFF2-40B4-BE49-F238E27FC236}">
                <a16:creationId xmlns:a16="http://schemas.microsoft.com/office/drawing/2014/main" id="{ECD32784-6C20-3FFF-2954-99C17EA709EE}"/>
              </a:ext>
            </a:extLst>
          </p:cNvPr>
          <p:cNvSpPr/>
          <p:nvPr/>
        </p:nvSpPr>
        <p:spPr>
          <a:xfrm>
            <a:off x="3416661" y="4890160"/>
            <a:ext cx="3205163" cy="1714501"/>
          </a:xfrm>
          <a:custGeom>
            <a:avLst/>
            <a:gdLst/>
            <a:ahLst/>
            <a:cxnLst/>
            <a:rect l="l" t="t" r="r" b="b"/>
            <a:pathLst>
              <a:path w="1161" h="683" extrusionOk="0">
                <a:moveTo>
                  <a:pt x="1061" y="242"/>
                </a:moveTo>
                <a:cubicBezTo>
                  <a:pt x="1041" y="242"/>
                  <a:pt x="1023" y="248"/>
                  <a:pt x="1007" y="257"/>
                </a:cubicBezTo>
                <a:cubicBezTo>
                  <a:pt x="1007" y="257"/>
                  <a:pt x="1007" y="257"/>
                  <a:pt x="1007" y="257"/>
                </a:cubicBezTo>
                <a:cubicBezTo>
                  <a:pt x="964" y="285"/>
                  <a:pt x="974" y="303"/>
                  <a:pt x="848" y="303"/>
                </a:cubicBezTo>
                <a:cubicBezTo>
                  <a:pt x="700" y="303"/>
                  <a:pt x="699" y="236"/>
                  <a:pt x="605" y="125"/>
                </a:cubicBezTo>
                <a:cubicBezTo>
                  <a:pt x="605" y="125"/>
                  <a:pt x="605" y="125"/>
                  <a:pt x="605" y="125"/>
                </a:cubicBezTo>
                <a:cubicBezTo>
                  <a:pt x="605" y="125"/>
                  <a:pt x="605" y="124"/>
                  <a:pt x="605" y="124"/>
                </a:cubicBezTo>
                <a:cubicBezTo>
                  <a:pt x="605" y="124"/>
                  <a:pt x="605" y="124"/>
                  <a:pt x="605" y="124"/>
                </a:cubicBezTo>
                <a:cubicBezTo>
                  <a:pt x="542" y="49"/>
                  <a:pt x="448" y="0"/>
                  <a:pt x="342" y="0"/>
                </a:cubicBezTo>
                <a:cubicBezTo>
                  <a:pt x="153" y="0"/>
                  <a:pt x="0" y="153"/>
                  <a:pt x="0" y="342"/>
                </a:cubicBezTo>
                <a:cubicBezTo>
                  <a:pt x="0" y="530"/>
                  <a:pt x="153" y="683"/>
                  <a:pt x="342" y="683"/>
                </a:cubicBezTo>
                <a:cubicBezTo>
                  <a:pt x="448" y="683"/>
                  <a:pt x="542" y="634"/>
                  <a:pt x="605" y="559"/>
                </a:cubicBezTo>
                <a:cubicBezTo>
                  <a:pt x="605" y="559"/>
                  <a:pt x="605" y="559"/>
                  <a:pt x="605" y="559"/>
                </a:cubicBezTo>
                <a:cubicBezTo>
                  <a:pt x="699" y="448"/>
                  <a:pt x="700" y="380"/>
                  <a:pt x="848" y="380"/>
                </a:cubicBezTo>
                <a:cubicBezTo>
                  <a:pt x="974" y="380"/>
                  <a:pt x="964" y="398"/>
                  <a:pt x="1007" y="426"/>
                </a:cubicBezTo>
                <a:cubicBezTo>
                  <a:pt x="1007" y="426"/>
                  <a:pt x="1007" y="426"/>
                  <a:pt x="1007" y="426"/>
                </a:cubicBezTo>
                <a:cubicBezTo>
                  <a:pt x="1023" y="436"/>
                  <a:pt x="1041" y="441"/>
                  <a:pt x="1061" y="441"/>
                </a:cubicBezTo>
                <a:cubicBezTo>
                  <a:pt x="1116" y="441"/>
                  <a:pt x="1161" y="397"/>
                  <a:pt x="1161" y="342"/>
                </a:cubicBezTo>
                <a:cubicBezTo>
                  <a:pt x="1161" y="286"/>
                  <a:pt x="1116" y="242"/>
                  <a:pt x="1061" y="242"/>
                </a:cubicBezTo>
                <a:close/>
              </a:path>
            </a:pathLst>
          </a:custGeom>
          <a:solidFill>
            <a:schemeClr val="tx1"/>
          </a:solidFill>
          <a:ln>
            <a:noFill/>
          </a:ln>
        </p:spPr>
        <p:txBody>
          <a:bodyPr spcFirstLastPara="1" wrap="square" lIns="91425" tIns="45700" rIns="91425" bIns="45700" anchor="t" anchorCtr="0">
            <a:noAutofit/>
          </a:bodyPr>
          <a:lstStyle/>
          <a:p>
            <a:pPr marL="0" marR="0" lvl="0" indent="0" algn="r" rtl="0">
              <a:spcBef>
                <a:spcPts val="0"/>
              </a:spcBef>
              <a:spcAft>
                <a:spcPts val="0"/>
              </a:spcAft>
              <a:buNone/>
            </a:pPr>
            <a:endParaRPr sz="2400" dirty="0">
              <a:solidFill>
                <a:schemeClr val="dk1"/>
              </a:solidFill>
              <a:latin typeface="Arial"/>
              <a:ea typeface="Arial"/>
              <a:cs typeface="Arial"/>
              <a:sym typeface="Arial"/>
            </a:endParaRPr>
          </a:p>
        </p:txBody>
      </p:sp>
      <p:sp>
        <p:nvSpPr>
          <p:cNvPr id="8" name="Google Shape;383;p25">
            <a:extLst>
              <a:ext uri="{FF2B5EF4-FFF2-40B4-BE49-F238E27FC236}">
                <a16:creationId xmlns:a16="http://schemas.microsoft.com/office/drawing/2014/main" id="{8F52835D-65AB-9455-F18A-6F232E485EEE}"/>
              </a:ext>
            </a:extLst>
          </p:cNvPr>
          <p:cNvSpPr/>
          <p:nvPr/>
        </p:nvSpPr>
        <p:spPr>
          <a:xfrm>
            <a:off x="3543657" y="4995512"/>
            <a:ext cx="1654175" cy="1503795"/>
          </a:xfrm>
          <a:prstGeom prst="ellipse">
            <a:avLst/>
          </a:pr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9" name="Google Shape;384;p25">
            <a:extLst>
              <a:ext uri="{FF2B5EF4-FFF2-40B4-BE49-F238E27FC236}">
                <a16:creationId xmlns:a16="http://schemas.microsoft.com/office/drawing/2014/main" id="{190A0201-3841-562A-8189-A29D24FFD030}"/>
              </a:ext>
            </a:extLst>
          </p:cNvPr>
          <p:cNvSpPr/>
          <p:nvPr/>
        </p:nvSpPr>
        <p:spPr>
          <a:xfrm>
            <a:off x="6148066" y="5541658"/>
            <a:ext cx="441325" cy="404091"/>
          </a:xfrm>
          <a:prstGeom prst="ellipse">
            <a:avLst/>
          </a:prstGeom>
          <a:solidFill>
            <a:srgbClr val="C00000"/>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800" dirty="0">
                <a:solidFill>
                  <a:schemeClr val="lt1"/>
                </a:solidFill>
                <a:latin typeface="Arial"/>
                <a:ea typeface="Arial"/>
                <a:cs typeface="Arial"/>
                <a:sym typeface="Arial"/>
              </a:rPr>
              <a:t>E</a:t>
            </a:r>
            <a:endParaRPr sz="2800" dirty="0">
              <a:solidFill>
                <a:schemeClr val="lt1"/>
              </a:solidFill>
              <a:latin typeface="Arial"/>
              <a:ea typeface="Arial"/>
              <a:cs typeface="Arial"/>
              <a:sym typeface="Arial"/>
            </a:endParaRPr>
          </a:p>
        </p:txBody>
      </p:sp>
      <p:sp>
        <p:nvSpPr>
          <p:cNvPr id="10" name="Google Shape;392;p25">
            <a:extLst>
              <a:ext uri="{FF2B5EF4-FFF2-40B4-BE49-F238E27FC236}">
                <a16:creationId xmlns:a16="http://schemas.microsoft.com/office/drawing/2014/main" id="{B287967E-5640-9A6E-30D6-F8535EBBDBD6}"/>
              </a:ext>
            </a:extLst>
          </p:cNvPr>
          <p:cNvSpPr txBox="1"/>
          <p:nvPr/>
        </p:nvSpPr>
        <p:spPr>
          <a:xfrm>
            <a:off x="4154585" y="5517006"/>
            <a:ext cx="865810" cy="6715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b="1" dirty="0">
                <a:solidFill>
                  <a:schemeClr val="lt1"/>
                </a:solidFill>
                <a:latin typeface="Arial"/>
                <a:ea typeface="Arial"/>
                <a:cs typeface="Arial"/>
                <a:sym typeface="Arial"/>
              </a:rPr>
              <a:t>DATA</a:t>
            </a:r>
            <a:endParaRPr sz="1600" b="1" dirty="0">
              <a:solidFill>
                <a:schemeClr val="lt1"/>
              </a:solidFill>
              <a:latin typeface="Arial"/>
              <a:ea typeface="Arial"/>
              <a:cs typeface="Arial"/>
              <a:sym typeface="Arial"/>
            </a:endParaRPr>
          </a:p>
        </p:txBody>
      </p:sp>
      <p:sp>
        <p:nvSpPr>
          <p:cNvPr id="11" name="Rectangle 10">
            <a:extLst>
              <a:ext uri="{FF2B5EF4-FFF2-40B4-BE49-F238E27FC236}">
                <a16:creationId xmlns:a16="http://schemas.microsoft.com/office/drawing/2014/main" id="{2A06A507-654C-4055-6063-FDD3935ACC7F}"/>
              </a:ext>
            </a:extLst>
          </p:cNvPr>
          <p:cNvSpPr/>
          <p:nvPr/>
        </p:nvSpPr>
        <p:spPr>
          <a:xfrm>
            <a:off x="-84474" y="6618789"/>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3"/>
                                        </p:tgtEl>
                                        <p:attrNameLst>
                                          <p:attrName>style.visibility</p:attrName>
                                        </p:attrNameLst>
                                      </p:cBhvr>
                                      <p:to>
                                        <p:strVal val="visible"/>
                                      </p:to>
                                    </p:set>
                                    <p:animEffect transition="in" filter="fade">
                                      <p:cBhvr>
                                        <p:cTn id="7" dur="500"/>
                                        <p:tgtEl>
                                          <p:spTgt spid="373"/>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381"/>
                                        </p:tgtEl>
                                        <p:attrNameLst>
                                          <p:attrName>style.visibility</p:attrName>
                                        </p:attrNameLst>
                                      </p:cBhvr>
                                      <p:to>
                                        <p:strVal val="visible"/>
                                      </p:to>
                                    </p:set>
                                    <p:anim calcmode="lin" valueType="num">
                                      <p:cBhvr additive="base">
                                        <p:cTn id="11" dur="500"/>
                                        <p:tgtEl>
                                          <p:spTgt spid="381"/>
                                        </p:tgtEl>
                                        <p:attrNameLst>
                                          <p:attrName>ppt_w</p:attrName>
                                        </p:attrNameLst>
                                      </p:cBhvr>
                                      <p:tavLst>
                                        <p:tav tm="0">
                                          <p:val>
                                            <p:strVal val="0"/>
                                          </p:val>
                                        </p:tav>
                                        <p:tav tm="100000">
                                          <p:val>
                                            <p:strVal val="#ppt_w"/>
                                          </p:val>
                                        </p:tav>
                                      </p:tavLst>
                                    </p:anim>
                                    <p:anim calcmode="lin" valueType="num">
                                      <p:cBhvr additive="base">
                                        <p:cTn id="12" dur="500"/>
                                        <p:tgtEl>
                                          <p:spTgt spid="381"/>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00"/>
                                  </p:stCondLst>
                                  <p:childTnLst>
                                    <p:set>
                                      <p:cBhvr>
                                        <p:cTn id="14" dur="1" fill="hold">
                                          <p:stCondLst>
                                            <p:cond delay="0"/>
                                          </p:stCondLst>
                                        </p:cTn>
                                        <p:tgtEl>
                                          <p:spTgt spid="387"/>
                                        </p:tgtEl>
                                        <p:attrNameLst>
                                          <p:attrName>style.visibility</p:attrName>
                                        </p:attrNameLst>
                                      </p:cBhvr>
                                      <p:to>
                                        <p:strVal val="visible"/>
                                      </p:to>
                                    </p:set>
                                    <p:anim calcmode="lin" valueType="num">
                                      <p:cBhvr additive="base">
                                        <p:cTn id="15" dur="500"/>
                                        <p:tgtEl>
                                          <p:spTgt spid="387"/>
                                        </p:tgtEl>
                                        <p:attrNameLst>
                                          <p:attrName>ppt_w</p:attrName>
                                        </p:attrNameLst>
                                      </p:cBhvr>
                                      <p:tavLst>
                                        <p:tav tm="0">
                                          <p:val>
                                            <p:strVal val="0"/>
                                          </p:val>
                                        </p:tav>
                                        <p:tav tm="100000">
                                          <p:val>
                                            <p:strVal val="#ppt_w"/>
                                          </p:val>
                                        </p:tav>
                                      </p:tavLst>
                                    </p:anim>
                                    <p:anim calcmode="lin" valueType="num">
                                      <p:cBhvr additive="base">
                                        <p:cTn id="16" dur="500"/>
                                        <p:tgtEl>
                                          <p:spTgt spid="387"/>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400"/>
                                  </p:stCondLst>
                                  <p:childTnLst>
                                    <p:set>
                                      <p:cBhvr>
                                        <p:cTn id="18" dur="1" fill="hold">
                                          <p:stCondLst>
                                            <p:cond delay="0"/>
                                          </p:stCondLst>
                                        </p:cTn>
                                        <p:tgtEl>
                                          <p:spTgt spid="384"/>
                                        </p:tgtEl>
                                        <p:attrNameLst>
                                          <p:attrName>style.visibility</p:attrName>
                                        </p:attrNameLst>
                                      </p:cBhvr>
                                      <p:to>
                                        <p:strVal val="visible"/>
                                      </p:to>
                                    </p:set>
                                    <p:anim calcmode="lin" valueType="num">
                                      <p:cBhvr additive="base">
                                        <p:cTn id="19" dur="500"/>
                                        <p:tgtEl>
                                          <p:spTgt spid="384"/>
                                        </p:tgtEl>
                                        <p:attrNameLst>
                                          <p:attrName>ppt_w</p:attrName>
                                        </p:attrNameLst>
                                      </p:cBhvr>
                                      <p:tavLst>
                                        <p:tav tm="0">
                                          <p:val>
                                            <p:strVal val="0"/>
                                          </p:val>
                                        </p:tav>
                                        <p:tav tm="100000">
                                          <p:val>
                                            <p:strVal val="#ppt_w"/>
                                          </p:val>
                                        </p:tav>
                                      </p:tavLst>
                                    </p:anim>
                                    <p:anim calcmode="lin" valueType="num">
                                      <p:cBhvr additive="base">
                                        <p:cTn id="20" dur="500"/>
                                        <p:tgtEl>
                                          <p:spTgt spid="384"/>
                                        </p:tgtEl>
                                        <p:attrNameLst>
                                          <p:attrName>ppt_h</p:attrName>
                                        </p:attrNameLst>
                                      </p:cBhvr>
                                      <p:tavLst>
                                        <p:tav tm="0">
                                          <p:val>
                                            <p:strVal val="0"/>
                                          </p:val>
                                        </p:tav>
                                        <p:tav tm="100000">
                                          <p:val>
                                            <p:strVal val="#ppt_h"/>
                                          </p:val>
                                        </p:tav>
                                      </p:tavLst>
                                    </p:anim>
                                  </p:childTnLst>
                                </p:cTn>
                              </p:par>
                              <p:par>
                                <p:cTn id="21" presetID="23" presetClass="entr" presetSubtype="16" fill="hold" nodeType="withEffect">
                                  <p:stCondLst>
                                    <p:cond delay="600"/>
                                  </p:stCondLst>
                                  <p:childTnLst>
                                    <p:set>
                                      <p:cBhvr>
                                        <p:cTn id="22" dur="1" fill="hold">
                                          <p:stCondLst>
                                            <p:cond delay="0"/>
                                          </p:stCondLst>
                                        </p:cTn>
                                        <p:tgtEl>
                                          <p:spTgt spid="389"/>
                                        </p:tgtEl>
                                        <p:attrNameLst>
                                          <p:attrName>style.visibility</p:attrName>
                                        </p:attrNameLst>
                                      </p:cBhvr>
                                      <p:to>
                                        <p:strVal val="visible"/>
                                      </p:to>
                                    </p:set>
                                    <p:anim calcmode="lin" valueType="num">
                                      <p:cBhvr additive="base">
                                        <p:cTn id="23" dur="500"/>
                                        <p:tgtEl>
                                          <p:spTgt spid="389"/>
                                        </p:tgtEl>
                                        <p:attrNameLst>
                                          <p:attrName>ppt_w</p:attrName>
                                        </p:attrNameLst>
                                      </p:cBhvr>
                                      <p:tavLst>
                                        <p:tav tm="0">
                                          <p:val>
                                            <p:strVal val="0"/>
                                          </p:val>
                                        </p:tav>
                                        <p:tav tm="100000">
                                          <p:val>
                                            <p:strVal val="#ppt_w"/>
                                          </p:val>
                                        </p:tav>
                                      </p:tavLst>
                                    </p:anim>
                                    <p:anim calcmode="lin" valueType="num">
                                      <p:cBhvr additive="base">
                                        <p:cTn id="24" dur="500"/>
                                        <p:tgtEl>
                                          <p:spTgt spid="389"/>
                                        </p:tgtEl>
                                        <p:attrNameLst>
                                          <p:attrName>ppt_h</p:attrName>
                                        </p:attrNameLst>
                                      </p:cBhvr>
                                      <p:tavLst>
                                        <p:tav tm="0">
                                          <p:val>
                                            <p:strVal val="0"/>
                                          </p:val>
                                        </p:tav>
                                        <p:tav tm="100000">
                                          <p:val>
                                            <p:strVal val="#ppt_h"/>
                                          </p:val>
                                        </p:tav>
                                      </p:tavLst>
                                    </p:anim>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372"/>
                                        </p:tgtEl>
                                        <p:attrNameLst>
                                          <p:attrName>style.visibility</p:attrName>
                                        </p:attrNameLst>
                                      </p:cBhvr>
                                      <p:to>
                                        <p:strVal val="visible"/>
                                      </p:to>
                                    </p:set>
                                    <p:animEffect transition="in" filter="fade">
                                      <p:cBhvr>
                                        <p:cTn id="28" dur="500"/>
                                        <p:tgtEl>
                                          <p:spTgt spid="372"/>
                                        </p:tgtEl>
                                      </p:cBhvr>
                                    </p:animEffect>
                                  </p:childTnLst>
                                </p:cTn>
                              </p:par>
                            </p:childTnLst>
                          </p:cTn>
                        </p:par>
                        <p:par>
                          <p:cTn id="29" fill="hold">
                            <p:stCondLst>
                              <p:cond delay="1500"/>
                            </p:stCondLst>
                            <p:childTnLst>
                              <p:par>
                                <p:cTn id="30" presetID="23" presetClass="entr" presetSubtype="16" fill="hold" nodeType="afterEffect">
                                  <p:stCondLst>
                                    <p:cond delay="0"/>
                                  </p:stCondLst>
                                  <p:childTnLst>
                                    <p:set>
                                      <p:cBhvr>
                                        <p:cTn id="31" dur="1" fill="hold">
                                          <p:stCondLst>
                                            <p:cond delay="0"/>
                                          </p:stCondLst>
                                        </p:cTn>
                                        <p:tgtEl>
                                          <p:spTgt spid="390"/>
                                        </p:tgtEl>
                                        <p:attrNameLst>
                                          <p:attrName>style.visibility</p:attrName>
                                        </p:attrNameLst>
                                      </p:cBhvr>
                                      <p:to>
                                        <p:strVal val="visible"/>
                                      </p:to>
                                    </p:set>
                                    <p:anim calcmode="lin" valueType="num">
                                      <p:cBhvr additive="base">
                                        <p:cTn id="32" dur="500"/>
                                        <p:tgtEl>
                                          <p:spTgt spid="390"/>
                                        </p:tgtEl>
                                        <p:attrNameLst>
                                          <p:attrName>ppt_w</p:attrName>
                                        </p:attrNameLst>
                                      </p:cBhvr>
                                      <p:tavLst>
                                        <p:tav tm="0">
                                          <p:val>
                                            <p:strVal val="0"/>
                                          </p:val>
                                        </p:tav>
                                        <p:tav tm="100000">
                                          <p:val>
                                            <p:strVal val="#ppt_w"/>
                                          </p:val>
                                        </p:tav>
                                      </p:tavLst>
                                    </p:anim>
                                    <p:anim calcmode="lin" valueType="num">
                                      <p:cBhvr additive="base">
                                        <p:cTn id="33" dur="500"/>
                                        <p:tgtEl>
                                          <p:spTgt spid="390"/>
                                        </p:tgtEl>
                                        <p:attrNameLst>
                                          <p:attrName>ppt_h</p:attrName>
                                        </p:attrNameLst>
                                      </p:cBhvr>
                                      <p:tavLst>
                                        <p:tav tm="0">
                                          <p:val>
                                            <p:strVal val="0"/>
                                          </p:val>
                                        </p:tav>
                                        <p:tav tm="100000">
                                          <p:val>
                                            <p:strVal val="#ppt_h"/>
                                          </p:val>
                                        </p:tav>
                                      </p:tavLst>
                                    </p:anim>
                                  </p:childTnLst>
                                </p:cTn>
                              </p:par>
                              <p:par>
                                <p:cTn id="34" presetID="23" presetClass="entr" presetSubtype="16" fill="hold" nodeType="withEffect">
                                  <p:stCondLst>
                                    <p:cond delay="0"/>
                                  </p:stCondLst>
                                  <p:childTnLst>
                                    <p:set>
                                      <p:cBhvr>
                                        <p:cTn id="35" dur="1" fill="hold">
                                          <p:stCondLst>
                                            <p:cond delay="0"/>
                                          </p:stCondLst>
                                        </p:cTn>
                                        <p:tgtEl>
                                          <p:spTgt spid="380"/>
                                        </p:tgtEl>
                                        <p:attrNameLst>
                                          <p:attrName>style.visibility</p:attrName>
                                        </p:attrNameLst>
                                      </p:cBhvr>
                                      <p:to>
                                        <p:strVal val="visible"/>
                                      </p:to>
                                    </p:set>
                                    <p:anim calcmode="lin" valueType="num">
                                      <p:cBhvr additive="base">
                                        <p:cTn id="36" dur="500"/>
                                        <p:tgtEl>
                                          <p:spTgt spid="380"/>
                                        </p:tgtEl>
                                        <p:attrNameLst>
                                          <p:attrName>ppt_w</p:attrName>
                                        </p:attrNameLst>
                                      </p:cBhvr>
                                      <p:tavLst>
                                        <p:tav tm="0">
                                          <p:val>
                                            <p:strVal val="0"/>
                                          </p:val>
                                        </p:tav>
                                        <p:tav tm="100000">
                                          <p:val>
                                            <p:strVal val="#ppt_w"/>
                                          </p:val>
                                        </p:tav>
                                      </p:tavLst>
                                    </p:anim>
                                    <p:anim calcmode="lin" valueType="num">
                                      <p:cBhvr additive="base">
                                        <p:cTn id="37" dur="500"/>
                                        <p:tgtEl>
                                          <p:spTgt spid="380"/>
                                        </p:tgtEl>
                                        <p:attrNameLst>
                                          <p:attrName>ppt_h</p:attrName>
                                        </p:attrNameLst>
                                      </p:cBhvr>
                                      <p:tavLst>
                                        <p:tav tm="0">
                                          <p:val>
                                            <p:strVal val="0"/>
                                          </p:val>
                                        </p:tav>
                                        <p:tav tm="100000">
                                          <p:val>
                                            <p:strVal val="#ppt_h"/>
                                          </p:val>
                                        </p:tav>
                                      </p:tavLst>
                                    </p:anim>
                                  </p:childTnLst>
                                </p:cTn>
                              </p:par>
                            </p:childTnLst>
                          </p:cTn>
                        </p:par>
                        <p:par>
                          <p:cTn id="38" fill="hold">
                            <p:stCondLst>
                              <p:cond delay="2000"/>
                            </p:stCondLst>
                            <p:childTnLst>
                              <p:par>
                                <p:cTn id="39" presetID="10" presetClass="entr" presetSubtype="0" fill="hold" nodeType="afterEffect">
                                  <p:stCondLst>
                                    <p:cond delay="0"/>
                                  </p:stCondLst>
                                  <p:childTnLst>
                                    <p:set>
                                      <p:cBhvr>
                                        <p:cTn id="40" dur="1" fill="hold">
                                          <p:stCondLst>
                                            <p:cond delay="0"/>
                                          </p:stCondLst>
                                        </p:cTn>
                                        <p:tgtEl>
                                          <p:spTgt spid="385"/>
                                        </p:tgtEl>
                                        <p:attrNameLst>
                                          <p:attrName>style.visibility</p:attrName>
                                        </p:attrNameLst>
                                      </p:cBhvr>
                                      <p:to>
                                        <p:strVal val="visible"/>
                                      </p:to>
                                    </p:set>
                                    <p:animEffect transition="in" filter="fade">
                                      <p:cBhvr>
                                        <p:cTn id="41" dur="500"/>
                                        <p:tgtEl>
                                          <p:spTgt spid="385"/>
                                        </p:tgtEl>
                                      </p:cBhvr>
                                    </p:animEffect>
                                  </p:childTnLst>
                                </p:cTn>
                              </p:par>
                            </p:childTnLst>
                          </p:cTn>
                        </p:par>
                        <p:par>
                          <p:cTn id="42" fill="hold">
                            <p:stCondLst>
                              <p:cond delay="2500"/>
                            </p:stCondLst>
                            <p:childTnLst>
                              <p:par>
                                <p:cTn id="43" presetID="23" presetClass="entr" presetSubtype="16" fill="hold" nodeType="afterEffect">
                                  <p:stCondLst>
                                    <p:cond delay="0"/>
                                  </p:stCondLst>
                                  <p:childTnLst>
                                    <p:set>
                                      <p:cBhvr>
                                        <p:cTn id="44" dur="1" fill="hold">
                                          <p:stCondLst>
                                            <p:cond delay="0"/>
                                          </p:stCondLst>
                                        </p:cTn>
                                        <p:tgtEl>
                                          <p:spTgt spid="391"/>
                                        </p:tgtEl>
                                        <p:attrNameLst>
                                          <p:attrName>style.visibility</p:attrName>
                                        </p:attrNameLst>
                                      </p:cBhvr>
                                      <p:to>
                                        <p:strVal val="visible"/>
                                      </p:to>
                                    </p:set>
                                    <p:anim calcmode="lin" valueType="num">
                                      <p:cBhvr additive="base">
                                        <p:cTn id="45" dur="500"/>
                                        <p:tgtEl>
                                          <p:spTgt spid="391"/>
                                        </p:tgtEl>
                                        <p:attrNameLst>
                                          <p:attrName>ppt_w</p:attrName>
                                        </p:attrNameLst>
                                      </p:cBhvr>
                                      <p:tavLst>
                                        <p:tav tm="0">
                                          <p:val>
                                            <p:strVal val="0"/>
                                          </p:val>
                                        </p:tav>
                                        <p:tav tm="100000">
                                          <p:val>
                                            <p:strVal val="#ppt_w"/>
                                          </p:val>
                                        </p:tav>
                                      </p:tavLst>
                                    </p:anim>
                                    <p:anim calcmode="lin" valueType="num">
                                      <p:cBhvr additive="base">
                                        <p:cTn id="46" dur="500"/>
                                        <p:tgtEl>
                                          <p:spTgt spid="391"/>
                                        </p:tgtEl>
                                        <p:attrNameLst>
                                          <p:attrName>ppt_h</p:attrName>
                                        </p:attrNameLst>
                                      </p:cBhvr>
                                      <p:tavLst>
                                        <p:tav tm="0">
                                          <p:val>
                                            <p:strVal val="0"/>
                                          </p:val>
                                        </p:tav>
                                        <p:tav tm="100000">
                                          <p:val>
                                            <p:strVal val="#ppt_h"/>
                                          </p:val>
                                        </p:tav>
                                      </p:tavLst>
                                    </p:anim>
                                  </p:childTnLst>
                                </p:cTn>
                              </p:par>
                              <p:par>
                                <p:cTn id="47" presetID="23" presetClass="entr" presetSubtype="16" fill="hold" nodeType="withEffect">
                                  <p:stCondLst>
                                    <p:cond delay="0"/>
                                  </p:stCondLst>
                                  <p:childTnLst>
                                    <p:set>
                                      <p:cBhvr>
                                        <p:cTn id="48" dur="1" fill="hold">
                                          <p:stCondLst>
                                            <p:cond delay="0"/>
                                          </p:stCondLst>
                                        </p:cTn>
                                        <p:tgtEl>
                                          <p:spTgt spid="386"/>
                                        </p:tgtEl>
                                        <p:attrNameLst>
                                          <p:attrName>style.visibility</p:attrName>
                                        </p:attrNameLst>
                                      </p:cBhvr>
                                      <p:to>
                                        <p:strVal val="visible"/>
                                      </p:to>
                                    </p:set>
                                    <p:anim calcmode="lin" valueType="num">
                                      <p:cBhvr additive="base">
                                        <p:cTn id="49" dur="500"/>
                                        <p:tgtEl>
                                          <p:spTgt spid="386"/>
                                        </p:tgtEl>
                                        <p:attrNameLst>
                                          <p:attrName>ppt_w</p:attrName>
                                        </p:attrNameLst>
                                      </p:cBhvr>
                                      <p:tavLst>
                                        <p:tav tm="0">
                                          <p:val>
                                            <p:strVal val="0"/>
                                          </p:val>
                                        </p:tav>
                                        <p:tav tm="100000">
                                          <p:val>
                                            <p:strVal val="#ppt_w"/>
                                          </p:val>
                                        </p:tav>
                                      </p:tavLst>
                                    </p:anim>
                                    <p:anim calcmode="lin" valueType="num">
                                      <p:cBhvr additive="base">
                                        <p:cTn id="50" dur="500"/>
                                        <p:tgtEl>
                                          <p:spTgt spid="386"/>
                                        </p:tgtEl>
                                        <p:attrNameLst>
                                          <p:attrName>ppt_h</p:attrName>
                                        </p:attrNameLst>
                                      </p:cBhvr>
                                      <p:tavLst>
                                        <p:tav tm="0">
                                          <p:val>
                                            <p:strVal val="0"/>
                                          </p:val>
                                        </p:tav>
                                        <p:tav tm="100000">
                                          <p:val>
                                            <p:strVal val="#ppt_h"/>
                                          </p:val>
                                        </p:tav>
                                      </p:tavLst>
                                    </p:anim>
                                  </p:childTnLst>
                                </p:cTn>
                              </p:par>
                            </p:childTnLst>
                          </p:cTn>
                        </p:par>
                        <p:par>
                          <p:cTn id="51" fill="hold">
                            <p:stCondLst>
                              <p:cond delay="3000"/>
                            </p:stCondLst>
                            <p:childTnLst>
                              <p:par>
                                <p:cTn id="52" presetID="10" presetClass="entr" presetSubtype="0" fill="hold" nodeType="afterEffect">
                                  <p:stCondLst>
                                    <p:cond delay="0"/>
                                  </p:stCondLst>
                                  <p:childTnLst>
                                    <p:set>
                                      <p:cBhvr>
                                        <p:cTn id="53" dur="1" fill="hold">
                                          <p:stCondLst>
                                            <p:cond delay="0"/>
                                          </p:stCondLst>
                                        </p:cTn>
                                        <p:tgtEl>
                                          <p:spTgt spid="382"/>
                                        </p:tgtEl>
                                        <p:attrNameLst>
                                          <p:attrName>style.visibility</p:attrName>
                                        </p:attrNameLst>
                                      </p:cBhvr>
                                      <p:to>
                                        <p:strVal val="visible"/>
                                      </p:to>
                                    </p:set>
                                    <p:animEffect transition="in" filter="fade">
                                      <p:cBhvr>
                                        <p:cTn id="54" dur="500"/>
                                        <p:tgtEl>
                                          <p:spTgt spid="382"/>
                                        </p:tgtEl>
                                      </p:cBhvr>
                                    </p:animEffect>
                                  </p:childTnLst>
                                </p:cTn>
                              </p:par>
                            </p:childTnLst>
                          </p:cTn>
                        </p:par>
                        <p:par>
                          <p:cTn id="55" fill="hold">
                            <p:stCondLst>
                              <p:cond delay="3500"/>
                            </p:stCondLst>
                            <p:childTnLst>
                              <p:par>
                                <p:cTn id="56" presetID="23" presetClass="entr" presetSubtype="16" fill="hold" nodeType="afterEffect">
                                  <p:stCondLst>
                                    <p:cond delay="0"/>
                                  </p:stCondLst>
                                  <p:childTnLst>
                                    <p:set>
                                      <p:cBhvr>
                                        <p:cTn id="57" dur="1" fill="hold">
                                          <p:stCondLst>
                                            <p:cond delay="0"/>
                                          </p:stCondLst>
                                        </p:cTn>
                                        <p:tgtEl>
                                          <p:spTgt spid="392"/>
                                        </p:tgtEl>
                                        <p:attrNameLst>
                                          <p:attrName>style.visibility</p:attrName>
                                        </p:attrNameLst>
                                      </p:cBhvr>
                                      <p:to>
                                        <p:strVal val="visible"/>
                                      </p:to>
                                    </p:set>
                                    <p:anim calcmode="lin" valueType="num">
                                      <p:cBhvr additive="base">
                                        <p:cTn id="58" dur="500"/>
                                        <p:tgtEl>
                                          <p:spTgt spid="392"/>
                                        </p:tgtEl>
                                        <p:attrNameLst>
                                          <p:attrName>ppt_w</p:attrName>
                                        </p:attrNameLst>
                                      </p:cBhvr>
                                      <p:tavLst>
                                        <p:tav tm="0">
                                          <p:val>
                                            <p:strVal val="0"/>
                                          </p:val>
                                        </p:tav>
                                        <p:tav tm="100000">
                                          <p:val>
                                            <p:strVal val="#ppt_w"/>
                                          </p:val>
                                        </p:tav>
                                      </p:tavLst>
                                    </p:anim>
                                    <p:anim calcmode="lin" valueType="num">
                                      <p:cBhvr additive="base">
                                        <p:cTn id="59" dur="500"/>
                                        <p:tgtEl>
                                          <p:spTgt spid="392"/>
                                        </p:tgtEl>
                                        <p:attrNameLst>
                                          <p:attrName>ppt_h</p:attrName>
                                        </p:attrNameLst>
                                      </p:cBhvr>
                                      <p:tavLst>
                                        <p:tav tm="0">
                                          <p:val>
                                            <p:strVal val="0"/>
                                          </p:val>
                                        </p:tav>
                                        <p:tav tm="100000">
                                          <p:val>
                                            <p:strVal val="#ppt_h"/>
                                          </p:val>
                                        </p:tav>
                                      </p:tavLst>
                                    </p:anim>
                                  </p:childTnLst>
                                </p:cTn>
                              </p:par>
                              <p:par>
                                <p:cTn id="60" presetID="23" presetClass="entr" presetSubtype="16" fill="hold" nodeType="withEffect">
                                  <p:stCondLst>
                                    <p:cond delay="0"/>
                                  </p:stCondLst>
                                  <p:childTnLst>
                                    <p:set>
                                      <p:cBhvr>
                                        <p:cTn id="61" dur="1" fill="hold">
                                          <p:stCondLst>
                                            <p:cond delay="0"/>
                                          </p:stCondLst>
                                        </p:cTn>
                                        <p:tgtEl>
                                          <p:spTgt spid="383"/>
                                        </p:tgtEl>
                                        <p:attrNameLst>
                                          <p:attrName>style.visibility</p:attrName>
                                        </p:attrNameLst>
                                      </p:cBhvr>
                                      <p:to>
                                        <p:strVal val="visible"/>
                                      </p:to>
                                    </p:set>
                                    <p:anim calcmode="lin" valueType="num">
                                      <p:cBhvr additive="base">
                                        <p:cTn id="62" dur="500"/>
                                        <p:tgtEl>
                                          <p:spTgt spid="383"/>
                                        </p:tgtEl>
                                        <p:attrNameLst>
                                          <p:attrName>ppt_w</p:attrName>
                                        </p:attrNameLst>
                                      </p:cBhvr>
                                      <p:tavLst>
                                        <p:tav tm="0">
                                          <p:val>
                                            <p:strVal val="0"/>
                                          </p:val>
                                        </p:tav>
                                        <p:tav tm="100000">
                                          <p:val>
                                            <p:strVal val="#ppt_w"/>
                                          </p:val>
                                        </p:tav>
                                      </p:tavLst>
                                    </p:anim>
                                    <p:anim calcmode="lin" valueType="num">
                                      <p:cBhvr additive="base">
                                        <p:cTn id="63" dur="500"/>
                                        <p:tgtEl>
                                          <p:spTgt spid="383"/>
                                        </p:tgtEl>
                                        <p:attrNameLst>
                                          <p:attrName>ppt_h</p:attrName>
                                        </p:attrNameLst>
                                      </p:cBhvr>
                                      <p:tavLst>
                                        <p:tav tm="0">
                                          <p:val>
                                            <p:strVal val="0"/>
                                          </p:val>
                                        </p:tav>
                                        <p:tav tm="100000">
                                          <p:val>
                                            <p:strVal val="#ppt_h"/>
                                          </p:val>
                                        </p:tav>
                                      </p:tavLst>
                                    </p:anim>
                                  </p:childTnLst>
                                </p:cTn>
                              </p:par>
                            </p:childTnLst>
                          </p:cTn>
                        </p:par>
                        <p:par>
                          <p:cTn id="64" fill="hold">
                            <p:stCondLst>
                              <p:cond delay="4000"/>
                            </p:stCondLst>
                            <p:childTnLst>
                              <p:par>
                                <p:cTn id="65" presetID="10" presetClass="entr" presetSubtype="0" fill="hold" nodeType="afterEffect">
                                  <p:stCondLst>
                                    <p:cond delay="0"/>
                                  </p:stCondLst>
                                  <p:childTnLst>
                                    <p:set>
                                      <p:cBhvr>
                                        <p:cTn id="66" dur="1" fill="hold">
                                          <p:stCondLst>
                                            <p:cond delay="0"/>
                                          </p:stCondLst>
                                        </p:cTn>
                                        <p:tgtEl>
                                          <p:spTgt spid="371"/>
                                        </p:tgtEl>
                                        <p:attrNameLst>
                                          <p:attrName>style.visibility</p:attrName>
                                        </p:attrNameLst>
                                      </p:cBhvr>
                                      <p:to>
                                        <p:strVal val="visible"/>
                                      </p:to>
                                    </p:set>
                                    <p:animEffect transition="in" filter="fade">
                                      <p:cBhvr>
                                        <p:cTn id="67" dur="500"/>
                                        <p:tgtEl>
                                          <p:spTgt spid="371"/>
                                        </p:tgtEl>
                                      </p:cBhvr>
                                    </p:animEffect>
                                  </p:childTnLst>
                                </p:cTn>
                              </p:par>
                            </p:childTnLst>
                          </p:cTn>
                        </p:par>
                        <p:par>
                          <p:cTn id="68" fill="hold">
                            <p:stCondLst>
                              <p:cond delay="4500"/>
                            </p:stCondLst>
                            <p:childTnLst>
                              <p:par>
                                <p:cTn id="69" presetID="23" presetClass="entr" presetSubtype="16" fill="hold" nodeType="afterEffect">
                                  <p:stCondLst>
                                    <p:cond delay="0"/>
                                  </p:stCondLst>
                                  <p:childTnLst>
                                    <p:set>
                                      <p:cBhvr>
                                        <p:cTn id="70" dur="1" fill="hold">
                                          <p:stCondLst>
                                            <p:cond delay="0"/>
                                          </p:stCondLst>
                                        </p:cTn>
                                        <p:tgtEl>
                                          <p:spTgt spid="393"/>
                                        </p:tgtEl>
                                        <p:attrNameLst>
                                          <p:attrName>style.visibility</p:attrName>
                                        </p:attrNameLst>
                                      </p:cBhvr>
                                      <p:to>
                                        <p:strVal val="visible"/>
                                      </p:to>
                                    </p:set>
                                    <p:anim calcmode="lin" valueType="num">
                                      <p:cBhvr additive="base">
                                        <p:cTn id="71" dur="500"/>
                                        <p:tgtEl>
                                          <p:spTgt spid="393"/>
                                        </p:tgtEl>
                                        <p:attrNameLst>
                                          <p:attrName>ppt_w</p:attrName>
                                        </p:attrNameLst>
                                      </p:cBhvr>
                                      <p:tavLst>
                                        <p:tav tm="0">
                                          <p:val>
                                            <p:strVal val="0"/>
                                          </p:val>
                                        </p:tav>
                                        <p:tav tm="100000">
                                          <p:val>
                                            <p:strVal val="#ppt_w"/>
                                          </p:val>
                                        </p:tav>
                                      </p:tavLst>
                                    </p:anim>
                                    <p:anim calcmode="lin" valueType="num">
                                      <p:cBhvr additive="base">
                                        <p:cTn id="72" dur="500"/>
                                        <p:tgtEl>
                                          <p:spTgt spid="393"/>
                                        </p:tgtEl>
                                        <p:attrNameLst>
                                          <p:attrName>ppt_h</p:attrName>
                                        </p:attrNameLst>
                                      </p:cBhvr>
                                      <p:tavLst>
                                        <p:tav tm="0">
                                          <p:val>
                                            <p:strVal val="0"/>
                                          </p:val>
                                        </p:tav>
                                        <p:tav tm="100000">
                                          <p:val>
                                            <p:strVal val="#ppt_h"/>
                                          </p:val>
                                        </p:tav>
                                      </p:tavLst>
                                    </p:anim>
                                  </p:childTnLst>
                                </p:cTn>
                              </p:par>
                              <p:par>
                                <p:cTn id="73" presetID="23" presetClass="entr" presetSubtype="16" fill="hold" nodeType="withEffect">
                                  <p:stCondLst>
                                    <p:cond delay="0"/>
                                  </p:stCondLst>
                                  <p:childTnLst>
                                    <p:set>
                                      <p:cBhvr>
                                        <p:cTn id="74" dur="1" fill="hold">
                                          <p:stCondLst>
                                            <p:cond delay="0"/>
                                          </p:stCondLst>
                                        </p:cTn>
                                        <p:tgtEl>
                                          <p:spTgt spid="388"/>
                                        </p:tgtEl>
                                        <p:attrNameLst>
                                          <p:attrName>style.visibility</p:attrName>
                                        </p:attrNameLst>
                                      </p:cBhvr>
                                      <p:to>
                                        <p:strVal val="visible"/>
                                      </p:to>
                                    </p:set>
                                    <p:anim calcmode="lin" valueType="num">
                                      <p:cBhvr additive="base">
                                        <p:cTn id="75" dur="500"/>
                                        <p:tgtEl>
                                          <p:spTgt spid="388"/>
                                        </p:tgtEl>
                                        <p:attrNameLst>
                                          <p:attrName>ppt_w</p:attrName>
                                        </p:attrNameLst>
                                      </p:cBhvr>
                                      <p:tavLst>
                                        <p:tav tm="0">
                                          <p:val>
                                            <p:strVal val="0"/>
                                          </p:val>
                                        </p:tav>
                                        <p:tav tm="100000">
                                          <p:val>
                                            <p:strVal val="#ppt_w"/>
                                          </p:val>
                                        </p:tav>
                                      </p:tavLst>
                                    </p:anim>
                                    <p:anim calcmode="lin" valueType="num">
                                      <p:cBhvr additive="base">
                                        <p:cTn id="76" dur="500"/>
                                        <p:tgtEl>
                                          <p:spTgt spid="388"/>
                                        </p:tgtEl>
                                        <p:attrNameLst>
                                          <p:attrName>ppt_h</p:attrName>
                                        </p:attrNameLst>
                                      </p:cBhvr>
                                      <p:tavLst>
                                        <p:tav tm="0">
                                          <p:val>
                                            <p:strVal val="0"/>
                                          </p:val>
                                        </p:tav>
                                        <p:tav tm="100000">
                                          <p:val>
                                            <p:strVal val="#ppt_h"/>
                                          </p:val>
                                        </p:tav>
                                      </p:tavLst>
                                    </p:anim>
                                  </p:childTnLst>
                                </p:cTn>
                              </p:par>
                            </p:childTnLst>
                          </p:cTn>
                        </p:par>
                        <p:par>
                          <p:cTn id="77" fill="hold">
                            <p:stCondLst>
                              <p:cond delay="5000"/>
                            </p:stCondLst>
                            <p:childTnLst>
                              <p:par>
                                <p:cTn id="78" presetID="10" presetClass="entr" presetSubtype="0" fill="hold" nodeType="afterEffect">
                                  <p:stCondLst>
                                    <p:cond delay="0"/>
                                  </p:stCondLst>
                                  <p:childTnLst>
                                    <p:set>
                                      <p:cBhvr>
                                        <p:cTn id="79" dur="1" fill="hold">
                                          <p:stCondLst>
                                            <p:cond delay="0"/>
                                          </p:stCondLst>
                                        </p:cTn>
                                        <p:tgtEl>
                                          <p:spTgt spid="2"/>
                                        </p:tgtEl>
                                        <p:attrNameLst>
                                          <p:attrName>style.visibility</p:attrName>
                                        </p:attrNameLst>
                                      </p:cBhvr>
                                      <p:to>
                                        <p:strVal val="visible"/>
                                      </p:to>
                                    </p:set>
                                    <p:animEffect transition="in" filter="fade">
                                      <p:cBhvr>
                                        <p:cTn id="80" dur="500"/>
                                        <p:tgtEl>
                                          <p:spTgt spid="2"/>
                                        </p:tgtEl>
                                      </p:cBhvr>
                                    </p:animEffect>
                                  </p:childTnLst>
                                </p:cTn>
                              </p:par>
                              <p:par>
                                <p:cTn id="81" presetID="23" presetClass="entr" presetSubtype="16" fill="hold" nodeType="withEffect">
                                  <p:stCondLst>
                                    <p:cond delay="400"/>
                                  </p:stCondLst>
                                  <p:childTnLst>
                                    <p:set>
                                      <p:cBhvr>
                                        <p:cTn id="82" dur="1" fill="hold">
                                          <p:stCondLst>
                                            <p:cond delay="0"/>
                                          </p:stCondLst>
                                        </p:cTn>
                                        <p:tgtEl>
                                          <p:spTgt spid="9"/>
                                        </p:tgtEl>
                                        <p:attrNameLst>
                                          <p:attrName>style.visibility</p:attrName>
                                        </p:attrNameLst>
                                      </p:cBhvr>
                                      <p:to>
                                        <p:strVal val="visible"/>
                                      </p:to>
                                    </p:set>
                                    <p:anim calcmode="lin" valueType="num">
                                      <p:cBhvr additive="base">
                                        <p:cTn id="83" dur="500"/>
                                        <p:tgtEl>
                                          <p:spTgt spid="9"/>
                                        </p:tgtEl>
                                        <p:attrNameLst>
                                          <p:attrName>ppt_w</p:attrName>
                                        </p:attrNameLst>
                                      </p:cBhvr>
                                      <p:tavLst>
                                        <p:tav tm="0">
                                          <p:val>
                                            <p:strVal val="0"/>
                                          </p:val>
                                        </p:tav>
                                        <p:tav tm="100000">
                                          <p:val>
                                            <p:strVal val="#ppt_w"/>
                                          </p:val>
                                        </p:tav>
                                      </p:tavLst>
                                    </p:anim>
                                    <p:anim calcmode="lin" valueType="num">
                                      <p:cBhvr additive="base">
                                        <p:cTn id="84" dur="500"/>
                                        <p:tgtEl>
                                          <p:spTgt spid="9"/>
                                        </p:tgtEl>
                                        <p:attrNameLst>
                                          <p:attrName>ppt_h</p:attrName>
                                        </p:attrNameLst>
                                      </p:cBhvr>
                                      <p:tavLst>
                                        <p:tav tm="0">
                                          <p:val>
                                            <p:strVal val="0"/>
                                          </p:val>
                                        </p:tav>
                                        <p:tav tm="100000">
                                          <p:val>
                                            <p:strVal val="#ppt_h"/>
                                          </p:val>
                                        </p:tav>
                                      </p:tavLst>
                                    </p:anim>
                                  </p:childTnLst>
                                </p:cTn>
                              </p:par>
                            </p:childTnLst>
                          </p:cTn>
                        </p:par>
                        <p:par>
                          <p:cTn id="85" fill="hold">
                            <p:stCondLst>
                              <p:cond delay="5900"/>
                            </p:stCondLst>
                            <p:childTnLst>
                              <p:par>
                                <p:cTn id="86" presetID="23" presetClass="entr" presetSubtype="16" fill="hold" nodeType="afterEffect">
                                  <p:stCondLst>
                                    <p:cond delay="0"/>
                                  </p:stCondLst>
                                  <p:childTnLst>
                                    <p:set>
                                      <p:cBhvr>
                                        <p:cTn id="87" dur="1" fill="hold">
                                          <p:stCondLst>
                                            <p:cond delay="0"/>
                                          </p:stCondLst>
                                        </p:cTn>
                                        <p:tgtEl>
                                          <p:spTgt spid="10"/>
                                        </p:tgtEl>
                                        <p:attrNameLst>
                                          <p:attrName>style.visibility</p:attrName>
                                        </p:attrNameLst>
                                      </p:cBhvr>
                                      <p:to>
                                        <p:strVal val="visible"/>
                                      </p:to>
                                    </p:set>
                                    <p:anim calcmode="lin" valueType="num">
                                      <p:cBhvr additive="base">
                                        <p:cTn id="88" dur="500"/>
                                        <p:tgtEl>
                                          <p:spTgt spid="10"/>
                                        </p:tgtEl>
                                        <p:attrNameLst>
                                          <p:attrName>ppt_w</p:attrName>
                                        </p:attrNameLst>
                                      </p:cBhvr>
                                      <p:tavLst>
                                        <p:tav tm="0">
                                          <p:val>
                                            <p:strVal val="0"/>
                                          </p:val>
                                        </p:tav>
                                        <p:tav tm="100000">
                                          <p:val>
                                            <p:strVal val="#ppt_w"/>
                                          </p:val>
                                        </p:tav>
                                      </p:tavLst>
                                    </p:anim>
                                    <p:anim calcmode="lin" valueType="num">
                                      <p:cBhvr additive="base">
                                        <p:cTn id="89" dur="500"/>
                                        <p:tgtEl>
                                          <p:spTgt spid="10"/>
                                        </p:tgtEl>
                                        <p:attrNameLst>
                                          <p:attrName>ppt_h</p:attrName>
                                        </p:attrNameLst>
                                      </p:cBhvr>
                                      <p:tavLst>
                                        <p:tav tm="0">
                                          <p:val>
                                            <p:strVal val="0"/>
                                          </p:val>
                                        </p:tav>
                                        <p:tav tm="100000">
                                          <p:val>
                                            <p:strVal val="#ppt_h"/>
                                          </p:val>
                                        </p:tav>
                                      </p:tavLst>
                                    </p:anim>
                                  </p:childTnLst>
                                </p:cTn>
                              </p:par>
                              <p:par>
                                <p:cTn id="90" presetID="23" presetClass="entr" presetSubtype="16" fill="hold" nodeType="withEffect">
                                  <p:stCondLst>
                                    <p:cond delay="0"/>
                                  </p:stCondLst>
                                  <p:childTnLst>
                                    <p:set>
                                      <p:cBhvr>
                                        <p:cTn id="91" dur="1" fill="hold">
                                          <p:stCondLst>
                                            <p:cond delay="0"/>
                                          </p:stCondLst>
                                        </p:cTn>
                                        <p:tgtEl>
                                          <p:spTgt spid="8"/>
                                        </p:tgtEl>
                                        <p:attrNameLst>
                                          <p:attrName>style.visibility</p:attrName>
                                        </p:attrNameLst>
                                      </p:cBhvr>
                                      <p:to>
                                        <p:strVal val="visible"/>
                                      </p:to>
                                    </p:set>
                                    <p:anim calcmode="lin" valueType="num">
                                      <p:cBhvr additive="base">
                                        <p:cTn id="92" dur="500"/>
                                        <p:tgtEl>
                                          <p:spTgt spid="8"/>
                                        </p:tgtEl>
                                        <p:attrNameLst>
                                          <p:attrName>ppt_w</p:attrName>
                                        </p:attrNameLst>
                                      </p:cBhvr>
                                      <p:tavLst>
                                        <p:tav tm="0">
                                          <p:val>
                                            <p:strVal val="0"/>
                                          </p:val>
                                        </p:tav>
                                        <p:tav tm="100000">
                                          <p:val>
                                            <p:strVal val="#ppt_w"/>
                                          </p:val>
                                        </p:tav>
                                      </p:tavLst>
                                    </p:anim>
                                    <p:anim calcmode="lin" valueType="num">
                                      <p:cBhvr additive="base">
                                        <p:cTn id="93" dur="500"/>
                                        <p:tgtEl>
                                          <p:spTgt spid="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grpSp>
        <p:nvGrpSpPr>
          <p:cNvPr id="301" name="Google Shape;301;p23"/>
          <p:cNvGrpSpPr/>
          <p:nvPr/>
        </p:nvGrpSpPr>
        <p:grpSpPr>
          <a:xfrm>
            <a:off x="0" y="0"/>
            <a:ext cx="1223889" cy="1345548"/>
            <a:chOff x="0" y="0"/>
            <a:chExt cx="6237928" cy="6858000"/>
          </a:xfrm>
        </p:grpSpPr>
        <p:sp>
          <p:nvSpPr>
            <p:cNvPr id="302" name="Google Shape;302;p23"/>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303" name="Google Shape;303;p23"/>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304" name="Google Shape;304;p23"/>
          <p:cNvSpPr/>
          <p:nvPr/>
        </p:nvSpPr>
        <p:spPr>
          <a:xfrm>
            <a:off x="6819687" y="3098661"/>
            <a:ext cx="4654320" cy="2483844"/>
          </a:xfrm>
          <a:prstGeom prst="rect">
            <a:avLst/>
          </a:prstGeom>
          <a:noFill/>
          <a:ln>
            <a:noFill/>
          </a:ln>
        </p:spPr>
        <p:txBody>
          <a:bodyPr spcFirstLastPara="1" wrap="square" lIns="91425" tIns="45700" rIns="91425" bIns="45700" anchor="t" anchorCtr="0">
            <a:noAutofit/>
          </a:bodyPr>
          <a:lstStyle/>
          <a:p>
            <a:pPr lvl="0" algn="just">
              <a:buClr>
                <a:srgbClr val="595959"/>
              </a:buClr>
              <a:buSzPts val="1799"/>
            </a:pPr>
            <a:r>
              <a:rPr lang="en-US" dirty="0"/>
              <a:t>To mitigate the threat of payment card data theft, KFC can implement end-to-end encryption to protect payment data as it is transmitted from the POS system to the payment processor. KFC can also implement two-factor authentication for access to the POS system, and regularly monitor the system for suspicious activity.</a:t>
            </a:r>
            <a:endParaRPr sz="1799" dirty="0">
              <a:solidFill>
                <a:srgbClr val="595959"/>
              </a:solidFill>
              <a:latin typeface="Arial"/>
              <a:ea typeface="Arial"/>
              <a:cs typeface="Arial"/>
              <a:sym typeface="Arial"/>
            </a:endParaRPr>
          </a:p>
        </p:txBody>
      </p:sp>
      <p:sp>
        <p:nvSpPr>
          <p:cNvPr id="309" name="Google Shape;309;p23"/>
          <p:cNvSpPr/>
          <p:nvPr/>
        </p:nvSpPr>
        <p:spPr>
          <a:xfrm>
            <a:off x="1123654" y="3098661"/>
            <a:ext cx="4655906" cy="2150996"/>
          </a:xfrm>
          <a:prstGeom prst="rect">
            <a:avLst/>
          </a:prstGeom>
          <a:noFill/>
          <a:ln>
            <a:noFill/>
          </a:ln>
        </p:spPr>
        <p:txBody>
          <a:bodyPr spcFirstLastPara="1" wrap="square" lIns="91425" tIns="45700" rIns="91425" bIns="45700" anchor="t" anchorCtr="0">
            <a:noAutofit/>
          </a:bodyPr>
          <a:lstStyle/>
          <a:p>
            <a:pPr algn="just"/>
            <a:r>
              <a:rPr lang="en-US" dirty="0"/>
              <a:t>The POS system is a prime target for cyber criminals who seek to steal payment card data. Attackers may attempt to install malware on the POS system to intercept payment card data as it is being processed. This can lead to significant financial losses and damage to KFC's reputation.</a:t>
            </a:r>
          </a:p>
          <a:p>
            <a:pPr marR="0" lvl="0" algn="just" rtl="0">
              <a:spcBef>
                <a:spcPts val="0"/>
              </a:spcBef>
              <a:spcAft>
                <a:spcPts val="0"/>
              </a:spcAft>
              <a:buClr>
                <a:srgbClr val="1F3240"/>
              </a:buClr>
              <a:buSzPts val="1799"/>
            </a:pPr>
            <a:endParaRPr sz="1799" dirty="0">
              <a:solidFill>
                <a:srgbClr val="1F3240"/>
              </a:solidFill>
              <a:latin typeface="Arial"/>
              <a:ea typeface="Arial"/>
              <a:cs typeface="Arial"/>
              <a:sym typeface="Arial"/>
            </a:endParaRPr>
          </a:p>
        </p:txBody>
      </p:sp>
      <p:sp>
        <p:nvSpPr>
          <p:cNvPr id="310" name="Google Shape;310;p23"/>
          <p:cNvSpPr txBox="1"/>
          <p:nvPr/>
        </p:nvSpPr>
        <p:spPr>
          <a:xfrm>
            <a:off x="2055392" y="2196568"/>
            <a:ext cx="2792431" cy="646331"/>
          </a:xfrm>
          <a:prstGeom prst="rect">
            <a:avLst/>
          </a:prstGeom>
          <a:solidFill>
            <a:srgbClr val="EF0023"/>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600" b="1" dirty="0">
                <a:solidFill>
                  <a:srgbClr val="FFFFFF"/>
                </a:solidFill>
                <a:latin typeface="Arial"/>
                <a:ea typeface="Arial"/>
                <a:cs typeface="Arial"/>
                <a:sym typeface="Arial"/>
              </a:rPr>
              <a:t>Threat</a:t>
            </a:r>
            <a:endParaRPr sz="3600" b="1" dirty="0">
              <a:solidFill>
                <a:srgbClr val="FFFFFF"/>
              </a:solidFill>
              <a:latin typeface="Arial"/>
              <a:ea typeface="Arial"/>
              <a:cs typeface="Arial"/>
              <a:sym typeface="Arial"/>
            </a:endParaRPr>
          </a:p>
        </p:txBody>
      </p:sp>
      <p:sp>
        <p:nvSpPr>
          <p:cNvPr id="311" name="Google Shape;311;p23"/>
          <p:cNvSpPr txBox="1"/>
          <p:nvPr/>
        </p:nvSpPr>
        <p:spPr>
          <a:xfrm>
            <a:off x="7750632" y="2196568"/>
            <a:ext cx="2792431" cy="646331"/>
          </a:xfrm>
          <a:prstGeom prst="rect">
            <a:avLst/>
          </a:prstGeom>
          <a:solidFill>
            <a:srgbClr val="25313D"/>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600" b="1" dirty="0">
                <a:solidFill>
                  <a:srgbClr val="FFFFFF"/>
                </a:solidFill>
                <a:latin typeface="Arial"/>
                <a:ea typeface="Arial"/>
                <a:cs typeface="Arial"/>
                <a:sym typeface="Arial"/>
              </a:rPr>
              <a:t>Mechanism</a:t>
            </a:r>
            <a:endParaRPr sz="3600" b="1" dirty="0">
              <a:solidFill>
                <a:srgbClr val="FFFFFF"/>
              </a:solidFill>
              <a:latin typeface="Arial"/>
              <a:ea typeface="Arial"/>
              <a:cs typeface="Arial"/>
              <a:sym typeface="Arial"/>
            </a:endParaRPr>
          </a:p>
        </p:txBody>
      </p:sp>
      <p:sp>
        <p:nvSpPr>
          <p:cNvPr id="313" name="Google Shape;313;p23"/>
          <p:cNvSpPr txBox="1">
            <a:spLocks noGrp="1"/>
          </p:cNvSpPr>
          <p:nvPr>
            <p:ph type="title"/>
          </p:nvPr>
        </p:nvSpPr>
        <p:spPr>
          <a:xfrm>
            <a:off x="1155191" y="492493"/>
            <a:ext cx="9898743" cy="646385"/>
          </a:xfrm>
          <a:prstGeom prst="rect">
            <a:avLst/>
          </a:prstGeom>
          <a:noFill/>
          <a:ln>
            <a:noFill/>
          </a:ln>
        </p:spPr>
        <p:txBody>
          <a:bodyPr spcFirstLastPara="1" wrap="square" lIns="91425" tIns="45700" rIns="91425" bIns="45700" anchor="ctr" anchorCtr="0">
            <a:noAutofit/>
          </a:bodyPr>
          <a:lstStyle/>
          <a:p>
            <a:pPr algn="ctr"/>
            <a:r>
              <a:rPr lang="en-US" b="1" u="sng" dirty="0">
                <a:latin typeface="Arial" panose="020B0604020202020204" pitchFamily="34" charset="0"/>
                <a:cs typeface="Arial" panose="020B0604020202020204" pitchFamily="34" charset="0"/>
              </a:rPr>
              <a:t>SECURITY THREATS &amp; MECHANISMS TO PREVENT THEM</a:t>
            </a:r>
            <a:br>
              <a:rPr lang="en-US" b="1" u="sng" dirty="0">
                <a:latin typeface="Arial" panose="020B0604020202020204" pitchFamily="34" charset="0"/>
                <a:cs typeface="Arial" panose="020B0604020202020204" pitchFamily="34" charset="0"/>
              </a:rPr>
            </a:br>
            <a:endParaRPr lang="en-US" u="sng" dirty="0"/>
          </a:p>
        </p:txBody>
      </p:sp>
      <p:sp>
        <p:nvSpPr>
          <p:cNvPr id="2" name="Rectangle 1">
            <a:extLst>
              <a:ext uri="{FF2B5EF4-FFF2-40B4-BE49-F238E27FC236}">
                <a16:creationId xmlns:a16="http://schemas.microsoft.com/office/drawing/2014/main" id="{42EAFB50-6BAD-1B8E-D4B5-FDD4AA42119D}"/>
              </a:ext>
            </a:extLst>
          </p:cNvPr>
          <p:cNvSpPr/>
          <p:nvPr/>
        </p:nvSpPr>
        <p:spPr>
          <a:xfrm>
            <a:off x="-84474" y="6618789"/>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sp>
        <p:nvSpPr>
          <p:cNvPr id="5" name="Google Shape;313;p23">
            <a:extLst>
              <a:ext uri="{FF2B5EF4-FFF2-40B4-BE49-F238E27FC236}">
                <a16:creationId xmlns:a16="http://schemas.microsoft.com/office/drawing/2014/main" id="{00D43BB7-D45F-5B70-9CEE-8E8566FFE534}"/>
              </a:ext>
            </a:extLst>
          </p:cNvPr>
          <p:cNvSpPr txBox="1">
            <a:spLocks/>
          </p:cNvSpPr>
          <p:nvPr/>
        </p:nvSpPr>
        <p:spPr>
          <a:xfrm>
            <a:off x="167640" y="1194183"/>
            <a:ext cx="11856720" cy="646385"/>
          </a:xfrm>
          <a:prstGeom prst="rect">
            <a:avLst/>
          </a:prstGeom>
          <a:noFill/>
          <a:ln>
            <a:noFill/>
          </a:ln>
        </p:spPr>
        <p:txBody>
          <a:bodyPr spcFirstLastPara="1" vert="horz" wrap="square" lIns="91425" tIns="45700" rIns="91425" bIns="45700" rtlCol="0" anchor="ctr" anchorCtr="0">
            <a:noAutofit/>
          </a:bodyPr>
          <a:lstStyle>
            <a:lvl1pPr lvl="0" algn="l" defTabSz="914400" rtl="0" eaLnBrk="1" latinLnBrk="0" hangingPunct="1">
              <a:lnSpc>
                <a:spcPct val="90000"/>
              </a:lnSpc>
              <a:spcBef>
                <a:spcPts val="0"/>
              </a:spcBef>
              <a:spcAft>
                <a:spcPts val="0"/>
              </a:spcAft>
              <a:buClr>
                <a:srgbClr val="262626"/>
              </a:buClr>
              <a:buSzPts val="3200"/>
              <a:buFont typeface="Arial"/>
              <a:buNone/>
              <a:defRPr sz="3200" kern="1200">
                <a:solidFill>
                  <a:srgbClr val="262626"/>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lvl="1">
              <a:lnSpc>
                <a:spcPct val="107000"/>
              </a:lnSpc>
              <a:spcBef>
                <a:spcPts val="200"/>
              </a:spcBef>
            </a:pPr>
            <a:r>
              <a:rPr lang="en-US" sz="2400" b="1" kern="100" dirty="0">
                <a:solidFill>
                  <a:srgbClr val="1F3763"/>
                </a:solidFill>
                <a:effectLst/>
                <a:latin typeface="Times New Roman" panose="02020603050405020304" pitchFamily="18" charset="0"/>
                <a:ea typeface="Times New Roman" panose="02020603050405020304" pitchFamily="18" charset="0"/>
                <a:cs typeface="Times New Roman" panose="02020603050405020304" pitchFamily="18" charset="0"/>
              </a:rPr>
              <a:t>1. Point of Sale (POS)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0"/>
                                        </p:tgtEl>
                                        <p:attrNameLst>
                                          <p:attrName>style.visibility</p:attrName>
                                        </p:attrNameLst>
                                      </p:cBhvr>
                                      <p:to>
                                        <p:strVal val="visible"/>
                                      </p:to>
                                    </p:set>
                                    <p:animEffect transition="in" filter="fade">
                                      <p:cBhvr>
                                        <p:cTn id="7" dur="500"/>
                                        <p:tgtEl>
                                          <p:spTgt spid="310"/>
                                        </p:tgtEl>
                                      </p:cBhvr>
                                    </p:animEffect>
                                  </p:childTnLst>
                                </p:cTn>
                              </p:par>
                              <p:par>
                                <p:cTn id="8" presetID="2" presetClass="entr" presetSubtype="4" fill="hold" nodeType="withEffect">
                                  <p:stCondLst>
                                    <p:cond delay="200"/>
                                  </p:stCondLst>
                                  <p:childTnLst>
                                    <p:set>
                                      <p:cBhvr>
                                        <p:cTn id="9" dur="1" fill="hold">
                                          <p:stCondLst>
                                            <p:cond delay="0"/>
                                          </p:stCondLst>
                                        </p:cTn>
                                        <p:tgtEl>
                                          <p:spTgt spid="309"/>
                                        </p:tgtEl>
                                        <p:attrNameLst>
                                          <p:attrName>style.visibility</p:attrName>
                                        </p:attrNameLst>
                                      </p:cBhvr>
                                      <p:to>
                                        <p:strVal val="visible"/>
                                      </p:to>
                                    </p:set>
                                    <p:anim calcmode="lin" valueType="num">
                                      <p:cBhvr additive="base">
                                        <p:cTn id="10" dur="500"/>
                                        <p:tgtEl>
                                          <p:spTgt spid="309"/>
                                        </p:tgtEl>
                                        <p:attrNameLst>
                                          <p:attrName>ppt_y</p:attrName>
                                        </p:attrNameLst>
                                      </p:cBhvr>
                                      <p:tavLst>
                                        <p:tav tm="0">
                                          <p:val>
                                            <p:strVal val="#ppt_y+1"/>
                                          </p:val>
                                        </p:tav>
                                        <p:tav tm="100000">
                                          <p:val>
                                            <p:strVal val="#ppt_y"/>
                                          </p:val>
                                        </p:tav>
                                      </p:tavLst>
                                    </p:anim>
                                  </p:childTnLst>
                                </p:cTn>
                              </p:par>
                            </p:childTnLst>
                          </p:cTn>
                        </p:par>
                        <p:par>
                          <p:cTn id="11" fill="hold">
                            <p:stCondLst>
                              <p:cond delay="700"/>
                            </p:stCondLst>
                            <p:childTnLst>
                              <p:par>
                                <p:cTn id="12" presetID="10" presetClass="entr" presetSubtype="0" fill="hold" nodeType="afterEffect">
                                  <p:stCondLst>
                                    <p:cond delay="0"/>
                                  </p:stCondLst>
                                  <p:childTnLst>
                                    <p:set>
                                      <p:cBhvr>
                                        <p:cTn id="13" dur="1" fill="hold">
                                          <p:stCondLst>
                                            <p:cond delay="0"/>
                                          </p:stCondLst>
                                        </p:cTn>
                                        <p:tgtEl>
                                          <p:spTgt spid="311"/>
                                        </p:tgtEl>
                                        <p:attrNameLst>
                                          <p:attrName>style.visibility</p:attrName>
                                        </p:attrNameLst>
                                      </p:cBhvr>
                                      <p:to>
                                        <p:strVal val="visible"/>
                                      </p:to>
                                    </p:set>
                                    <p:animEffect transition="in" filter="fade">
                                      <p:cBhvr>
                                        <p:cTn id="14" dur="500"/>
                                        <p:tgtEl>
                                          <p:spTgt spid="311"/>
                                        </p:tgtEl>
                                      </p:cBhvr>
                                    </p:animEffect>
                                  </p:childTnLst>
                                </p:cTn>
                              </p:par>
                            </p:childTnLst>
                          </p:cTn>
                        </p:par>
                        <p:par>
                          <p:cTn id="15" fill="hold">
                            <p:stCondLst>
                              <p:cond delay="1200"/>
                            </p:stCondLst>
                            <p:childTnLst>
                              <p:par>
                                <p:cTn id="16" presetID="2" presetClass="entr" presetSubtype="4" fill="hold" nodeType="afterEffect">
                                  <p:stCondLst>
                                    <p:cond delay="0"/>
                                  </p:stCondLst>
                                  <p:childTnLst>
                                    <p:set>
                                      <p:cBhvr>
                                        <p:cTn id="17" dur="1" fill="hold">
                                          <p:stCondLst>
                                            <p:cond delay="0"/>
                                          </p:stCondLst>
                                        </p:cTn>
                                        <p:tgtEl>
                                          <p:spTgt spid="304"/>
                                        </p:tgtEl>
                                        <p:attrNameLst>
                                          <p:attrName>style.visibility</p:attrName>
                                        </p:attrNameLst>
                                      </p:cBhvr>
                                      <p:to>
                                        <p:strVal val="visible"/>
                                      </p:to>
                                    </p:set>
                                    <p:anim calcmode="lin" valueType="num">
                                      <p:cBhvr additive="base">
                                        <p:cTn id="18" dur="500"/>
                                        <p:tgtEl>
                                          <p:spTgt spid="3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grpSp>
        <p:nvGrpSpPr>
          <p:cNvPr id="301" name="Google Shape;301;p23"/>
          <p:cNvGrpSpPr/>
          <p:nvPr/>
        </p:nvGrpSpPr>
        <p:grpSpPr>
          <a:xfrm>
            <a:off x="0" y="0"/>
            <a:ext cx="1223889" cy="1345548"/>
            <a:chOff x="0" y="0"/>
            <a:chExt cx="6237928" cy="6858000"/>
          </a:xfrm>
        </p:grpSpPr>
        <p:sp>
          <p:nvSpPr>
            <p:cNvPr id="302" name="Google Shape;302;p23"/>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303" name="Google Shape;303;p23"/>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304" name="Google Shape;304;p23"/>
          <p:cNvSpPr/>
          <p:nvPr/>
        </p:nvSpPr>
        <p:spPr>
          <a:xfrm>
            <a:off x="6819687" y="3098661"/>
            <a:ext cx="4654320" cy="2483844"/>
          </a:xfrm>
          <a:prstGeom prst="rect">
            <a:avLst/>
          </a:prstGeom>
          <a:noFill/>
          <a:ln>
            <a:noFill/>
          </a:ln>
        </p:spPr>
        <p:txBody>
          <a:bodyPr spcFirstLastPara="1" wrap="square" lIns="91425" tIns="45700" rIns="91425" bIns="45700" anchor="t" anchorCtr="0">
            <a:noAutofit/>
          </a:bodyPr>
          <a:lstStyle/>
          <a:p>
            <a:pPr lvl="0" algn="just">
              <a:buClr>
                <a:srgbClr val="595959"/>
              </a:buClr>
              <a:buSzPts val="1799"/>
            </a:pPr>
            <a:r>
              <a:rPr lang="en-US" dirty="0"/>
              <a:t>To prevent unauthorized access to the inventory management system, KFC can implement strong access controls, such as multi-factor authentication and role-based access control. KFC can also regularly review system logs to detect any suspicious activity or unauthorized access attempts.</a:t>
            </a:r>
            <a:endParaRPr sz="1799" dirty="0">
              <a:solidFill>
                <a:srgbClr val="595959"/>
              </a:solidFill>
              <a:latin typeface="Arial"/>
              <a:ea typeface="Arial"/>
              <a:cs typeface="Arial"/>
              <a:sym typeface="Arial"/>
            </a:endParaRPr>
          </a:p>
        </p:txBody>
      </p:sp>
      <p:sp>
        <p:nvSpPr>
          <p:cNvPr id="309" name="Google Shape;309;p23"/>
          <p:cNvSpPr/>
          <p:nvPr/>
        </p:nvSpPr>
        <p:spPr>
          <a:xfrm>
            <a:off x="1123654" y="3098661"/>
            <a:ext cx="4655906" cy="2150996"/>
          </a:xfrm>
          <a:prstGeom prst="rect">
            <a:avLst/>
          </a:prstGeom>
          <a:noFill/>
          <a:ln>
            <a:noFill/>
          </a:ln>
        </p:spPr>
        <p:txBody>
          <a:bodyPr spcFirstLastPara="1" wrap="square" lIns="91425" tIns="45700" rIns="91425" bIns="45700" anchor="t" anchorCtr="0">
            <a:noAutofit/>
          </a:bodyPr>
          <a:lstStyle/>
          <a:p>
            <a:pPr algn="just"/>
            <a:r>
              <a:rPr lang="en-US" dirty="0"/>
              <a:t>If the inventory management system is not properly secured, it may be vulnerable to unauthorized access or manipulation. Attackers could potentially modify inventory levels or ingredient lists, which could lead to incorrect orders or shortages.</a:t>
            </a:r>
            <a:endParaRPr sz="1799" dirty="0">
              <a:solidFill>
                <a:srgbClr val="1F3240"/>
              </a:solidFill>
              <a:latin typeface="Arial"/>
              <a:ea typeface="Arial"/>
              <a:cs typeface="Arial"/>
              <a:sym typeface="Arial"/>
            </a:endParaRPr>
          </a:p>
        </p:txBody>
      </p:sp>
      <p:sp>
        <p:nvSpPr>
          <p:cNvPr id="310" name="Google Shape;310;p23"/>
          <p:cNvSpPr txBox="1"/>
          <p:nvPr/>
        </p:nvSpPr>
        <p:spPr>
          <a:xfrm>
            <a:off x="2055392" y="2196568"/>
            <a:ext cx="2792431" cy="646331"/>
          </a:xfrm>
          <a:prstGeom prst="rect">
            <a:avLst/>
          </a:prstGeom>
          <a:solidFill>
            <a:srgbClr val="EF0023"/>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600" b="1" dirty="0">
                <a:solidFill>
                  <a:srgbClr val="FFFFFF"/>
                </a:solidFill>
                <a:latin typeface="Arial"/>
                <a:ea typeface="Arial"/>
                <a:cs typeface="Arial"/>
                <a:sym typeface="Arial"/>
              </a:rPr>
              <a:t>Threat</a:t>
            </a:r>
            <a:endParaRPr sz="3600" b="1" dirty="0">
              <a:solidFill>
                <a:srgbClr val="FFFFFF"/>
              </a:solidFill>
              <a:latin typeface="Arial"/>
              <a:ea typeface="Arial"/>
              <a:cs typeface="Arial"/>
              <a:sym typeface="Arial"/>
            </a:endParaRPr>
          </a:p>
        </p:txBody>
      </p:sp>
      <p:sp>
        <p:nvSpPr>
          <p:cNvPr id="311" name="Google Shape;311;p23"/>
          <p:cNvSpPr txBox="1"/>
          <p:nvPr/>
        </p:nvSpPr>
        <p:spPr>
          <a:xfrm>
            <a:off x="7750632" y="2196568"/>
            <a:ext cx="2792431" cy="646331"/>
          </a:xfrm>
          <a:prstGeom prst="rect">
            <a:avLst/>
          </a:prstGeom>
          <a:solidFill>
            <a:srgbClr val="25313D"/>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600" b="1" dirty="0">
                <a:solidFill>
                  <a:srgbClr val="FFFFFF"/>
                </a:solidFill>
                <a:latin typeface="Arial"/>
                <a:ea typeface="Arial"/>
                <a:cs typeface="Arial"/>
                <a:sym typeface="Arial"/>
              </a:rPr>
              <a:t>Mechanism</a:t>
            </a:r>
            <a:endParaRPr sz="3600" b="1" dirty="0">
              <a:solidFill>
                <a:srgbClr val="FFFFFF"/>
              </a:solidFill>
              <a:latin typeface="Arial"/>
              <a:ea typeface="Arial"/>
              <a:cs typeface="Arial"/>
              <a:sym typeface="Arial"/>
            </a:endParaRPr>
          </a:p>
        </p:txBody>
      </p:sp>
      <p:sp>
        <p:nvSpPr>
          <p:cNvPr id="313" name="Google Shape;313;p23"/>
          <p:cNvSpPr txBox="1">
            <a:spLocks noGrp="1"/>
          </p:cNvSpPr>
          <p:nvPr>
            <p:ph type="title"/>
          </p:nvPr>
        </p:nvSpPr>
        <p:spPr>
          <a:xfrm>
            <a:off x="1155191" y="492493"/>
            <a:ext cx="9898743" cy="646385"/>
          </a:xfrm>
          <a:prstGeom prst="rect">
            <a:avLst/>
          </a:prstGeom>
          <a:noFill/>
          <a:ln>
            <a:noFill/>
          </a:ln>
        </p:spPr>
        <p:txBody>
          <a:bodyPr spcFirstLastPara="1" wrap="square" lIns="91425" tIns="45700" rIns="91425" bIns="45700" anchor="ctr" anchorCtr="0">
            <a:noAutofit/>
          </a:bodyPr>
          <a:lstStyle/>
          <a:p>
            <a:pPr algn="ctr"/>
            <a:r>
              <a:rPr lang="en-US" b="1" u="sng" dirty="0">
                <a:latin typeface="Arial" panose="020B0604020202020204" pitchFamily="34" charset="0"/>
                <a:cs typeface="Arial" panose="020B0604020202020204" pitchFamily="34" charset="0"/>
              </a:rPr>
              <a:t>SECURITY THREATS &amp; MECHANISMS TO PREVENT THEM</a:t>
            </a:r>
            <a:br>
              <a:rPr lang="en-US" b="1" u="sng" dirty="0">
                <a:latin typeface="Arial" panose="020B0604020202020204" pitchFamily="34" charset="0"/>
                <a:cs typeface="Arial" panose="020B0604020202020204" pitchFamily="34" charset="0"/>
              </a:rPr>
            </a:br>
            <a:endParaRPr lang="en-US" u="sng" dirty="0"/>
          </a:p>
        </p:txBody>
      </p:sp>
      <p:sp>
        <p:nvSpPr>
          <p:cNvPr id="2" name="Rectangle 1">
            <a:extLst>
              <a:ext uri="{FF2B5EF4-FFF2-40B4-BE49-F238E27FC236}">
                <a16:creationId xmlns:a16="http://schemas.microsoft.com/office/drawing/2014/main" id="{42EAFB50-6BAD-1B8E-D4B5-FDD4AA42119D}"/>
              </a:ext>
            </a:extLst>
          </p:cNvPr>
          <p:cNvSpPr/>
          <p:nvPr/>
        </p:nvSpPr>
        <p:spPr>
          <a:xfrm>
            <a:off x="-84474" y="6618789"/>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sp>
        <p:nvSpPr>
          <p:cNvPr id="5" name="Google Shape;313;p23">
            <a:extLst>
              <a:ext uri="{FF2B5EF4-FFF2-40B4-BE49-F238E27FC236}">
                <a16:creationId xmlns:a16="http://schemas.microsoft.com/office/drawing/2014/main" id="{00D43BB7-D45F-5B70-9CEE-8E8566FFE534}"/>
              </a:ext>
            </a:extLst>
          </p:cNvPr>
          <p:cNvSpPr txBox="1">
            <a:spLocks/>
          </p:cNvSpPr>
          <p:nvPr/>
        </p:nvSpPr>
        <p:spPr>
          <a:xfrm>
            <a:off x="167640" y="1194183"/>
            <a:ext cx="11856720" cy="646385"/>
          </a:xfrm>
          <a:prstGeom prst="rect">
            <a:avLst/>
          </a:prstGeom>
          <a:noFill/>
          <a:ln>
            <a:noFill/>
          </a:ln>
        </p:spPr>
        <p:txBody>
          <a:bodyPr spcFirstLastPara="1" vert="horz" wrap="square" lIns="91425" tIns="45700" rIns="91425" bIns="45700" rtlCol="0" anchor="ctr" anchorCtr="0">
            <a:noAutofit/>
          </a:bodyPr>
          <a:lstStyle>
            <a:lvl1pPr lvl="0" algn="l" defTabSz="914400" rtl="0" eaLnBrk="1" latinLnBrk="0" hangingPunct="1">
              <a:lnSpc>
                <a:spcPct val="90000"/>
              </a:lnSpc>
              <a:spcBef>
                <a:spcPts val="0"/>
              </a:spcBef>
              <a:spcAft>
                <a:spcPts val="0"/>
              </a:spcAft>
              <a:buClr>
                <a:srgbClr val="262626"/>
              </a:buClr>
              <a:buSzPts val="3200"/>
              <a:buFont typeface="Arial"/>
              <a:buNone/>
              <a:defRPr sz="3200" kern="1200">
                <a:solidFill>
                  <a:srgbClr val="262626"/>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lvl="1">
              <a:lnSpc>
                <a:spcPct val="107000"/>
              </a:lnSpc>
              <a:spcBef>
                <a:spcPts val="200"/>
              </a:spcBef>
            </a:pPr>
            <a:r>
              <a:rPr lang="en-US" sz="2400" b="1" kern="100" dirty="0">
                <a:solidFill>
                  <a:srgbClr val="1F3763"/>
                </a:solidFill>
                <a:latin typeface="Times New Roman" panose="02020603050405020304" pitchFamily="18" charset="0"/>
                <a:ea typeface="Times New Roman" panose="02020603050405020304" pitchFamily="18" charset="0"/>
                <a:cs typeface="Times New Roman" panose="02020603050405020304" pitchFamily="18" charset="0"/>
              </a:rPr>
              <a:t>2. Inventory management</a:t>
            </a:r>
            <a:r>
              <a:rPr lang="en-US" sz="2400" b="1" kern="100" dirty="0">
                <a:solidFill>
                  <a:srgbClr val="1F3763"/>
                </a:solidFill>
                <a:effectLst/>
                <a:latin typeface="Times New Roman" panose="02020603050405020304" pitchFamily="18" charset="0"/>
                <a:ea typeface="Times New Roman" panose="02020603050405020304" pitchFamily="18" charset="0"/>
                <a:cs typeface="Times New Roman" panose="02020603050405020304" pitchFamily="18" charset="0"/>
              </a:rPr>
              <a:t> System</a:t>
            </a:r>
          </a:p>
        </p:txBody>
      </p:sp>
    </p:spTree>
    <p:extLst>
      <p:ext uri="{BB962C8B-B14F-4D97-AF65-F5344CB8AC3E}">
        <p14:creationId xmlns:p14="http://schemas.microsoft.com/office/powerpoint/2010/main" val="3472210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0"/>
                                        </p:tgtEl>
                                        <p:attrNameLst>
                                          <p:attrName>style.visibility</p:attrName>
                                        </p:attrNameLst>
                                      </p:cBhvr>
                                      <p:to>
                                        <p:strVal val="visible"/>
                                      </p:to>
                                    </p:set>
                                    <p:animEffect transition="in" filter="fade">
                                      <p:cBhvr>
                                        <p:cTn id="7" dur="500"/>
                                        <p:tgtEl>
                                          <p:spTgt spid="310"/>
                                        </p:tgtEl>
                                      </p:cBhvr>
                                    </p:animEffect>
                                  </p:childTnLst>
                                </p:cTn>
                              </p:par>
                              <p:par>
                                <p:cTn id="8" presetID="2" presetClass="entr" presetSubtype="4" fill="hold" nodeType="withEffect">
                                  <p:stCondLst>
                                    <p:cond delay="200"/>
                                  </p:stCondLst>
                                  <p:childTnLst>
                                    <p:set>
                                      <p:cBhvr>
                                        <p:cTn id="9" dur="1" fill="hold">
                                          <p:stCondLst>
                                            <p:cond delay="0"/>
                                          </p:stCondLst>
                                        </p:cTn>
                                        <p:tgtEl>
                                          <p:spTgt spid="309"/>
                                        </p:tgtEl>
                                        <p:attrNameLst>
                                          <p:attrName>style.visibility</p:attrName>
                                        </p:attrNameLst>
                                      </p:cBhvr>
                                      <p:to>
                                        <p:strVal val="visible"/>
                                      </p:to>
                                    </p:set>
                                    <p:anim calcmode="lin" valueType="num">
                                      <p:cBhvr additive="base">
                                        <p:cTn id="10" dur="500"/>
                                        <p:tgtEl>
                                          <p:spTgt spid="309"/>
                                        </p:tgtEl>
                                        <p:attrNameLst>
                                          <p:attrName>ppt_y</p:attrName>
                                        </p:attrNameLst>
                                      </p:cBhvr>
                                      <p:tavLst>
                                        <p:tav tm="0">
                                          <p:val>
                                            <p:strVal val="#ppt_y+1"/>
                                          </p:val>
                                        </p:tav>
                                        <p:tav tm="100000">
                                          <p:val>
                                            <p:strVal val="#ppt_y"/>
                                          </p:val>
                                        </p:tav>
                                      </p:tavLst>
                                    </p:anim>
                                  </p:childTnLst>
                                </p:cTn>
                              </p:par>
                            </p:childTnLst>
                          </p:cTn>
                        </p:par>
                        <p:par>
                          <p:cTn id="11" fill="hold">
                            <p:stCondLst>
                              <p:cond delay="700"/>
                            </p:stCondLst>
                            <p:childTnLst>
                              <p:par>
                                <p:cTn id="12" presetID="10" presetClass="entr" presetSubtype="0" fill="hold" nodeType="afterEffect">
                                  <p:stCondLst>
                                    <p:cond delay="0"/>
                                  </p:stCondLst>
                                  <p:childTnLst>
                                    <p:set>
                                      <p:cBhvr>
                                        <p:cTn id="13" dur="1" fill="hold">
                                          <p:stCondLst>
                                            <p:cond delay="0"/>
                                          </p:stCondLst>
                                        </p:cTn>
                                        <p:tgtEl>
                                          <p:spTgt spid="311"/>
                                        </p:tgtEl>
                                        <p:attrNameLst>
                                          <p:attrName>style.visibility</p:attrName>
                                        </p:attrNameLst>
                                      </p:cBhvr>
                                      <p:to>
                                        <p:strVal val="visible"/>
                                      </p:to>
                                    </p:set>
                                    <p:animEffect transition="in" filter="fade">
                                      <p:cBhvr>
                                        <p:cTn id="14" dur="500"/>
                                        <p:tgtEl>
                                          <p:spTgt spid="311"/>
                                        </p:tgtEl>
                                      </p:cBhvr>
                                    </p:animEffect>
                                  </p:childTnLst>
                                </p:cTn>
                              </p:par>
                            </p:childTnLst>
                          </p:cTn>
                        </p:par>
                        <p:par>
                          <p:cTn id="15" fill="hold">
                            <p:stCondLst>
                              <p:cond delay="1200"/>
                            </p:stCondLst>
                            <p:childTnLst>
                              <p:par>
                                <p:cTn id="16" presetID="2" presetClass="entr" presetSubtype="4" fill="hold" nodeType="afterEffect">
                                  <p:stCondLst>
                                    <p:cond delay="0"/>
                                  </p:stCondLst>
                                  <p:childTnLst>
                                    <p:set>
                                      <p:cBhvr>
                                        <p:cTn id="17" dur="1" fill="hold">
                                          <p:stCondLst>
                                            <p:cond delay="0"/>
                                          </p:stCondLst>
                                        </p:cTn>
                                        <p:tgtEl>
                                          <p:spTgt spid="304"/>
                                        </p:tgtEl>
                                        <p:attrNameLst>
                                          <p:attrName>style.visibility</p:attrName>
                                        </p:attrNameLst>
                                      </p:cBhvr>
                                      <p:to>
                                        <p:strVal val="visible"/>
                                      </p:to>
                                    </p:set>
                                    <p:anim calcmode="lin" valueType="num">
                                      <p:cBhvr additive="base">
                                        <p:cTn id="18" dur="500"/>
                                        <p:tgtEl>
                                          <p:spTgt spid="3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grpSp>
        <p:nvGrpSpPr>
          <p:cNvPr id="301" name="Google Shape;301;p23"/>
          <p:cNvGrpSpPr/>
          <p:nvPr/>
        </p:nvGrpSpPr>
        <p:grpSpPr>
          <a:xfrm>
            <a:off x="0" y="0"/>
            <a:ext cx="1223889" cy="1345548"/>
            <a:chOff x="0" y="0"/>
            <a:chExt cx="6237928" cy="6858000"/>
          </a:xfrm>
        </p:grpSpPr>
        <p:sp>
          <p:nvSpPr>
            <p:cNvPr id="302" name="Google Shape;302;p23"/>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303" name="Google Shape;303;p23"/>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304" name="Google Shape;304;p23"/>
          <p:cNvSpPr/>
          <p:nvPr/>
        </p:nvSpPr>
        <p:spPr>
          <a:xfrm>
            <a:off x="6819687" y="3098661"/>
            <a:ext cx="4654320" cy="2818438"/>
          </a:xfrm>
          <a:prstGeom prst="rect">
            <a:avLst/>
          </a:prstGeom>
          <a:noFill/>
          <a:ln>
            <a:noFill/>
          </a:ln>
        </p:spPr>
        <p:txBody>
          <a:bodyPr spcFirstLastPara="1" wrap="square" lIns="91425" tIns="45700" rIns="91425" bIns="45700" anchor="t" anchorCtr="0">
            <a:noAutofit/>
          </a:bodyPr>
          <a:lstStyle/>
          <a:p>
            <a:pPr lvl="0" algn="just">
              <a:buClr>
                <a:srgbClr val="595959"/>
              </a:buClr>
              <a:buSzPts val="1799"/>
            </a:pPr>
            <a:r>
              <a:rPr lang="en-US" dirty="0"/>
              <a:t>To prevent unauthorized access to the human resources management system, KFC can implement strong access controls, such as multi-factor authentication and role-based access control. KFC can also regularly review system logs to detect any suspicious activity or unauthorized access attempts. Additionally, KFC can implement data loss prevention technologies to prevent the unauthorized transfer of sensitive data.</a:t>
            </a:r>
            <a:endParaRPr sz="1799" dirty="0">
              <a:solidFill>
                <a:srgbClr val="595959"/>
              </a:solidFill>
              <a:latin typeface="Arial"/>
              <a:ea typeface="Arial"/>
              <a:cs typeface="Arial"/>
              <a:sym typeface="Arial"/>
            </a:endParaRPr>
          </a:p>
        </p:txBody>
      </p:sp>
      <p:sp>
        <p:nvSpPr>
          <p:cNvPr id="309" name="Google Shape;309;p23"/>
          <p:cNvSpPr/>
          <p:nvPr/>
        </p:nvSpPr>
        <p:spPr>
          <a:xfrm>
            <a:off x="1123654" y="3098661"/>
            <a:ext cx="4655906" cy="2150996"/>
          </a:xfrm>
          <a:prstGeom prst="rect">
            <a:avLst/>
          </a:prstGeom>
          <a:noFill/>
          <a:ln>
            <a:noFill/>
          </a:ln>
        </p:spPr>
        <p:txBody>
          <a:bodyPr spcFirstLastPara="1" wrap="square" lIns="91425" tIns="45700" rIns="91425" bIns="45700" anchor="t" anchorCtr="0">
            <a:noAutofit/>
          </a:bodyPr>
          <a:lstStyle/>
          <a:p>
            <a:pPr algn="just"/>
            <a:r>
              <a:rPr lang="en-US" dirty="0"/>
              <a:t>The human resources management system contains sensitive information about KFC's employees, including personal data and financial information. If this system is not properly secured, attackers could potentially gain access to this data and use it for identity theft or financial fraud.</a:t>
            </a:r>
            <a:endParaRPr sz="1799" dirty="0">
              <a:solidFill>
                <a:srgbClr val="1F3240"/>
              </a:solidFill>
              <a:latin typeface="Arial"/>
              <a:ea typeface="Arial"/>
              <a:cs typeface="Arial"/>
              <a:sym typeface="Arial"/>
            </a:endParaRPr>
          </a:p>
        </p:txBody>
      </p:sp>
      <p:sp>
        <p:nvSpPr>
          <p:cNvPr id="310" name="Google Shape;310;p23"/>
          <p:cNvSpPr txBox="1"/>
          <p:nvPr/>
        </p:nvSpPr>
        <p:spPr>
          <a:xfrm>
            <a:off x="2055392" y="2196568"/>
            <a:ext cx="2792431" cy="646331"/>
          </a:xfrm>
          <a:prstGeom prst="rect">
            <a:avLst/>
          </a:prstGeom>
          <a:solidFill>
            <a:srgbClr val="EF0023"/>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600" b="1" dirty="0">
                <a:solidFill>
                  <a:srgbClr val="FFFFFF"/>
                </a:solidFill>
                <a:latin typeface="Arial"/>
                <a:ea typeface="Arial"/>
                <a:cs typeface="Arial"/>
                <a:sym typeface="Arial"/>
              </a:rPr>
              <a:t>Threat</a:t>
            </a:r>
            <a:endParaRPr sz="3600" b="1" dirty="0">
              <a:solidFill>
                <a:srgbClr val="FFFFFF"/>
              </a:solidFill>
              <a:latin typeface="Arial"/>
              <a:ea typeface="Arial"/>
              <a:cs typeface="Arial"/>
              <a:sym typeface="Arial"/>
            </a:endParaRPr>
          </a:p>
        </p:txBody>
      </p:sp>
      <p:sp>
        <p:nvSpPr>
          <p:cNvPr id="311" name="Google Shape;311;p23"/>
          <p:cNvSpPr txBox="1"/>
          <p:nvPr/>
        </p:nvSpPr>
        <p:spPr>
          <a:xfrm>
            <a:off x="7750632" y="2196568"/>
            <a:ext cx="2792431" cy="646331"/>
          </a:xfrm>
          <a:prstGeom prst="rect">
            <a:avLst/>
          </a:prstGeom>
          <a:solidFill>
            <a:srgbClr val="25313D"/>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600" b="1" dirty="0">
                <a:solidFill>
                  <a:srgbClr val="FFFFFF"/>
                </a:solidFill>
                <a:latin typeface="Arial"/>
                <a:ea typeface="Arial"/>
                <a:cs typeface="Arial"/>
                <a:sym typeface="Arial"/>
              </a:rPr>
              <a:t>Mechanism</a:t>
            </a:r>
            <a:endParaRPr sz="3600" b="1" dirty="0">
              <a:solidFill>
                <a:srgbClr val="FFFFFF"/>
              </a:solidFill>
              <a:latin typeface="Arial"/>
              <a:ea typeface="Arial"/>
              <a:cs typeface="Arial"/>
              <a:sym typeface="Arial"/>
            </a:endParaRPr>
          </a:p>
        </p:txBody>
      </p:sp>
      <p:sp>
        <p:nvSpPr>
          <p:cNvPr id="313" name="Google Shape;313;p23"/>
          <p:cNvSpPr txBox="1">
            <a:spLocks noGrp="1"/>
          </p:cNvSpPr>
          <p:nvPr>
            <p:ph type="title"/>
          </p:nvPr>
        </p:nvSpPr>
        <p:spPr>
          <a:xfrm>
            <a:off x="1155191" y="492493"/>
            <a:ext cx="9898743" cy="646385"/>
          </a:xfrm>
          <a:prstGeom prst="rect">
            <a:avLst/>
          </a:prstGeom>
          <a:noFill/>
          <a:ln>
            <a:noFill/>
          </a:ln>
        </p:spPr>
        <p:txBody>
          <a:bodyPr spcFirstLastPara="1" wrap="square" lIns="91425" tIns="45700" rIns="91425" bIns="45700" anchor="ctr" anchorCtr="0">
            <a:noAutofit/>
          </a:bodyPr>
          <a:lstStyle/>
          <a:p>
            <a:pPr algn="ctr"/>
            <a:r>
              <a:rPr lang="en-US" b="1" u="sng" dirty="0">
                <a:latin typeface="Arial" panose="020B0604020202020204" pitchFamily="34" charset="0"/>
                <a:cs typeface="Arial" panose="020B0604020202020204" pitchFamily="34" charset="0"/>
              </a:rPr>
              <a:t>SECURITY THREATS &amp; MECHANISMS TO PREVENT THEM</a:t>
            </a:r>
            <a:br>
              <a:rPr lang="en-US" b="1" u="sng" dirty="0">
                <a:latin typeface="Arial" panose="020B0604020202020204" pitchFamily="34" charset="0"/>
                <a:cs typeface="Arial" panose="020B0604020202020204" pitchFamily="34" charset="0"/>
              </a:rPr>
            </a:br>
            <a:endParaRPr lang="en-US" u="sng" dirty="0"/>
          </a:p>
        </p:txBody>
      </p:sp>
      <p:sp>
        <p:nvSpPr>
          <p:cNvPr id="2" name="Rectangle 1">
            <a:extLst>
              <a:ext uri="{FF2B5EF4-FFF2-40B4-BE49-F238E27FC236}">
                <a16:creationId xmlns:a16="http://schemas.microsoft.com/office/drawing/2014/main" id="{42EAFB50-6BAD-1B8E-D4B5-FDD4AA42119D}"/>
              </a:ext>
            </a:extLst>
          </p:cNvPr>
          <p:cNvSpPr/>
          <p:nvPr/>
        </p:nvSpPr>
        <p:spPr>
          <a:xfrm>
            <a:off x="-84474" y="6618789"/>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sp>
        <p:nvSpPr>
          <p:cNvPr id="5" name="Google Shape;313;p23">
            <a:extLst>
              <a:ext uri="{FF2B5EF4-FFF2-40B4-BE49-F238E27FC236}">
                <a16:creationId xmlns:a16="http://schemas.microsoft.com/office/drawing/2014/main" id="{00D43BB7-D45F-5B70-9CEE-8E8566FFE534}"/>
              </a:ext>
            </a:extLst>
          </p:cNvPr>
          <p:cNvSpPr txBox="1">
            <a:spLocks/>
          </p:cNvSpPr>
          <p:nvPr/>
        </p:nvSpPr>
        <p:spPr>
          <a:xfrm>
            <a:off x="167640" y="1194183"/>
            <a:ext cx="11856720" cy="646385"/>
          </a:xfrm>
          <a:prstGeom prst="rect">
            <a:avLst/>
          </a:prstGeom>
          <a:noFill/>
          <a:ln>
            <a:noFill/>
          </a:ln>
        </p:spPr>
        <p:txBody>
          <a:bodyPr spcFirstLastPara="1" vert="horz" wrap="square" lIns="91425" tIns="45700" rIns="91425" bIns="45700" rtlCol="0" anchor="ctr" anchorCtr="0">
            <a:noAutofit/>
          </a:bodyPr>
          <a:lstStyle>
            <a:lvl1pPr lvl="0" algn="l" defTabSz="914400" rtl="0" eaLnBrk="1" latinLnBrk="0" hangingPunct="1">
              <a:lnSpc>
                <a:spcPct val="90000"/>
              </a:lnSpc>
              <a:spcBef>
                <a:spcPts val="0"/>
              </a:spcBef>
              <a:spcAft>
                <a:spcPts val="0"/>
              </a:spcAft>
              <a:buClr>
                <a:srgbClr val="262626"/>
              </a:buClr>
              <a:buSzPts val="3200"/>
              <a:buFont typeface="Arial"/>
              <a:buNone/>
              <a:defRPr sz="3200" kern="1200">
                <a:solidFill>
                  <a:srgbClr val="262626"/>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lvl="1">
              <a:lnSpc>
                <a:spcPct val="107000"/>
              </a:lnSpc>
              <a:spcBef>
                <a:spcPts val="200"/>
              </a:spcBef>
            </a:pPr>
            <a:r>
              <a:rPr lang="en-US" sz="2400" b="1" kern="100" dirty="0">
                <a:solidFill>
                  <a:srgbClr val="1F3763"/>
                </a:solidFill>
                <a:latin typeface="Times New Roman" panose="02020603050405020304" pitchFamily="18" charset="0"/>
                <a:ea typeface="Times New Roman" panose="02020603050405020304" pitchFamily="18" charset="0"/>
                <a:cs typeface="Times New Roman" panose="02020603050405020304" pitchFamily="18" charset="0"/>
              </a:rPr>
              <a:t>3. Human resource management</a:t>
            </a:r>
            <a:r>
              <a:rPr lang="en-US" sz="2400" b="1" kern="100" dirty="0">
                <a:solidFill>
                  <a:srgbClr val="1F3763"/>
                </a:solidFill>
                <a:effectLst/>
                <a:latin typeface="Times New Roman" panose="02020603050405020304" pitchFamily="18" charset="0"/>
                <a:ea typeface="Times New Roman" panose="02020603050405020304" pitchFamily="18" charset="0"/>
                <a:cs typeface="Times New Roman" panose="02020603050405020304" pitchFamily="18" charset="0"/>
              </a:rPr>
              <a:t> System</a:t>
            </a:r>
          </a:p>
        </p:txBody>
      </p:sp>
    </p:spTree>
    <p:extLst>
      <p:ext uri="{BB962C8B-B14F-4D97-AF65-F5344CB8AC3E}">
        <p14:creationId xmlns:p14="http://schemas.microsoft.com/office/powerpoint/2010/main" val="2378242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0"/>
                                        </p:tgtEl>
                                        <p:attrNameLst>
                                          <p:attrName>style.visibility</p:attrName>
                                        </p:attrNameLst>
                                      </p:cBhvr>
                                      <p:to>
                                        <p:strVal val="visible"/>
                                      </p:to>
                                    </p:set>
                                    <p:animEffect transition="in" filter="fade">
                                      <p:cBhvr>
                                        <p:cTn id="7" dur="500"/>
                                        <p:tgtEl>
                                          <p:spTgt spid="310"/>
                                        </p:tgtEl>
                                      </p:cBhvr>
                                    </p:animEffect>
                                  </p:childTnLst>
                                </p:cTn>
                              </p:par>
                              <p:par>
                                <p:cTn id="8" presetID="2" presetClass="entr" presetSubtype="4" fill="hold" nodeType="withEffect">
                                  <p:stCondLst>
                                    <p:cond delay="200"/>
                                  </p:stCondLst>
                                  <p:childTnLst>
                                    <p:set>
                                      <p:cBhvr>
                                        <p:cTn id="9" dur="1" fill="hold">
                                          <p:stCondLst>
                                            <p:cond delay="0"/>
                                          </p:stCondLst>
                                        </p:cTn>
                                        <p:tgtEl>
                                          <p:spTgt spid="309"/>
                                        </p:tgtEl>
                                        <p:attrNameLst>
                                          <p:attrName>style.visibility</p:attrName>
                                        </p:attrNameLst>
                                      </p:cBhvr>
                                      <p:to>
                                        <p:strVal val="visible"/>
                                      </p:to>
                                    </p:set>
                                    <p:anim calcmode="lin" valueType="num">
                                      <p:cBhvr additive="base">
                                        <p:cTn id="10" dur="500"/>
                                        <p:tgtEl>
                                          <p:spTgt spid="309"/>
                                        </p:tgtEl>
                                        <p:attrNameLst>
                                          <p:attrName>ppt_y</p:attrName>
                                        </p:attrNameLst>
                                      </p:cBhvr>
                                      <p:tavLst>
                                        <p:tav tm="0">
                                          <p:val>
                                            <p:strVal val="#ppt_y+1"/>
                                          </p:val>
                                        </p:tav>
                                        <p:tav tm="100000">
                                          <p:val>
                                            <p:strVal val="#ppt_y"/>
                                          </p:val>
                                        </p:tav>
                                      </p:tavLst>
                                    </p:anim>
                                  </p:childTnLst>
                                </p:cTn>
                              </p:par>
                            </p:childTnLst>
                          </p:cTn>
                        </p:par>
                        <p:par>
                          <p:cTn id="11" fill="hold">
                            <p:stCondLst>
                              <p:cond delay="700"/>
                            </p:stCondLst>
                            <p:childTnLst>
                              <p:par>
                                <p:cTn id="12" presetID="10" presetClass="entr" presetSubtype="0" fill="hold" nodeType="afterEffect">
                                  <p:stCondLst>
                                    <p:cond delay="0"/>
                                  </p:stCondLst>
                                  <p:childTnLst>
                                    <p:set>
                                      <p:cBhvr>
                                        <p:cTn id="13" dur="1" fill="hold">
                                          <p:stCondLst>
                                            <p:cond delay="0"/>
                                          </p:stCondLst>
                                        </p:cTn>
                                        <p:tgtEl>
                                          <p:spTgt spid="311"/>
                                        </p:tgtEl>
                                        <p:attrNameLst>
                                          <p:attrName>style.visibility</p:attrName>
                                        </p:attrNameLst>
                                      </p:cBhvr>
                                      <p:to>
                                        <p:strVal val="visible"/>
                                      </p:to>
                                    </p:set>
                                    <p:animEffect transition="in" filter="fade">
                                      <p:cBhvr>
                                        <p:cTn id="14" dur="500"/>
                                        <p:tgtEl>
                                          <p:spTgt spid="311"/>
                                        </p:tgtEl>
                                      </p:cBhvr>
                                    </p:animEffect>
                                  </p:childTnLst>
                                </p:cTn>
                              </p:par>
                            </p:childTnLst>
                          </p:cTn>
                        </p:par>
                        <p:par>
                          <p:cTn id="15" fill="hold">
                            <p:stCondLst>
                              <p:cond delay="1200"/>
                            </p:stCondLst>
                            <p:childTnLst>
                              <p:par>
                                <p:cTn id="16" presetID="2" presetClass="entr" presetSubtype="4" fill="hold" nodeType="afterEffect">
                                  <p:stCondLst>
                                    <p:cond delay="0"/>
                                  </p:stCondLst>
                                  <p:childTnLst>
                                    <p:set>
                                      <p:cBhvr>
                                        <p:cTn id="17" dur="1" fill="hold">
                                          <p:stCondLst>
                                            <p:cond delay="0"/>
                                          </p:stCondLst>
                                        </p:cTn>
                                        <p:tgtEl>
                                          <p:spTgt spid="304"/>
                                        </p:tgtEl>
                                        <p:attrNameLst>
                                          <p:attrName>style.visibility</p:attrName>
                                        </p:attrNameLst>
                                      </p:cBhvr>
                                      <p:to>
                                        <p:strVal val="visible"/>
                                      </p:to>
                                    </p:set>
                                    <p:anim calcmode="lin" valueType="num">
                                      <p:cBhvr additive="base">
                                        <p:cTn id="18" dur="500"/>
                                        <p:tgtEl>
                                          <p:spTgt spid="3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grpSp>
        <p:nvGrpSpPr>
          <p:cNvPr id="301" name="Google Shape;301;p23"/>
          <p:cNvGrpSpPr/>
          <p:nvPr/>
        </p:nvGrpSpPr>
        <p:grpSpPr>
          <a:xfrm>
            <a:off x="0" y="0"/>
            <a:ext cx="1223889" cy="1345548"/>
            <a:chOff x="0" y="0"/>
            <a:chExt cx="6237928" cy="6858000"/>
          </a:xfrm>
        </p:grpSpPr>
        <p:sp>
          <p:nvSpPr>
            <p:cNvPr id="302" name="Google Shape;302;p23"/>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303" name="Google Shape;303;p23"/>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304" name="Google Shape;304;p23"/>
          <p:cNvSpPr/>
          <p:nvPr/>
        </p:nvSpPr>
        <p:spPr>
          <a:xfrm>
            <a:off x="6819687" y="3098661"/>
            <a:ext cx="4654320" cy="2483844"/>
          </a:xfrm>
          <a:prstGeom prst="rect">
            <a:avLst/>
          </a:prstGeom>
          <a:noFill/>
          <a:ln>
            <a:noFill/>
          </a:ln>
        </p:spPr>
        <p:txBody>
          <a:bodyPr spcFirstLastPara="1" wrap="square" lIns="91425" tIns="45700" rIns="91425" bIns="45700" anchor="t" anchorCtr="0">
            <a:noAutofit/>
          </a:bodyPr>
          <a:lstStyle/>
          <a:p>
            <a:pPr lvl="0" algn="just">
              <a:buClr>
                <a:srgbClr val="595959"/>
              </a:buClr>
              <a:buSzPts val="1799"/>
            </a:pPr>
            <a:r>
              <a:rPr lang="en-US" dirty="0"/>
              <a:t>To protect the customer relationship management system, KFC can implement strong access controls and encryption for all data in transit and at rest. KFC can also regularly review system logs to detect any suspicious activity or unauthorized access attempts. Additionally, KFC can implement two-factor authentication for customer accounts and educate customers on how to protect their personal information. </a:t>
            </a:r>
            <a:endParaRPr sz="1799" dirty="0">
              <a:solidFill>
                <a:srgbClr val="595959"/>
              </a:solidFill>
              <a:latin typeface="Arial"/>
              <a:ea typeface="Arial"/>
              <a:cs typeface="Arial"/>
              <a:sym typeface="Arial"/>
            </a:endParaRPr>
          </a:p>
        </p:txBody>
      </p:sp>
      <p:sp>
        <p:nvSpPr>
          <p:cNvPr id="309" name="Google Shape;309;p23"/>
          <p:cNvSpPr/>
          <p:nvPr/>
        </p:nvSpPr>
        <p:spPr>
          <a:xfrm>
            <a:off x="1123654" y="3098661"/>
            <a:ext cx="4655906" cy="2150996"/>
          </a:xfrm>
          <a:prstGeom prst="rect">
            <a:avLst/>
          </a:prstGeom>
          <a:noFill/>
          <a:ln>
            <a:noFill/>
          </a:ln>
        </p:spPr>
        <p:txBody>
          <a:bodyPr spcFirstLastPara="1" wrap="square" lIns="91425" tIns="45700" rIns="91425" bIns="45700" anchor="t" anchorCtr="0">
            <a:noAutofit/>
          </a:bodyPr>
          <a:lstStyle/>
          <a:p>
            <a:r>
              <a:rPr lang="en-US" dirty="0"/>
              <a:t>The customer relationship management system contains valuable customer data, such as contact information and purchasing habits. If this system is compromised, attackers could potentially steal this data and use it for targeted phishing or other types of fraud.</a:t>
            </a:r>
          </a:p>
        </p:txBody>
      </p:sp>
      <p:sp>
        <p:nvSpPr>
          <p:cNvPr id="310" name="Google Shape;310;p23"/>
          <p:cNvSpPr txBox="1"/>
          <p:nvPr/>
        </p:nvSpPr>
        <p:spPr>
          <a:xfrm>
            <a:off x="2055392" y="2196568"/>
            <a:ext cx="2792431" cy="646331"/>
          </a:xfrm>
          <a:prstGeom prst="rect">
            <a:avLst/>
          </a:prstGeom>
          <a:solidFill>
            <a:srgbClr val="EF0023"/>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600" b="1" dirty="0">
                <a:solidFill>
                  <a:srgbClr val="FFFFFF"/>
                </a:solidFill>
                <a:latin typeface="Arial"/>
                <a:ea typeface="Arial"/>
                <a:cs typeface="Arial"/>
                <a:sym typeface="Arial"/>
              </a:rPr>
              <a:t>Threat</a:t>
            </a:r>
            <a:endParaRPr sz="3600" b="1" dirty="0">
              <a:solidFill>
                <a:srgbClr val="FFFFFF"/>
              </a:solidFill>
              <a:latin typeface="Arial"/>
              <a:ea typeface="Arial"/>
              <a:cs typeface="Arial"/>
              <a:sym typeface="Arial"/>
            </a:endParaRPr>
          </a:p>
        </p:txBody>
      </p:sp>
      <p:sp>
        <p:nvSpPr>
          <p:cNvPr id="311" name="Google Shape;311;p23"/>
          <p:cNvSpPr txBox="1"/>
          <p:nvPr/>
        </p:nvSpPr>
        <p:spPr>
          <a:xfrm>
            <a:off x="7750632" y="2196568"/>
            <a:ext cx="2792431" cy="646331"/>
          </a:xfrm>
          <a:prstGeom prst="rect">
            <a:avLst/>
          </a:prstGeom>
          <a:solidFill>
            <a:srgbClr val="25313D"/>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600" b="1" dirty="0">
                <a:solidFill>
                  <a:srgbClr val="FFFFFF"/>
                </a:solidFill>
                <a:latin typeface="Arial"/>
                <a:ea typeface="Arial"/>
                <a:cs typeface="Arial"/>
                <a:sym typeface="Arial"/>
              </a:rPr>
              <a:t>Mechanism</a:t>
            </a:r>
            <a:endParaRPr sz="3600" b="1" dirty="0">
              <a:solidFill>
                <a:srgbClr val="FFFFFF"/>
              </a:solidFill>
              <a:latin typeface="Arial"/>
              <a:ea typeface="Arial"/>
              <a:cs typeface="Arial"/>
              <a:sym typeface="Arial"/>
            </a:endParaRPr>
          </a:p>
        </p:txBody>
      </p:sp>
      <p:sp>
        <p:nvSpPr>
          <p:cNvPr id="313" name="Google Shape;313;p23"/>
          <p:cNvSpPr txBox="1">
            <a:spLocks noGrp="1"/>
          </p:cNvSpPr>
          <p:nvPr>
            <p:ph type="title"/>
          </p:nvPr>
        </p:nvSpPr>
        <p:spPr>
          <a:xfrm>
            <a:off x="1155191" y="492493"/>
            <a:ext cx="9898743" cy="646385"/>
          </a:xfrm>
          <a:prstGeom prst="rect">
            <a:avLst/>
          </a:prstGeom>
          <a:noFill/>
          <a:ln>
            <a:noFill/>
          </a:ln>
        </p:spPr>
        <p:txBody>
          <a:bodyPr spcFirstLastPara="1" wrap="square" lIns="91425" tIns="45700" rIns="91425" bIns="45700" anchor="ctr" anchorCtr="0">
            <a:noAutofit/>
          </a:bodyPr>
          <a:lstStyle/>
          <a:p>
            <a:pPr algn="ctr"/>
            <a:r>
              <a:rPr lang="en-US" b="1" u="sng" dirty="0">
                <a:latin typeface="Arial" panose="020B0604020202020204" pitchFamily="34" charset="0"/>
                <a:cs typeface="Arial" panose="020B0604020202020204" pitchFamily="34" charset="0"/>
              </a:rPr>
              <a:t>SECURITY THREATS &amp; MECHANISMS TO PREVENT THEM</a:t>
            </a:r>
            <a:br>
              <a:rPr lang="en-US" b="1" u="sng" dirty="0">
                <a:latin typeface="Arial" panose="020B0604020202020204" pitchFamily="34" charset="0"/>
                <a:cs typeface="Arial" panose="020B0604020202020204" pitchFamily="34" charset="0"/>
              </a:rPr>
            </a:br>
            <a:endParaRPr lang="en-US" u="sng" dirty="0"/>
          </a:p>
        </p:txBody>
      </p:sp>
      <p:sp>
        <p:nvSpPr>
          <p:cNvPr id="2" name="Rectangle 1">
            <a:extLst>
              <a:ext uri="{FF2B5EF4-FFF2-40B4-BE49-F238E27FC236}">
                <a16:creationId xmlns:a16="http://schemas.microsoft.com/office/drawing/2014/main" id="{42EAFB50-6BAD-1B8E-D4B5-FDD4AA42119D}"/>
              </a:ext>
            </a:extLst>
          </p:cNvPr>
          <p:cNvSpPr/>
          <p:nvPr/>
        </p:nvSpPr>
        <p:spPr>
          <a:xfrm>
            <a:off x="-84474" y="6618789"/>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sp>
        <p:nvSpPr>
          <p:cNvPr id="5" name="Google Shape;313;p23">
            <a:extLst>
              <a:ext uri="{FF2B5EF4-FFF2-40B4-BE49-F238E27FC236}">
                <a16:creationId xmlns:a16="http://schemas.microsoft.com/office/drawing/2014/main" id="{00D43BB7-D45F-5B70-9CEE-8E8566FFE534}"/>
              </a:ext>
            </a:extLst>
          </p:cNvPr>
          <p:cNvSpPr txBox="1">
            <a:spLocks/>
          </p:cNvSpPr>
          <p:nvPr/>
        </p:nvSpPr>
        <p:spPr>
          <a:xfrm>
            <a:off x="167640" y="1194183"/>
            <a:ext cx="11856720" cy="646385"/>
          </a:xfrm>
          <a:prstGeom prst="rect">
            <a:avLst/>
          </a:prstGeom>
          <a:noFill/>
          <a:ln>
            <a:noFill/>
          </a:ln>
        </p:spPr>
        <p:txBody>
          <a:bodyPr spcFirstLastPara="1" vert="horz" wrap="square" lIns="91425" tIns="45700" rIns="91425" bIns="45700" rtlCol="0" anchor="ctr" anchorCtr="0">
            <a:noAutofit/>
          </a:bodyPr>
          <a:lstStyle>
            <a:lvl1pPr lvl="0" algn="l" defTabSz="914400" rtl="0" eaLnBrk="1" latinLnBrk="0" hangingPunct="1">
              <a:lnSpc>
                <a:spcPct val="90000"/>
              </a:lnSpc>
              <a:spcBef>
                <a:spcPts val="0"/>
              </a:spcBef>
              <a:spcAft>
                <a:spcPts val="0"/>
              </a:spcAft>
              <a:buClr>
                <a:srgbClr val="262626"/>
              </a:buClr>
              <a:buSzPts val="3200"/>
              <a:buFont typeface="Arial"/>
              <a:buNone/>
              <a:defRPr sz="3200" kern="1200">
                <a:solidFill>
                  <a:srgbClr val="262626"/>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lvl="1">
              <a:lnSpc>
                <a:spcPct val="107000"/>
              </a:lnSpc>
              <a:spcBef>
                <a:spcPts val="200"/>
              </a:spcBef>
            </a:pPr>
            <a:r>
              <a:rPr lang="en-US" sz="2400" b="1" kern="100" dirty="0">
                <a:solidFill>
                  <a:srgbClr val="1F3763"/>
                </a:solidFill>
                <a:effectLst/>
                <a:latin typeface="Times New Roman" panose="02020603050405020304" pitchFamily="18" charset="0"/>
                <a:ea typeface="Times New Roman" panose="02020603050405020304" pitchFamily="18" charset="0"/>
                <a:cs typeface="Times New Roman" panose="02020603050405020304" pitchFamily="18" charset="0"/>
              </a:rPr>
              <a:t>4. Customer relationship management System</a:t>
            </a:r>
          </a:p>
        </p:txBody>
      </p:sp>
    </p:spTree>
    <p:extLst>
      <p:ext uri="{BB962C8B-B14F-4D97-AF65-F5344CB8AC3E}">
        <p14:creationId xmlns:p14="http://schemas.microsoft.com/office/powerpoint/2010/main" val="1827957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0"/>
                                        </p:tgtEl>
                                        <p:attrNameLst>
                                          <p:attrName>style.visibility</p:attrName>
                                        </p:attrNameLst>
                                      </p:cBhvr>
                                      <p:to>
                                        <p:strVal val="visible"/>
                                      </p:to>
                                    </p:set>
                                    <p:animEffect transition="in" filter="fade">
                                      <p:cBhvr>
                                        <p:cTn id="7" dur="500"/>
                                        <p:tgtEl>
                                          <p:spTgt spid="310"/>
                                        </p:tgtEl>
                                      </p:cBhvr>
                                    </p:animEffect>
                                  </p:childTnLst>
                                </p:cTn>
                              </p:par>
                              <p:par>
                                <p:cTn id="8" presetID="2" presetClass="entr" presetSubtype="4" fill="hold" nodeType="withEffect">
                                  <p:stCondLst>
                                    <p:cond delay="200"/>
                                  </p:stCondLst>
                                  <p:childTnLst>
                                    <p:set>
                                      <p:cBhvr>
                                        <p:cTn id="9" dur="1" fill="hold">
                                          <p:stCondLst>
                                            <p:cond delay="0"/>
                                          </p:stCondLst>
                                        </p:cTn>
                                        <p:tgtEl>
                                          <p:spTgt spid="309"/>
                                        </p:tgtEl>
                                        <p:attrNameLst>
                                          <p:attrName>style.visibility</p:attrName>
                                        </p:attrNameLst>
                                      </p:cBhvr>
                                      <p:to>
                                        <p:strVal val="visible"/>
                                      </p:to>
                                    </p:set>
                                    <p:anim calcmode="lin" valueType="num">
                                      <p:cBhvr additive="base">
                                        <p:cTn id="10" dur="500"/>
                                        <p:tgtEl>
                                          <p:spTgt spid="309"/>
                                        </p:tgtEl>
                                        <p:attrNameLst>
                                          <p:attrName>ppt_y</p:attrName>
                                        </p:attrNameLst>
                                      </p:cBhvr>
                                      <p:tavLst>
                                        <p:tav tm="0">
                                          <p:val>
                                            <p:strVal val="#ppt_y+1"/>
                                          </p:val>
                                        </p:tav>
                                        <p:tav tm="100000">
                                          <p:val>
                                            <p:strVal val="#ppt_y"/>
                                          </p:val>
                                        </p:tav>
                                      </p:tavLst>
                                    </p:anim>
                                  </p:childTnLst>
                                </p:cTn>
                              </p:par>
                            </p:childTnLst>
                          </p:cTn>
                        </p:par>
                        <p:par>
                          <p:cTn id="11" fill="hold">
                            <p:stCondLst>
                              <p:cond delay="700"/>
                            </p:stCondLst>
                            <p:childTnLst>
                              <p:par>
                                <p:cTn id="12" presetID="10" presetClass="entr" presetSubtype="0" fill="hold" nodeType="afterEffect">
                                  <p:stCondLst>
                                    <p:cond delay="0"/>
                                  </p:stCondLst>
                                  <p:childTnLst>
                                    <p:set>
                                      <p:cBhvr>
                                        <p:cTn id="13" dur="1" fill="hold">
                                          <p:stCondLst>
                                            <p:cond delay="0"/>
                                          </p:stCondLst>
                                        </p:cTn>
                                        <p:tgtEl>
                                          <p:spTgt spid="311"/>
                                        </p:tgtEl>
                                        <p:attrNameLst>
                                          <p:attrName>style.visibility</p:attrName>
                                        </p:attrNameLst>
                                      </p:cBhvr>
                                      <p:to>
                                        <p:strVal val="visible"/>
                                      </p:to>
                                    </p:set>
                                    <p:animEffect transition="in" filter="fade">
                                      <p:cBhvr>
                                        <p:cTn id="14" dur="500"/>
                                        <p:tgtEl>
                                          <p:spTgt spid="311"/>
                                        </p:tgtEl>
                                      </p:cBhvr>
                                    </p:animEffect>
                                  </p:childTnLst>
                                </p:cTn>
                              </p:par>
                            </p:childTnLst>
                          </p:cTn>
                        </p:par>
                        <p:par>
                          <p:cTn id="15" fill="hold">
                            <p:stCondLst>
                              <p:cond delay="1200"/>
                            </p:stCondLst>
                            <p:childTnLst>
                              <p:par>
                                <p:cTn id="16" presetID="2" presetClass="entr" presetSubtype="4" fill="hold" nodeType="afterEffect">
                                  <p:stCondLst>
                                    <p:cond delay="0"/>
                                  </p:stCondLst>
                                  <p:childTnLst>
                                    <p:set>
                                      <p:cBhvr>
                                        <p:cTn id="17" dur="1" fill="hold">
                                          <p:stCondLst>
                                            <p:cond delay="0"/>
                                          </p:stCondLst>
                                        </p:cTn>
                                        <p:tgtEl>
                                          <p:spTgt spid="304"/>
                                        </p:tgtEl>
                                        <p:attrNameLst>
                                          <p:attrName>style.visibility</p:attrName>
                                        </p:attrNameLst>
                                      </p:cBhvr>
                                      <p:to>
                                        <p:strVal val="visible"/>
                                      </p:to>
                                    </p:set>
                                    <p:anim calcmode="lin" valueType="num">
                                      <p:cBhvr additive="base">
                                        <p:cTn id="18" dur="500"/>
                                        <p:tgtEl>
                                          <p:spTgt spid="3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AABC4D-6275-BE91-43A9-ED864A2D8AD8}"/>
              </a:ext>
            </a:extLst>
          </p:cNvPr>
          <p:cNvSpPr/>
          <p:nvPr/>
        </p:nvSpPr>
        <p:spPr>
          <a:xfrm>
            <a:off x="-84474" y="6618789"/>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sp>
        <p:nvSpPr>
          <p:cNvPr id="3" name="TextBox 2">
            <a:extLst>
              <a:ext uri="{FF2B5EF4-FFF2-40B4-BE49-F238E27FC236}">
                <a16:creationId xmlns:a16="http://schemas.microsoft.com/office/drawing/2014/main" id="{9DAB541D-3DBD-1742-805A-C420CDCE84F4}"/>
              </a:ext>
            </a:extLst>
          </p:cNvPr>
          <p:cNvSpPr txBox="1"/>
          <p:nvPr/>
        </p:nvSpPr>
        <p:spPr>
          <a:xfrm>
            <a:off x="500743" y="3075057"/>
            <a:ext cx="11190514" cy="707886"/>
          </a:xfrm>
          <a:prstGeom prst="rect">
            <a:avLst/>
          </a:prstGeom>
          <a:noFill/>
        </p:spPr>
        <p:txBody>
          <a:bodyPr wrap="square" rtlCol="0">
            <a:spAutoFit/>
          </a:bodyPr>
          <a:lstStyle/>
          <a:p>
            <a:pPr algn="ctr"/>
            <a:r>
              <a:rPr lang="en-US" sz="4000" b="1" dirty="0">
                <a:latin typeface="Arial" panose="020B0604020202020204" pitchFamily="34" charset="0"/>
                <a:cs typeface="Arial" panose="020B0604020202020204" pitchFamily="34" charset="0"/>
              </a:rPr>
              <a:t>SUMMARY</a:t>
            </a:r>
          </a:p>
        </p:txBody>
      </p:sp>
      <p:grpSp>
        <p:nvGrpSpPr>
          <p:cNvPr id="4" name="Google Shape;142;p17">
            <a:extLst>
              <a:ext uri="{FF2B5EF4-FFF2-40B4-BE49-F238E27FC236}">
                <a16:creationId xmlns:a16="http://schemas.microsoft.com/office/drawing/2014/main" id="{A8580CC6-9FAD-6A14-601E-424E7D00CD11}"/>
              </a:ext>
            </a:extLst>
          </p:cNvPr>
          <p:cNvGrpSpPr/>
          <p:nvPr/>
        </p:nvGrpSpPr>
        <p:grpSpPr>
          <a:xfrm>
            <a:off x="0" y="0"/>
            <a:ext cx="1223889" cy="1345548"/>
            <a:chOff x="0" y="0"/>
            <a:chExt cx="6237928" cy="6858000"/>
          </a:xfrm>
        </p:grpSpPr>
        <p:sp>
          <p:nvSpPr>
            <p:cNvPr id="5" name="Google Shape;143;p17">
              <a:extLst>
                <a:ext uri="{FF2B5EF4-FFF2-40B4-BE49-F238E27FC236}">
                  <a16:creationId xmlns:a16="http://schemas.microsoft.com/office/drawing/2014/main" id="{ACDD1FD7-C60F-CD70-D194-D4735ECE207D}"/>
                </a:ext>
              </a:extLst>
            </p:cNvPr>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 name="Google Shape;144;p17">
              <a:extLst>
                <a:ext uri="{FF2B5EF4-FFF2-40B4-BE49-F238E27FC236}">
                  <a16:creationId xmlns:a16="http://schemas.microsoft.com/office/drawing/2014/main" id="{72B7713E-228C-1EAC-3DA5-0CF8BF5728D7}"/>
                </a:ext>
              </a:extLst>
            </p:cNvPr>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2203392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AABC4D-6275-BE91-43A9-ED864A2D8AD8}"/>
              </a:ext>
            </a:extLst>
          </p:cNvPr>
          <p:cNvSpPr/>
          <p:nvPr/>
        </p:nvSpPr>
        <p:spPr>
          <a:xfrm>
            <a:off x="-84474" y="6618789"/>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sp>
        <p:nvSpPr>
          <p:cNvPr id="3" name="TextBox 2">
            <a:extLst>
              <a:ext uri="{FF2B5EF4-FFF2-40B4-BE49-F238E27FC236}">
                <a16:creationId xmlns:a16="http://schemas.microsoft.com/office/drawing/2014/main" id="{9DAB541D-3DBD-1742-805A-C420CDCE84F4}"/>
              </a:ext>
            </a:extLst>
          </p:cNvPr>
          <p:cNvSpPr txBox="1"/>
          <p:nvPr/>
        </p:nvSpPr>
        <p:spPr>
          <a:xfrm>
            <a:off x="500743" y="318831"/>
            <a:ext cx="11190514" cy="707886"/>
          </a:xfrm>
          <a:prstGeom prst="rect">
            <a:avLst/>
          </a:prstGeom>
          <a:noFill/>
        </p:spPr>
        <p:txBody>
          <a:bodyPr wrap="square" rtlCol="0">
            <a:spAutoFit/>
          </a:bodyPr>
          <a:lstStyle/>
          <a:p>
            <a:pPr algn="ctr"/>
            <a:r>
              <a:rPr lang="en-US" sz="4000" b="1" dirty="0">
                <a:latin typeface="Arial" panose="020B0604020202020204" pitchFamily="34" charset="0"/>
                <a:cs typeface="Arial" panose="020B0604020202020204" pitchFamily="34" charset="0"/>
              </a:rPr>
              <a:t>REFERENCES</a:t>
            </a:r>
          </a:p>
        </p:txBody>
      </p:sp>
      <p:grpSp>
        <p:nvGrpSpPr>
          <p:cNvPr id="4" name="Google Shape;142;p17">
            <a:extLst>
              <a:ext uri="{FF2B5EF4-FFF2-40B4-BE49-F238E27FC236}">
                <a16:creationId xmlns:a16="http://schemas.microsoft.com/office/drawing/2014/main" id="{A8580CC6-9FAD-6A14-601E-424E7D00CD11}"/>
              </a:ext>
            </a:extLst>
          </p:cNvPr>
          <p:cNvGrpSpPr/>
          <p:nvPr/>
        </p:nvGrpSpPr>
        <p:grpSpPr>
          <a:xfrm>
            <a:off x="0" y="0"/>
            <a:ext cx="1223889" cy="1345548"/>
            <a:chOff x="0" y="0"/>
            <a:chExt cx="6237928" cy="6858000"/>
          </a:xfrm>
        </p:grpSpPr>
        <p:sp>
          <p:nvSpPr>
            <p:cNvPr id="5" name="Google Shape;143;p17">
              <a:extLst>
                <a:ext uri="{FF2B5EF4-FFF2-40B4-BE49-F238E27FC236}">
                  <a16:creationId xmlns:a16="http://schemas.microsoft.com/office/drawing/2014/main" id="{ACDD1FD7-C60F-CD70-D194-D4735ECE207D}"/>
                </a:ext>
              </a:extLst>
            </p:cNvPr>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 name="Google Shape;144;p17">
              <a:extLst>
                <a:ext uri="{FF2B5EF4-FFF2-40B4-BE49-F238E27FC236}">
                  <a16:creationId xmlns:a16="http://schemas.microsoft.com/office/drawing/2014/main" id="{72B7713E-228C-1EAC-3DA5-0CF8BF5728D7}"/>
                </a:ext>
              </a:extLst>
            </p:cNvPr>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7" name="TextBox 6">
            <a:extLst>
              <a:ext uri="{FF2B5EF4-FFF2-40B4-BE49-F238E27FC236}">
                <a16:creationId xmlns:a16="http://schemas.microsoft.com/office/drawing/2014/main" id="{741D0008-40D4-2896-5B84-379F3603F91B}"/>
              </a:ext>
            </a:extLst>
          </p:cNvPr>
          <p:cNvSpPr txBox="1"/>
          <p:nvPr/>
        </p:nvSpPr>
        <p:spPr>
          <a:xfrm>
            <a:off x="694342" y="1345549"/>
            <a:ext cx="10699373" cy="3970318"/>
          </a:xfrm>
          <a:prstGeom prst="rect">
            <a:avLst/>
          </a:prstGeom>
          <a:noFill/>
        </p:spPr>
        <p:txBody>
          <a:bodyPr wrap="square" rtlCol="0">
            <a:spAutoFit/>
          </a:bodyPr>
          <a:lstStyle/>
          <a:p>
            <a:r>
              <a:rPr lang="en-US" sz="1400" dirty="0"/>
              <a:t>Business News Daily. (n.d.). POS Systems: Hardware and Software Basics. [Online] Available at: </a:t>
            </a:r>
            <a:r>
              <a:rPr lang="en-US" sz="1400" dirty="0">
                <a:hlinkClick r:id="rId2"/>
              </a:rPr>
              <a:t>https://www.businessnewsdaily.com/6478-pos-systems-guide.html</a:t>
            </a:r>
            <a:endParaRPr lang="en-US" sz="1400" dirty="0"/>
          </a:p>
          <a:p>
            <a:r>
              <a:rPr lang="en-US" sz="1400" dirty="0"/>
              <a:t>(Accessed 4th March 2023). </a:t>
            </a:r>
          </a:p>
          <a:p>
            <a:br>
              <a:rPr lang="en-US" sz="1400" dirty="0"/>
            </a:br>
            <a:r>
              <a:rPr lang="en-US" sz="1400" dirty="0" err="1"/>
              <a:t>Camcode</a:t>
            </a:r>
            <a:r>
              <a:rPr lang="en-US" sz="1400" dirty="0"/>
              <a:t>. (n.d.). 10 Benefits of Supply Chain Management Systems. [Online] Available at: </a:t>
            </a:r>
            <a:r>
              <a:rPr lang="en-US" sz="1400" dirty="0">
                <a:hlinkClick r:id="rId3"/>
              </a:rPr>
              <a:t>https://www.camcode.com/asset-tags/10-benefits-of-supply-chain-managementsystems/</a:t>
            </a:r>
            <a:endParaRPr lang="en-US" sz="1400" dirty="0"/>
          </a:p>
          <a:p>
            <a:r>
              <a:rPr lang="en-US" sz="1400" dirty="0"/>
              <a:t> (Accessed 4th March 2023). </a:t>
            </a:r>
          </a:p>
          <a:p>
            <a:endParaRPr lang="en-US" sz="1400" dirty="0"/>
          </a:p>
          <a:p>
            <a:r>
              <a:rPr lang="en-US" sz="1400" dirty="0"/>
              <a:t>Chron Small Business. (n.d.). The Advantages of Supply Chain Management Systems. [Online] Available at: </a:t>
            </a:r>
            <a:r>
              <a:rPr lang="en-US" sz="1400" dirty="0">
                <a:hlinkClick r:id="rId4"/>
              </a:rPr>
              <a:t>https://smallbusiness.chron.com/advantages-supply-chain-managementsystems-15548.html</a:t>
            </a:r>
            <a:endParaRPr lang="en-US" sz="1400" dirty="0"/>
          </a:p>
          <a:p>
            <a:r>
              <a:rPr lang="en-US" sz="1400" dirty="0"/>
              <a:t>(Accessed 4th March 2023). </a:t>
            </a:r>
          </a:p>
          <a:p>
            <a:endParaRPr lang="en-US" sz="1400" dirty="0"/>
          </a:p>
          <a:p>
            <a:r>
              <a:rPr lang="en-US" sz="1400" dirty="0"/>
              <a:t>FECPOS. (n.d.). Hardware. [Online] Available at: </a:t>
            </a:r>
            <a:r>
              <a:rPr lang="en-US" sz="1400" dirty="0">
                <a:hlinkClick r:id="rId5"/>
              </a:rPr>
              <a:t>https://www.fecpos.com/es/msg/msg159.html</a:t>
            </a:r>
            <a:endParaRPr lang="en-US" sz="1400" dirty="0"/>
          </a:p>
          <a:p>
            <a:r>
              <a:rPr lang="en-US" sz="1400" dirty="0"/>
              <a:t>(Accessed 4th March 2023). </a:t>
            </a:r>
          </a:p>
          <a:p>
            <a:endParaRPr lang="en-US" sz="1400" dirty="0"/>
          </a:p>
          <a:p>
            <a:r>
              <a:rPr lang="en-US" sz="1400" dirty="0"/>
              <a:t>Google Images. (n.d.). KFC. [Online] Available at: https://www.google.com/url?sa=i&amp;url=https%3A%2F%2Fen.wikipedia.org%2Fwiki%2FKF </a:t>
            </a:r>
            <a:r>
              <a:rPr lang="en-US" sz="1400" dirty="0" err="1"/>
              <a:t>C&amp;psig</a:t>
            </a:r>
            <a:r>
              <a:rPr lang="en-US" sz="1400" dirty="0"/>
              <a:t>=AOvVaw2GVbxX8PrzE90HqACzzORH&amp;ust=1678901470546000&amp;source=images &amp;cd=</a:t>
            </a:r>
            <a:r>
              <a:rPr lang="en-US" sz="1400" dirty="0" err="1"/>
              <a:t>vfe&amp;ved</a:t>
            </a:r>
            <a:r>
              <a:rPr lang="en-US" sz="1400" dirty="0"/>
              <a:t>=0CA0QjRxqFwoTCJCu7MT52_0CFQAAAAAdAAAAABAD (Accessed 4th March 2023)</a:t>
            </a:r>
            <a:endParaRPr lang="en-US"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8025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AABC4D-6275-BE91-43A9-ED864A2D8AD8}"/>
              </a:ext>
            </a:extLst>
          </p:cNvPr>
          <p:cNvSpPr/>
          <p:nvPr/>
        </p:nvSpPr>
        <p:spPr>
          <a:xfrm>
            <a:off x="-84474" y="6618789"/>
            <a:ext cx="12378074" cy="274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 314 – DIGITAL SKILLS FOR HIGHER EDUCATION</a:t>
            </a:r>
          </a:p>
        </p:txBody>
      </p:sp>
      <p:sp>
        <p:nvSpPr>
          <p:cNvPr id="3" name="TextBox 2">
            <a:extLst>
              <a:ext uri="{FF2B5EF4-FFF2-40B4-BE49-F238E27FC236}">
                <a16:creationId xmlns:a16="http://schemas.microsoft.com/office/drawing/2014/main" id="{9DAB541D-3DBD-1742-805A-C420CDCE84F4}"/>
              </a:ext>
            </a:extLst>
          </p:cNvPr>
          <p:cNvSpPr txBox="1"/>
          <p:nvPr/>
        </p:nvSpPr>
        <p:spPr>
          <a:xfrm>
            <a:off x="500743" y="3075057"/>
            <a:ext cx="11190514" cy="707886"/>
          </a:xfrm>
          <a:prstGeom prst="rect">
            <a:avLst/>
          </a:prstGeom>
          <a:noFill/>
        </p:spPr>
        <p:txBody>
          <a:bodyPr wrap="square" rtlCol="0">
            <a:spAutoFit/>
          </a:bodyPr>
          <a:lstStyle/>
          <a:p>
            <a:pPr algn="ctr"/>
            <a:r>
              <a:rPr lang="en-US" sz="4000" b="1" dirty="0">
                <a:latin typeface="Arial" panose="020B0604020202020204" pitchFamily="34" charset="0"/>
                <a:cs typeface="Arial" panose="020B0604020202020204" pitchFamily="34" charset="0"/>
              </a:rPr>
              <a:t>ANY QUESTIONS?</a:t>
            </a:r>
          </a:p>
        </p:txBody>
      </p:sp>
      <p:grpSp>
        <p:nvGrpSpPr>
          <p:cNvPr id="4" name="Google Shape;142;p17">
            <a:extLst>
              <a:ext uri="{FF2B5EF4-FFF2-40B4-BE49-F238E27FC236}">
                <a16:creationId xmlns:a16="http://schemas.microsoft.com/office/drawing/2014/main" id="{A8580CC6-9FAD-6A14-601E-424E7D00CD11}"/>
              </a:ext>
            </a:extLst>
          </p:cNvPr>
          <p:cNvGrpSpPr/>
          <p:nvPr/>
        </p:nvGrpSpPr>
        <p:grpSpPr>
          <a:xfrm>
            <a:off x="0" y="0"/>
            <a:ext cx="1223889" cy="1345548"/>
            <a:chOff x="0" y="0"/>
            <a:chExt cx="6237928" cy="6858000"/>
          </a:xfrm>
        </p:grpSpPr>
        <p:sp>
          <p:nvSpPr>
            <p:cNvPr id="5" name="Google Shape;143;p17">
              <a:extLst>
                <a:ext uri="{FF2B5EF4-FFF2-40B4-BE49-F238E27FC236}">
                  <a16:creationId xmlns:a16="http://schemas.microsoft.com/office/drawing/2014/main" id="{ACDD1FD7-C60F-CD70-D194-D4735ECE207D}"/>
                </a:ext>
              </a:extLst>
            </p:cNvPr>
            <p:cNvSpPr/>
            <p:nvPr/>
          </p:nvSpPr>
          <p:spPr>
            <a:xfrm rot="10800000">
              <a:off x="0" y="0"/>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 name="Google Shape;144;p17">
              <a:extLst>
                <a:ext uri="{FF2B5EF4-FFF2-40B4-BE49-F238E27FC236}">
                  <a16:creationId xmlns:a16="http://schemas.microsoft.com/office/drawing/2014/main" id="{72B7713E-228C-1EAC-3DA5-0CF8BF5728D7}"/>
                </a:ext>
              </a:extLst>
            </p:cNvPr>
            <p:cNvSpPr/>
            <p:nvPr/>
          </p:nvSpPr>
          <p:spPr>
            <a:xfrm rot="10800000">
              <a:off x="0" y="1"/>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4125229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p39"/>
          <p:cNvSpPr/>
          <p:nvPr/>
        </p:nvSpPr>
        <p:spPr>
          <a:xfrm>
            <a:off x="5954073" y="1"/>
            <a:ext cx="6237928" cy="6858000"/>
          </a:xfrm>
          <a:custGeom>
            <a:avLst/>
            <a:gdLst/>
            <a:ahLst/>
            <a:cxnLst/>
            <a:rect l="l" t="t" r="r" b="b"/>
            <a:pathLst>
              <a:path w="1006" h="1106" extrusionOk="0">
                <a:moveTo>
                  <a:pt x="710" y="0"/>
                </a:moveTo>
                <a:lnTo>
                  <a:pt x="0" y="1106"/>
                </a:lnTo>
                <a:lnTo>
                  <a:pt x="1006" y="1106"/>
                </a:lnTo>
                <a:lnTo>
                  <a:pt x="1006" y="462"/>
                </a:lnTo>
                <a:lnTo>
                  <a:pt x="710" y="0"/>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7" name="Google Shape;817;p39"/>
          <p:cNvSpPr/>
          <p:nvPr/>
        </p:nvSpPr>
        <p:spPr>
          <a:xfrm>
            <a:off x="-1" y="0"/>
            <a:ext cx="4564393" cy="6858000"/>
          </a:xfrm>
          <a:custGeom>
            <a:avLst/>
            <a:gdLst/>
            <a:ahLst/>
            <a:cxnLst/>
            <a:rect l="l" t="t" r="r" b="b"/>
            <a:pathLst>
              <a:path w="800" h="1202" extrusionOk="0">
                <a:moveTo>
                  <a:pt x="800" y="0"/>
                </a:moveTo>
                <a:lnTo>
                  <a:pt x="0" y="0"/>
                </a:lnTo>
                <a:lnTo>
                  <a:pt x="0" y="1202"/>
                </a:lnTo>
                <a:lnTo>
                  <a:pt x="24" y="1202"/>
                </a:lnTo>
                <a:lnTo>
                  <a:pt x="800" y="0"/>
                </a:lnTo>
                <a:close/>
                <a:moveTo>
                  <a:pt x="800" y="0"/>
                </a:moveTo>
                <a:lnTo>
                  <a:pt x="800" y="0"/>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8" name="Google Shape;818;p39"/>
          <p:cNvSpPr/>
          <p:nvPr/>
        </p:nvSpPr>
        <p:spPr>
          <a:xfrm>
            <a:off x="118720" y="0"/>
            <a:ext cx="5302661" cy="4148919"/>
          </a:xfrm>
          <a:custGeom>
            <a:avLst/>
            <a:gdLst/>
            <a:ahLst/>
            <a:cxnLst/>
            <a:rect l="l" t="t" r="r" b="b"/>
            <a:pathLst>
              <a:path w="933" h="730" extrusionOk="0">
                <a:moveTo>
                  <a:pt x="0" y="0"/>
                </a:moveTo>
                <a:lnTo>
                  <a:pt x="465" y="730"/>
                </a:lnTo>
                <a:lnTo>
                  <a:pt x="933" y="0"/>
                </a:lnTo>
                <a:lnTo>
                  <a:pt x="0" y="0"/>
                </a:lnTo>
                <a:close/>
              </a:path>
            </a:pathLst>
          </a:custGeom>
          <a:solidFill>
            <a:srgbClr val="C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819" name="Google Shape;819;p39"/>
          <p:cNvSpPr/>
          <p:nvPr/>
        </p:nvSpPr>
        <p:spPr>
          <a:xfrm>
            <a:off x="8653074" y="2688609"/>
            <a:ext cx="3538927" cy="4169391"/>
          </a:xfrm>
          <a:custGeom>
            <a:avLst/>
            <a:gdLst/>
            <a:ahLst/>
            <a:cxnLst/>
            <a:rect l="l" t="t" r="r" b="b"/>
            <a:pathLst>
              <a:path w="595" h="701" extrusionOk="0">
                <a:moveTo>
                  <a:pt x="595" y="224"/>
                </a:moveTo>
                <a:lnTo>
                  <a:pt x="452" y="0"/>
                </a:lnTo>
                <a:lnTo>
                  <a:pt x="0" y="701"/>
                </a:lnTo>
                <a:lnTo>
                  <a:pt x="595" y="701"/>
                </a:lnTo>
                <a:lnTo>
                  <a:pt x="595" y="224"/>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ysClr val="windowText" lastClr="000000"/>
              </a:solidFill>
              <a:latin typeface="Arial"/>
              <a:ea typeface="Arial"/>
              <a:cs typeface="Arial"/>
              <a:sym typeface="Arial"/>
            </a:endParaRPr>
          </a:p>
        </p:txBody>
      </p:sp>
      <p:sp>
        <p:nvSpPr>
          <p:cNvPr id="820" name="Google Shape;820;p39"/>
          <p:cNvSpPr/>
          <p:nvPr/>
        </p:nvSpPr>
        <p:spPr>
          <a:xfrm>
            <a:off x="7058026" y="3028951"/>
            <a:ext cx="1597025" cy="1755775"/>
          </a:xfrm>
          <a:custGeom>
            <a:avLst/>
            <a:gdLst/>
            <a:ahLst/>
            <a:cxnLst/>
            <a:rect l="l" t="t" r="r" b="b"/>
            <a:pathLst>
              <a:path w="1006" h="1106" extrusionOk="0">
                <a:moveTo>
                  <a:pt x="710" y="0"/>
                </a:moveTo>
                <a:lnTo>
                  <a:pt x="0" y="1106"/>
                </a:lnTo>
                <a:lnTo>
                  <a:pt x="1006" y="1106"/>
                </a:lnTo>
                <a:lnTo>
                  <a:pt x="1006" y="462"/>
                </a:lnTo>
                <a:lnTo>
                  <a:pt x="710"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1" name="Google Shape;821;p39"/>
          <p:cNvSpPr txBox="1"/>
          <p:nvPr/>
        </p:nvSpPr>
        <p:spPr>
          <a:xfrm>
            <a:off x="4070834" y="2891175"/>
            <a:ext cx="5002203" cy="101566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6000" b="1" dirty="0">
                <a:latin typeface="Arial"/>
                <a:ea typeface="Arial"/>
                <a:cs typeface="Arial"/>
                <a:sym typeface="Arial"/>
              </a:rPr>
              <a:t>THANK YOU!</a:t>
            </a:r>
            <a:endParaRPr sz="6000" b="1" dirty="0">
              <a:latin typeface="Arial"/>
              <a:ea typeface="Arial"/>
              <a:cs typeface="Arial"/>
              <a:sym typeface="Arial"/>
            </a:endParaRPr>
          </a:p>
        </p:txBody>
      </p:sp>
      <p:pic>
        <p:nvPicPr>
          <p:cNvPr id="3" name="Picture 2" descr="A picture containing text, night sky&#10;&#10;Description automatically generated">
            <a:extLst>
              <a:ext uri="{FF2B5EF4-FFF2-40B4-BE49-F238E27FC236}">
                <a16:creationId xmlns:a16="http://schemas.microsoft.com/office/drawing/2014/main" id="{46795F5E-95D4-941B-9B50-509DCF146A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7669" y="415590"/>
            <a:ext cx="1904762" cy="19047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17"/>
                                        </p:tgtEl>
                                        <p:attrNameLst>
                                          <p:attrName>style.visibility</p:attrName>
                                        </p:attrNameLst>
                                      </p:cBhvr>
                                      <p:to>
                                        <p:strVal val="visible"/>
                                      </p:to>
                                    </p:set>
                                    <p:animEffect transition="in" filter="fade">
                                      <p:cBhvr>
                                        <p:cTn id="7" dur="500"/>
                                        <p:tgtEl>
                                          <p:spTgt spid="817"/>
                                        </p:tgtEl>
                                      </p:cBhvr>
                                    </p:animEffect>
                                  </p:childTnLst>
                                </p:cTn>
                              </p:par>
                              <p:par>
                                <p:cTn id="8" presetID="10" presetClass="entr" presetSubtype="0" fill="hold" nodeType="withEffect">
                                  <p:stCondLst>
                                    <p:cond delay="0"/>
                                  </p:stCondLst>
                                  <p:childTnLst>
                                    <p:set>
                                      <p:cBhvr>
                                        <p:cTn id="9" dur="1" fill="hold">
                                          <p:stCondLst>
                                            <p:cond delay="0"/>
                                          </p:stCondLst>
                                        </p:cTn>
                                        <p:tgtEl>
                                          <p:spTgt spid="816"/>
                                        </p:tgtEl>
                                        <p:attrNameLst>
                                          <p:attrName>style.visibility</p:attrName>
                                        </p:attrNameLst>
                                      </p:cBhvr>
                                      <p:to>
                                        <p:strVal val="visible"/>
                                      </p:to>
                                    </p:set>
                                    <p:animEffect transition="in" filter="fade">
                                      <p:cBhvr>
                                        <p:cTn id="10" dur="500"/>
                                        <p:tgtEl>
                                          <p:spTgt spid="816"/>
                                        </p:tgtEl>
                                      </p:cBhvr>
                                    </p:animEffect>
                                  </p:childTnLst>
                                </p:cTn>
                              </p:par>
                              <p:par>
                                <p:cTn id="11" presetID="2" presetClass="entr" presetSubtype="4" fill="hold" nodeType="withEffect">
                                  <p:stCondLst>
                                    <p:cond delay="0"/>
                                  </p:stCondLst>
                                  <p:childTnLst>
                                    <p:set>
                                      <p:cBhvr>
                                        <p:cTn id="12" dur="1" fill="hold">
                                          <p:stCondLst>
                                            <p:cond delay="0"/>
                                          </p:stCondLst>
                                        </p:cTn>
                                        <p:tgtEl>
                                          <p:spTgt spid="819"/>
                                        </p:tgtEl>
                                        <p:attrNameLst>
                                          <p:attrName>style.visibility</p:attrName>
                                        </p:attrNameLst>
                                      </p:cBhvr>
                                      <p:to>
                                        <p:strVal val="visible"/>
                                      </p:to>
                                    </p:set>
                                    <p:anim calcmode="lin" valueType="num">
                                      <p:cBhvr additive="base">
                                        <p:cTn id="13" dur="750"/>
                                        <p:tgtEl>
                                          <p:spTgt spid="819"/>
                                        </p:tgtEl>
                                        <p:attrNameLst>
                                          <p:attrName>ppt_y</p:attrName>
                                        </p:attrNameLst>
                                      </p:cBhvr>
                                      <p:tavLst>
                                        <p:tav tm="0">
                                          <p:val>
                                            <p:strVal val="#ppt_y+1"/>
                                          </p:val>
                                        </p:tav>
                                        <p:tav tm="100000">
                                          <p:val>
                                            <p:strVal val="#ppt_y"/>
                                          </p:val>
                                        </p:tav>
                                      </p:tavLst>
                                    </p:anim>
                                  </p:childTnLst>
                                </p:cTn>
                              </p:par>
                            </p:childTnLst>
                          </p:cTn>
                        </p:par>
                        <p:par>
                          <p:cTn id="14" fill="hold">
                            <p:stCondLst>
                              <p:cond delay="750"/>
                            </p:stCondLst>
                            <p:childTnLst>
                              <p:par>
                                <p:cTn id="15" presetID="10" presetClass="entr" presetSubtype="0" fill="hold" nodeType="afterEffect">
                                  <p:stCondLst>
                                    <p:cond delay="0"/>
                                  </p:stCondLst>
                                  <p:childTnLst>
                                    <p:set>
                                      <p:cBhvr>
                                        <p:cTn id="16" dur="1" fill="hold">
                                          <p:stCondLst>
                                            <p:cond delay="0"/>
                                          </p:stCondLst>
                                        </p:cTn>
                                        <p:tgtEl>
                                          <p:spTgt spid="821"/>
                                        </p:tgtEl>
                                        <p:attrNameLst>
                                          <p:attrName>style.visibility</p:attrName>
                                        </p:attrNameLst>
                                      </p:cBhvr>
                                      <p:to>
                                        <p:strVal val="visible"/>
                                      </p:to>
                                    </p:set>
                                    <p:animEffect transition="in" filter="fade">
                                      <p:cBhvr>
                                        <p:cTn id="17" dur="500"/>
                                        <p:tgtEl>
                                          <p:spTgt spid="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1150</TotalTime>
  <Words>1486</Words>
  <Application>Microsoft Office PowerPoint</Application>
  <PresentationFormat>Widescreen</PresentationFormat>
  <Paragraphs>167</Paragraphs>
  <Slides>20</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Office Theme</vt:lpstr>
      <vt:lpstr>PowerPoint Presentation</vt:lpstr>
      <vt:lpstr>Team Members</vt:lpstr>
      <vt:lpstr>PowerPoint Presentation</vt:lpstr>
      <vt:lpstr>INTRODUCTION TO KFC</vt:lpstr>
      <vt:lpstr>WHAT ARE INFORMATION SYSTEMS?</vt:lpstr>
      <vt:lpstr>OPERATIONAL SUPPORT INFORMATION SYSTEMS</vt:lpstr>
      <vt:lpstr>PowerPoint Presentation</vt:lpstr>
      <vt:lpstr>KNOWLEDGE SUPPORT INFORMATION SYSTEMS</vt:lpstr>
      <vt:lpstr>PowerPoint Presentation</vt:lpstr>
      <vt:lpstr>MANAGEMENT SUPPORT INFORMATION SYSTEMS</vt:lpstr>
      <vt:lpstr>PowerPoint Presentation</vt:lpstr>
      <vt:lpstr>Information systems &amp; its components</vt:lpstr>
      <vt:lpstr>SECURITY THREATS &amp; MECHANISMS TO PREVENT THEM </vt:lpstr>
      <vt:lpstr>SECURITY THREATS &amp; MECHANISMS TO PREVENT THEM </vt:lpstr>
      <vt:lpstr>SECURITY THREATS &amp; MECHANISMS TO PREVENT THEM </vt:lpstr>
      <vt:lpstr>SECURITY THREATS &amp; MECHANISMS TO PREVENT THEM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Saad.20221804</dc:creator>
  <cp:lastModifiedBy>Saad.20221804</cp:lastModifiedBy>
  <cp:revision>1</cp:revision>
  <dcterms:created xsi:type="dcterms:W3CDTF">2023-03-14T04:04:20Z</dcterms:created>
  <dcterms:modified xsi:type="dcterms:W3CDTF">2023-03-14T23:15:13Z</dcterms:modified>
</cp:coreProperties>
</file>