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7" r:id="rId1"/>
  </p:sldMasterIdLst>
  <p:notesMasterIdLst>
    <p:notesMasterId r:id="rId17"/>
  </p:notesMasterIdLst>
  <p:handoutMasterIdLst>
    <p:handoutMasterId r:id="rId18"/>
  </p:handoutMasterIdLst>
  <p:sldIdLst>
    <p:sldId id="256" r:id="rId2"/>
    <p:sldId id="289" r:id="rId3"/>
    <p:sldId id="296" r:id="rId4"/>
    <p:sldId id="257" r:id="rId5"/>
    <p:sldId id="263" r:id="rId6"/>
    <p:sldId id="261" r:id="rId7"/>
    <p:sldId id="297" r:id="rId8"/>
    <p:sldId id="298" r:id="rId9"/>
    <p:sldId id="299" r:id="rId10"/>
    <p:sldId id="300" r:id="rId11"/>
    <p:sldId id="301" r:id="rId12"/>
    <p:sldId id="302" r:id="rId13"/>
    <p:sldId id="264" r:id="rId14"/>
    <p:sldId id="265" r:id="rId15"/>
    <p:sldId id="279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77F627C-A79C-4CEA-9F43-E7185F252452}">
  <a:tblStyle styleId="{277F627C-A79C-4CEA-9F43-E7185F2524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A45F09D-0C3F-4549-A737-6A49AB54CD0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15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vindu sandasara" userId="7d95f8a7546b4224" providerId="LiveId" clId="{8131F2F4-714E-4693-B593-39D85903B864}"/>
    <pc:docChg chg="undo redo custSel addSld delSld modSld sldOrd">
      <pc:chgData name="uvindu sandasara" userId="7d95f8a7546b4224" providerId="LiveId" clId="{8131F2F4-714E-4693-B593-39D85903B864}" dt="2022-11-19T10:08:52.605" v="4654" actId="14100"/>
      <pc:docMkLst>
        <pc:docMk/>
      </pc:docMkLst>
      <pc:sldChg chg="addSp delSp modSp mod modTransition modClrScheme chgLayout">
        <pc:chgData name="uvindu sandasara" userId="7d95f8a7546b4224" providerId="LiveId" clId="{8131F2F4-714E-4693-B593-39D85903B864}" dt="2022-11-18T13:57:02.296" v="843" actId="700"/>
        <pc:sldMkLst>
          <pc:docMk/>
          <pc:sldMk cId="0" sldId="256"/>
        </pc:sldMkLst>
        <pc:spChg chg="del">
          <ac:chgData name="uvindu sandasara" userId="7d95f8a7546b4224" providerId="LiveId" clId="{8131F2F4-714E-4693-B593-39D85903B864}" dt="2022-11-18T13:28:40.644" v="633" actId="478"/>
          <ac:spMkLst>
            <pc:docMk/>
            <pc:sldMk cId="0" sldId="256"/>
            <ac:spMk id="4" creationId="{0709F209-8251-8FD4-F360-B0667BC9145E}"/>
          </ac:spMkLst>
        </pc:spChg>
        <pc:spChg chg="mod ord">
          <ac:chgData name="uvindu sandasara" userId="7d95f8a7546b4224" providerId="LiveId" clId="{8131F2F4-714E-4693-B593-39D85903B864}" dt="2022-11-18T13:57:02.296" v="843" actId="700"/>
          <ac:spMkLst>
            <pc:docMk/>
            <pc:sldMk cId="0" sldId="256"/>
            <ac:spMk id="337" creationId="{00000000-0000-0000-0000-000000000000}"/>
          </ac:spMkLst>
        </pc:spChg>
        <pc:picChg chg="add mod">
          <ac:chgData name="uvindu sandasara" userId="7d95f8a7546b4224" providerId="LiveId" clId="{8131F2F4-714E-4693-B593-39D85903B864}" dt="2022-11-18T13:17:33.280" v="575" actId="1440"/>
          <ac:picMkLst>
            <pc:docMk/>
            <pc:sldMk cId="0" sldId="256"/>
            <ac:picMk id="2" creationId="{75595113-373C-5D8F-FA27-FD73FF8E411E}"/>
          </ac:picMkLst>
        </pc:picChg>
        <pc:picChg chg="add mod modCrop">
          <ac:chgData name="uvindu sandasara" userId="7d95f8a7546b4224" providerId="LiveId" clId="{8131F2F4-714E-4693-B593-39D85903B864}" dt="2022-11-18T13:32:26.586" v="654" actId="1076"/>
          <ac:picMkLst>
            <pc:docMk/>
            <pc:sldMk cId="0" sldId="256"/>
            <ac:picMk id="3" creationId="{FF897439-4D14-C1EA-73A3-C10D77C378F8}"/>
          </ac:picMkLst>
        </pc:picChg>
        <pc:picChg chg="add mod">
          <ac:chgData name="uvindu sandasara" userId="7d95f8a7546b4224" providerId="LiveId" clId="{8131F2F4-714E-4693-B593-39D85903B864}" dt="2022-11-18T13:26:47.031" v="624" actId="1076"/>
          <ac:picMkLst>
            <pc:docMk/>
            <pc:sldMk cId="0" sldId="256"/>
            <ac:picMk id="5" creationId="{02982F02-AB99-2B67-9F2F-1C085AF2577F}"/>
          </ac:picMkLst>
        </pc:picChg>
        <pc:picChg chg="add mod">
          <ac:chgData name="uvindu sandasara" userId="7d95f8a7546b4224" providerId="LiveId" clId="{8131F2F4-714E-4693-B593-39D85903B864}" dt="2022-11-16T16:30:09.432" v="30" actId="1076"/>
          <ac:picMkLst>
            <pc:docMk/>
            <pc:sldMk cId="0" sldId="256"/>
            <ac:picMk id="6" creationId="{89E65156-6BD6-B59D-1A1A-E3D07F22E84E}"/>
          </ac:picMkLst>
        </pc:picChg>
        <pc:picChg chg="add mod">
          <ac:chgData name="uvindu sandasara" userId="7d95f8a7546b4224" providerId="LiveId" clId="{8131F2F4-714E-4693-B593-39D85903B864}" dt="2022-11-18T13:29:53.209" v="642" actId="1076"/>
          <ac:picMkLst>
            <pc:docMk/>
            <pc:sldMk cId="0" sldId="256"/>
            <ac:picMk id="8" creationId="{A0BB943B-E24F-DD49-96A2-77D018A7F13A}"/>
          </ac:picMkLst>
        </pc:picChg>
        <pc:picChg chg="add mod">
          <ac:chgData name="uvindu sandasara" userId="7d95f8a7546b4224" providerId="LiveId" clId="{8131F2F4-714E-4693-B593-39D85903B864}" dt="2022-11-18T13:27:49.485" v="630" actId="14100"/>
          <ac:picMkLst>
            <pc:docMk/>
            <pc:sldMk cId="0" sldId="256"/>
            <ac:picMk id="10" creationId="{E14D30E2-DF3F-58E8-4994-7F1F372A1F9F}"/>
          </ac:picMkLst>
        </pc:picChg>
        <pc:picChg chg="add del mod">
          <ac:chgData name="uvindu sandasara" userId="7d95f8a7546b4224" providerId="LiveId" clId="{8131F2F4-714E-4693-B593-39D85903B864}" dt="2022-11-17T06:03:53.592" v="55" actId="478"/>
          <ac:picMkLst>
            <pc:docMk/>
            <pc:sldMk cId="0" sldId="256"/>
            <ac:picMk id="10" creationId="{E9F8A309-2865-F12D-135A-E792088AC5AB}"/>
          </ac:picMkLst>
        </pc:picChg>
        <pc:picChg chg="add mod">
          <ac:chgData name="uvindu sandasara" userId="7d95f8a7546b4224" providerId="LiveId" clId="{8131F2F4-714E-4693-B593-39D85903B864}" dt="2022-11-18T13:29:04.300" v="637" actId="1076"/>
          <ac:picMkLst>
            <pc:docMk/>
            <pc:sldMk cId="0" sldId="256"/>
            <ac:picMk id="11" creationId="{13B29CF1-5625-D880-71E0-5FEC12054A6D}"/>
          </ac:picMkLst>
        </pc:picChg>
        <pc:picChg chg="add mod">
          <ac:chgData name="uvindu sandasara" userId="7d95f8a7546b4224" providerId="LiveId" clId="{8131F2F4-714E-4693-B593-39D85903B864}" dt="2022-11-18T13:31:49.197" v="653" actId="1076"/>
          <ac:picMkLst>
            <pc:docMk/>
            <pc:sldMk cId="0" sldId="256"/>
            <ac:picMk id="12" creationId="{8DEED22B-5761-FB06-A75E-D7E71B87816B}"/>
          </ac:picMkLst>
        </pc:picChg>
      </pc:sldChg>
      <pc:sldChg chg="addSp delSp modSp mod modTransition modNotes">
        <pc:chgData name="uvindu sandasara" userId="7d95f8a7546b4224" providerId="LiveId" clId="{8131F2F4-714E-4693-B593-39D85903B864}" dt="2022-11-18T16:21:00.290" v="1830"/>
        <pc:sldMkLst>
          <pc:docMk/>
          <pc:sldMk cId="0" sldId="257"/>
        </pc:sldMkLst>
        <pc:spChg chg="mod">
          <ac:chgData name="uvindu sandasara" userId="7d95f8a7546b4224" providerId="LiveId" clId="{8131F2F4-714E-4693-B593-39D85903B864}" dt="2022-11-18T14:19:45.387" v="851" actId="20577"/>
          <ac:spMkLst>
            <pc:docMk/>
            <pc:sldMk cId="0" sldId="257"/>
            <ac:spMk id="342" creationId="{00000000-0000-0000-0000-000000000000}"/>
          </ac:spMkLst>
        </pc:spChg>
        <pc:spChg chg="add del mod">
          <ac:chgData name="uvindu sandasara" userId="7d95f8a7546b4224" providerId="LiveId" clId="{8131F2F4-714E-4693-B593-39D85903B864}" dt="2022-11-18T14:42:40.735" v="955" actId="1076"/>
          <ac:spMkLst>
            <pc:docMk/>
            <pc:sldMk cId="0" sldId="257"/>
            <ac:spMk id="343" creationId="{00000000-0000-0000-0000-000000000000}"/>
          </ac:spMkLst>
        </pc:spChg>
        <pc:spChg chg="del mod">
          <ac:chgData name="uvindu sandasara" userId="7d95f8a7546b4224" providerId="LiveId" clId="{8131F2F4-714E-4693-B593-39D85903B864}" dt="2022-11-18T14:19:59.719" v="853" actId="478"/>
          <ac:spMkLst>
            <pc:docMk/>
            <pc:sldMk cId="0" sldId="257"/>
            <ac:spMk id="344" creationId="{00000000-0000-0000-0000-000000000000}"/>
          </ac:spMkLst>
        </pc:spChg>
        <pc:spChg chg="del mod">
          <ac:chgData name="uvindu sandasara" userId="7d95f8a7546b4224" providerId="LiveId" clId="{8131F2F4-714E-4693-B593-39D85903B864}" dt="2022-11-18T14:09:22.884" v="846" actId="478"/>
          <ac:spMkLst>
            <pc:docMk/>
            <pc:sldMk cId="0" sldId="257"/>
            <ac:spMk id="345" creationId="{00000000-0000-0000-0000-000000000000}"/>
          </ac:spMkLst>
        </pc:spChg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57"/>
            <ac:spMk id="346" creationId="{00000000-0000-0000-0000-000000000000}"/>
          </ac:spMkLst>
        </pc:spChg>
        <pc:picChg chg="add mod">
          <ac:chgData name="uvindu sandasara" userId="7d95f8a7546b4224" providerId="LiveId" clId="{8131F2F4-714E-4693-B593-39D85903B864}" dt="2022-11-18T13:18:49.258" v="584" actId="1076"/>
          <ac:picMkLst>
            <pc:docMk/>
            <pc:sldMk cId="0" sldId="257"/>
            <ac:picMk id="2" creationId="{C54F3718-CD31-129E-95B1-DB1DE30E1250}"/>
          </ac:picMkLst>
        </pc:picChg>
        <pc:picChg chg="add mod">
          <ac:chgData name="uvindu sandasara" userId="7d95f8a7546b4224" providerId="LiveId" clId="{8131F2F4-714E-4693-B593-39D85903B864}" dt="2022-11-18T14:44:00.584" v="966" actId="14100"/>
          <ac:picMkLst>
            <pc:docMk/>
            <pc:sldMk cId="0" sldId="257"/>
            <ac:picMk id="3" creationId="{37FD56DC-8BE8-84EE-75C8-0971B5004324}"/>
          </ac:picMkLst>
        </pc:picChg>
        <pc:picChg chg="add mod">
          <ac:chgData name="uvindu sandasara" userId="7d95f8a7546b4224" providerId="LiveId" clId="{8131F2F4-714E-4693-B593-39D85903B864}" dt="2022-11-18T14:46:23.547" v="980" actId="1076"/>
          <ac:picMkLst>
            <pc:docMk/>
            <pc:sldMk cId="0" sldId="257"/>
            <ac:picMk id="4" creationId="{6EE92D22-9646-3B5E-E462-C19F28A55398}"/>
          </ac:picMkLst>
        </pc:picChg>
        <pc:picChg chg="add mod">
          <ac:chgData name="uvindu sandasara" userId="7d95f8a7546b4224" providerId="LiveId" clId="{8131F2F4-714E-4693-B593-39D85903B864}" dt="2022-11-18T14:47:03.189" v="987" actId="1076"/>
          <ac:picMkLst>
            <pc:docMk/>
            <pc:sldMk cId="0" sldId="257"/>
            <ac:picMk id="5" creationId="{4C7B5063-022D-22DE-91FE-62B17F1BC538}"/>
          </ac:picMkLst>
        </pc:picChg>
        <pc:picChg chg="add mod">
          <ac:chgData name="uvindu sandasara" userId="7d95f8a7546b4224" providerId="LiveId" clId="{8131F2F4-714E-4693-B593-39D85903B864}" dt="2022-11-18T16:15:15.795" v="1793" actId="1076"/>
          <ac:picMkLst>
            <pc:docMk/>
            <pc:sldMk cId="0" sldId="257"/>
            <ac:picMk id="6" creationId="{7ED1C56B-035D-D2E7-1038-333F0EE4BF80}"/>
          </ac:picMkLst>
        </pc:picChg>
      </pc:sldChg>
      <pc:sldChg chg="del modNotes">
        <pc:chgData name="uvindu sandasara" userId="7d95f8a7546b4224" providerId="LiveId" clId="{8131F2F4-714E-4693-B593-39D85903B864}" dt="2022-11-17T16:27:02.160" v="489" actId="47"/>
        <pc:sldMkLst>
          <pc:docMk/>
          <pc:sldMk cId="0" sldId="258"/>
        </pc:sldMkLst>
      </pc:sldChg>
      <pc:sldChg chg="del">
        <pc:chgData name="uvindu sandasara" userId="7d95f8a7546b4224" providerId="LiveId" clId="{8131F2F4-714E-4693-B593-39D85903B864}" dt="2022-11-17T16:27:23.348" v="490" actId="47"/>
        <pc:sldMkLst>
          <pc:docMk/>
          <pc:sldMk cId="0" sldId="259"/>
        </pc:sldMkLst>
      </pc:sldChg>
      <pc:sldChg chg="del">
        <pc:chgData name="uvindu sandasara" userId="7d95f8a7546b4224" providerId="LiveId" clId="{8131F2F4-714E-4693-B593-39D85903B864}" dt="2022-11-17T16:27:25.417" v="491" actId="47"/>
        <pc:sldMkLst>
          <pc:docMk/>
          <pc:sldMk cId="0" sldId="260"/>
        </pc:sldMkLst>
      </pc:sldChg>
      <pc:sldChg chg="addSp delSp modSp mod modTransition modNotes">
        <pc:chgData name="uvindu sandasara" userId="7d95f8a7546b4224" providerId="LiveId" clId="{8131F2F4-714E-4693-B593-39D85903B864}" dt="2022-11-19T03:31:42.642" v="2533" actId="1440"/>
        <pc:sldMkLst>
          <pc:docMk/>
          <pc:sldMk cId="0" sldId="261"/>
        </pc:sldMkLst>
        <pc:spChg chg="mod">
          <ac:chgData name="uvindu sandasara" userId="7d95f8a7546b4224" providerId="LiveId" clId="{8131F2F4-714E-4693-B593-39D85903B864}" dt="2022-11-19T03:23:24.459" v="2338" actId="1076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03:29:14.667" v="2527" actId="1076"/>
          <ac:spMkLst>
            <pc:docMk/>
            <pc:sldMk cId="0" sldId="261"/>
            <ac:spMk id="373" creationId="{00000000-0000-0000-0000-000000000000}"/>
          </ac:spMkLst>
        </pc:spChg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61"/>
            <ac:spMk id="374" creationId="{00000000-0000-0000-0000-000000000000}"/>
          </ac:spMkLst>
        </pc:spChg>
        <pc:picChg chg="add mod">
          <ac:chgData name="uvindu sandasara" userId="7d95f8a7546b4224" providerId="LiveId" clId="{8131F2F4-714E-4693-B593-39D85903B864}" dt="2022-11-18T13:19:17.711" v="588" actId="1076"/>
          <ac:picMkLst>
            <pc:docMk/>
            <pc:sldMk cId="0" sldId="261"/>
            <ac:picMk id="2" creationId="{81F77605-39EA-60F6-FA3D-D50617267DE4}"/>
          </ac:picMkLst>
        </pc:picChg>
        <pc:picChg chg="add mod">
          <ac:chgData name="uvindu sandasara" userId="7d95f8a7546b4224" providerId="LiveId" clId="{8131F2F4-714E-4693-B593-39D85903B864}" dt="2022-11-18T16:16:03.559" v="1799" actId="1076"/>
          <ac:picMkLst>
            <pc:docMk/>
            <pc:sldMk cId="0" sldId="261"/>
            <ac:picMk id="3" creationId="{1DE3E98D-B464-E9A2-76CA-E914544B26CF}"/>
          </ac:picMkLst>
        </pc:picChg>
        <pc:picChg chg="add mod">
          <ac:chgData name="uvindu sandasara" userId="7d95f8a7546b4224" providerId="LiveId" clId="{8131F2F4-714E-4693-B593-39D85903B864}" dt="2022-11-19T03:31:42.642" v="2533" actId="1440"/>
          <ac:picMkLst>
            <pc:docMk/>
            <pc:sldMk cId="0" sldId="261"/>
            <ac:picMk id="5" creationId="{C0877E16-BC73-C512-AC78-5E76BC433933}"/>
          </ac:picMkLst>
        </pc:picChg>
      </pc:sldChg>
      <pc:sldChg chg="addSp modSp del mod modNotes">
        <pc:chgData name="uvindu sandasara" userId="7d95f8a7546b4224" providerId="LiveId" clId="{8131F2F4-714E-4693-B593-39D85903B864}" dt="2022-11-18T13:36:46.956" v="719" actId="47"/>
        <pc:sldMkLst>
          <pc:docMk/>
          <pc:sldMk cId="0" sldId="262"/>
        </pc:sldMkLst>
        <pc:picChg chg="add mod">
          <ac:chgData name="uvindu sandasara" userId="7d95f8a7546b4224" providerId="LiveId" clId="{8131F2F4-714E-4693-B593-39D85903B864}" dt="2022-11-18T13:19:40.906" v="590" actId="1076"/>
          <ac:picMkLst>
            <pc:docMk/>
            <pc:sldMk cId="0" sldId="262"/>
            <ac:picMk id="2" creationId="{C160DECC-35D3-9116-D47C-1780AB65E0A1}"/>
          </ac:picMkLst>
        </pc:picChg>
      </pc:sldChg>
      <pc:sldChg chg="addSp delSp modSp mod ord modTransition modNotes">
        <pc:chgData name="uvindu sandasara" userId="7d95f8a7546b4224" providerId="LiveId" clId="{8131F2F4-714E-4693-B593-39D85903B864}" dt="2022-11-19T05:08:28.115" v="3709" actId="1076"/>
        <pc:sldMkLst>
          <pc:docMk/>
          <pc:sldMk cId="0" sldId="263"/>
        </pc:sldMkLst>
        <pc:spChg chg="mod">
          <ac:chgData name="uvindu sandasara" userId="7d95f8a7546b4224" providerId="LiveId" clId="{8131F2F4-714E-4693-B593-39D85903B864}" dt="2022-11-19T05:08:28.115" v="3709" actId="1076"/>
          <ac:spMkLst>
            <pc:docMk/>
            <pc:sldMk cId="0" sldId="263"/>
            <ac:spMk id="399" creationId="{00000000-0000-0000-0000-000000000000}"/>
          </ac:spMkLst>
        </pc:spChg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63"/>
            <ac:spMk id="401" creationId="{00000000-0000-0000-0000-000000000000}"/>
          </ac:spMkLst>
        </pc:spChg>
        <pc:picChg chg="add mod">
          <ac:chgData name="uvindu sandasara" userId="7d95f8a7546b4224" providerId="LiveId" clId="{8131F2F4-714E-4693-B593-39D85903B864}" dt="2022-11-18T13:19:04.484" v="586" actId="1076"/>
          <ac:picMkLst>
            <pc:docMk/>
            <pc:sldMk cId="0" sldId="263"/>
            <ac:picMk id="2" creationId="{77E8B9AC-4700-C5B9-4F4C-FB165266FBF5}"/>
          </ac:picMkLst>
        </pc:picChg>
        <pc:picChg chg="add del mod">
          <ac:chgData name="uvindu sandasara" userId="7d95f8a7546b4224" providerId="LiveId" clId="{8131F2F4-714E-4693-B593-39D85903B864}" dt="2022-11-18T15:59:34.009" v="1717" actId="21"/>
          <ac:picMkLst>
            <pc:docMk/>
            <pc:sldMk cId="0" sldId="263"/>
            <ac:picMk id="4" creationId="{BD034A73-A035-D028-A956-BF907649B6A2}"/>
          </ac:picMkLst>
        </pc:picChg>
        <pc:picChg chg="add mod">
          <ac:chgData name="uvindu sandasara" userId="7d95f8a7546b4224" providerId="LiveId" clId="{8131F2F4-714E-4693-B593-39D85903B864}" dt="2022-11-18T16:06:27.463" v="1746" actId="1076"/>
          <ac:picMkLst>
            <pc:docMk/>
            <pc:sldMk cId="0" sldId="263"/>
            <ac:picMk id="5" creationId="{00CE40EA-D425-3717-6F3A-A38A3B6059EB}"/>
          </ac:picMkLst>
        </pc:picChg>
        <pc:picChg chg="add mod">
          <ac:chgData name="uvindu sandasara" userId="7d95f8a7546b4224" providerId="LiveId" clId="{8131F2F4-714E-4693-B593-39D85903B864}" dt="2022-11-18T16:15:39.815" v="1796" actId="14100"/>
          <ac:picMkLst>
            <pc:docMk/>
            <pc:sldMk cId="0" sldId="263"/>
            <ac:picMk id="6" creationId="{AC884AB8-DF15-FC09-A440-93921B65C4BA}"/>
          </ac:picMkLst>
        </pc:picChg>
      </pc:sldChg>
      <pc:sldChg chg="addSp delSp modSp mod modTransition modNotes">
        <pc:chgData name="uvindu sandasara" userId="7d95f8a7546b4224" providerId="LiveId" clId="{8131F2F4-714E-4693-B593-39D85903B864}" dt="2022-11-19T05:24:51.997" v="4057" actId="20577"/>
        <pc:sldMkLst>
          <pc:docMk/>
          <pc:sldMk cId="0" sldId="264"/>
        </pc:sldMkLst>
        <pc:spChg chg="mod">
          <ac:chgData name="uvindu sandasara" userId="7d95f8a7546b4224" providerId="LiveId" clId="{8131F2F4-714E-4693-B593-39D85903B864}" dt="2022-11-18T15:16:26.911" v="1108" actId="20577"/>
          <ac:spMkLst>
            <pc:docMk/>
            <pc:sldMk cId="0" sldId="264"/>
            <ac:spMk id="406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05:24:36.948" v="3830" actId="20577"/>
          <ac:spMkLst>
            <pc:docMk/>
            <pc:sldMk cId="0" sldId="264"/>
            <ac:spMk id="407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05:24:45.007" v="3942" actId="20577"/>
          <ac:spMkLst>
            <pc:docMk/>
            <pc:sldMk cId="0" sldId="264"/>
            <ac:spMk id="408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05:24:51.997" v="4057" actId="20577"/>
          <ac:spMkLst>
            <pc:docMk/>
            <pc:sldMk cId="0" sldId="264"/>
            <ac:spMk id="409" creationId="{00000000-0000-0000-0000-000000000000}"/>
          </ac:spMkLst>
        </pc:spChg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64"/>
            <ac:spMk id="410" creationId="{00000000-0000-0000-0000-000000000000}"/>
          </ac:spMkLst>
        </pc:spChg>
        <pc:picChg chg="add mod">
          <ac:chgData name="uvindu sandasara" userId="7d95f8a7546b4224" providerId="LiveId" clId="{8131F2F4-714E-4693-B593-39D85903B864}" dt="2022-11-18T13:19:53.787" v="592" actId="1076"/>
          <ac:picMkLst>
            <pc:docMk/>
            <pc:sldMk cId="0" sldId="264"/>
            <ac:picMk id="2" creationId="{ADB6AE68-73ED-F950-5C90-4C9E51B0C6A2}"/>
          </ac:picMkLst>
        </pc:picChg>
        <pc:picChg chg="add mod">
          <ac:chgData name="uvindu sandasara" userId="7d95f8a7546b4224" providerId="LiveId" clId="{8131F2F4-714E-4693-B593-39D85903B864}" dt="2022-11-18T16:00:06.048" v="1723" actId="1440"/>
          <ac:picMkLst>
            <pc:docMk/>
            <pc:sldMk cId="0" sldId="264"/>
            <ac:picMk id="3" creationId="{B39B5B5F-9F28-241F-527F-BC1E48EB8E52}"/>
          </ac:picMkLst>
        </pc:picChg>
        <pc:picChg chg="add mod">
          <ac:chgData name="uvindu sandasara" userId="7d95f8a7546b4224" providerId="LiveId" clId="{8131F2F4-714E-4693-B593-39D85903B864}" dt="2022-11-18T16:17:41.748" v="1814" actId="1076"/>
          <ac:picMkLst>
            <pc:docMk/>
            <pc:sldMk cId="0" sldId="264"/>
            <ac:picMk id="4" creationId="{DBBF435F-D0D7-A896-E8C2-5ED9F6E4D352}"/>
          </ac:picMkLst>
        </pc:picChg>
      </pc:sldChg>
      <pc:sldChg chg="addSp delSp modSp mod modTransition modNotes">
        <pc:chgData name="uvindu sandasara" userId="7d95f8a7546b4224" providerId="LiveId" clId="{8131F2F4-714E-4693-B593-39D85903B864}" dt="2022-11-19T10:07:36.721" v="4640" actId="255"/>
        <pc:sldMkLst>
          <pc:docMk/>
          <pc:sldMk cId="0" sldId="265"/>
        </pc:sldMkLst>
        <pc:spChg chg="mod">
          <ac:chgData name="uvindu sandasara" userId="7d95f8a7546b4224" providerId="LiveId" clId="{8131F2F4-714E-4693-B593-39D85903B864}" dt="2022-11-18T13:38:18.158" v="769" actId="115"/>
          <ac:spMkLst>
            <pc:docMk/>
            <pc:sldMk cId="0" sldId="265"/>
            <ac:spMk id="415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10:07:36.721" v="4640" actId="255"/>
          <ac:spMkLst>
            <pc:docMk/>
            <pc:sldMk cId="0" sldId="265"/>
            <ac:spMk id="416" creationId="{00000000-0000-0000-0000-000000000000}"/>
          </ac:spMkLst>
        </pc:spChg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65"/>
            <ac:spMk id="418" creationId="{00000000-0000-0000-0000-000000000000}"/>
          </ac:spMkLst>
        </pc:spChg>
        <pc:picChg chg="add mod">
          <ac:chgData name="uvindu sandasara" userId="7d95f8a7546b4224" providerId="LiveId" clId="{8131F2F4-714E-4693-B593-39D85903B864}" dt="2022-11-18T13:21:58.953" v="595" actId="1076"/>
          <ac:picMkLst>
            <pc:docMk/>
            <pc:sldMk cId="0" sldId="265"/>
            <ac:picMk id="2" creationId="{BACD6D37-F1C2-951C-39E3-6989A2B0459C}"/>
          </ac:picMkLst>
        </pc:picChg>
        <pc:picChg chg="add mod">
          <ac:chgData name="uvindu sandasara" userId="7d95f8a7546b4224" providerId="LiveId" clId="{8131F2F4-714E-4693-B593-39D85903B864}" dt="2022-11-18T16:01:08.515" v="1731" actId="1440"/>
          <ac:picMkLst>
            <pc:docMk/>
            <pc:sldMk cId="0" sldId="265"/>
            <ac:picMk id="4" creationId="{F658F7A2-6CD1-5ED2-DB41-AA7557C5F822}"/>
          </ac:picMkLst>
        </pc:picChg>
        <pc:picChg chg="add mod">
          <ac:chgData name="uvindu sandasara" userId="7d95f8a7546b4224" providerId="LiveId" clId="{8131F2F4-714E-4693-B593-39D85903B864}" dt="2022-11-18T16:11:27.800" v="1776" actId="1076"/>
          <ac:picMkLst>
            <pc:docMk/>
            <pc:sldMk cId="0" sldId="265"/>
            <ac:picMk id="5" creationId="{015A8853-35B2-499B-2129-6CB15E925DBF}"/>
          </ac:picMkLst>
        </pc:picChg>
        <pc:picChg chg="add mod">
          <ac:chgData name="uvindu sandasara" userId="7d95f8a7546b4224" providerId="LiveId" clId="{8131F2F4-714E-4693-B593-39D85903B864}" dt="2022-11-18T16:12:12.614" v="1778" actId="1076"/>
          <ac:picMkLst>
            <pc:docMk/>
            <pc:sldMk cId="0" sldId="265"/>
            <ac:picMk id="6" creationId="{CDB887B6-34FD-175E-7E2C-583A05343A52}"/>
          </ac:picMkLst>
        </pc:picChg>
        <pc:picChg chg="add mod">
          <ac:chgData name="uvindu sandasara" userId="7d95f8a7546b4224" providerId="LiveId" clId="{8131F2F4-714E-4693-B593-39D85903B864}" dt="2022-11-18T16:12:37.390" v="1780" actId="1076"/>
          <ac:picMkLst>
            <pc:docMk/>
            <pc:sldMk cId="0" sldId="265"/>
            <ac:picMk id="7" creationId="{C3B9156B-36A1-1283-600A-A1E0D7ACC6C2}"/>
          </ac:picMkLst>
        </pc:picChg>
        <pc:picChg chg="add mod">
          <ac:chgData name="uvindu sandasara" userId="7d95f8a7546b4224" providerId="LiveId" clId="{8131F2F4-714E-4693-B593-39D85903B864}" dt="2022-11-18T16:13:01.950" v="1782" actId="1076"/>
          <ac:picMkLst>
            <pc:docMk/>
            <pc:sldMk cId="0" sldId="265"/>
            <ac:picMk id="8" creationId="{BAA29154-2909-94A1-3394-403122E4AA54}"/>
          </ac:picMkLst>
        </pc:picChg>
        <pc:picChg chg="add mod">
          <ac:chgData name="uvindu sandasara" userId="7d95f8a7546b4224" providerId="LiveId" clId="{8131F2F4-714E-4693-B593-39D85903B864}" dt="2022-11-18T16:13:41.820" v="1785" actId="1076"/>
          <ac:picMkLst>
            <pc:docMk/>
            <pc:sldMk cId="0" sldId="265"/>
            <ac:picMk id="9" creationId="{20FDE2C6-5F80-FC72-85C7-12177DA328D4}"/>
          </ac:picMkLst>
        </pc:picChg>
        <pc:picChg chg="add mod">
          <ac:chgData name="uvindu sandasara" userId="7d95f8a7546b4224" providerId="LiveId" clId="{8131F2F4-714E-4693-B593-39D85903B864}" dt="2022-11-18T16:17:31.668" v="1812" actId="1076"/>
          <ac:picMkLst>
            <pc:docMk/>
            <pc:sldMk cId="0" sldId="265"/>
            <ac:picMk id="10" creationId="{771CA9C8-8C98-451D-364C-7E0CF5F09BC1}"/>
          </ac:picMkLst>
        </pc:picChg>
        <pc:picChg chg="del mod">
          <ac:chgData name="uvindu sandasara" userId="7d95f8a7546b4224" providerId="LiveId" clId="{8131F2F4-714E-4693-B593-39D85903B864}" dt="2022-11-18T13:23:06.026" v="605" actId="478"/>
          <ac:picMkLst>
            <pc:docMk/>
            <pc:sldMk cId="0" sldId="265"/>
            <ac:picMk id="417" creationId="{00000000-0000-0000-0000-000000000000}"/>
          </ac:picMkLst>
        </pc:picChg>
      </pc:sldChg>
      <pc:sldChg chg="addSp delSp modSp del mod modNotes">
        <pc:chgData name="uvindu sandasara" userId="7d95f8a7546b4224" providerId="LiveId" clId="{8131F2F4-714E-4693-B593-39D85903B864}" dt="2022-11-17T16:29:22.627" v="500" actId="47"/>
        <pc:sldMkLst>
          <pc:docMk/>
          <pc:sldMk cId="0" sldId="266"/>
        </pc:sldMkLst>
        <pc:picChg chg="add del mod">
          <ac:chgData name="uvindu sandasara" userId="7d95f8a7546b4224" providerId="LiveId" clId="{8131F2F4-714E-4693-B593-39D85903B864}" dt="2022-11-17T06:29:51.037" v="313" actId="478"/>
          <ac:picMkLst>
            <pc:docMk/>
            <pc:sldMk cId="0" sldId="266"/>
            <ac:picMk id="2" creationId="{D4FC17CD-02AF-A961-413E-F08686839294}"/>
          </ac:picMkLst>
        </pc:picChg>
      </pc:sldChg>
      <pc:sldChg chg="del modNotes">
        <pc:chgData name="uvindu sandasara" userId="7d95f8a7546b4224" providerId="LiveId" clId="{8131F2F4-714E-4693-B593-39D85903B864}" dt="2022-11-18T13:22:04.066" v="596" actId="47"/>
        <pc:sldMkLst>
          <pc:docMk/>
          <pc:sldMk cId="0" sldId="267"/>
        </pc:sldMkLst>
      </pc:sldChg>
      <pc:sldChg chg="del">
        <pc:chgData name="uvindu sandasara" userId="7d95f8a7546b4224" providerId="LiveId" clId="{8131F2F4-714E-4693-B593-39D85903B864}" dt="2022-11-18T13:22:05.892" v="597" actId="47"/>
        <pc:sldMkLst>
          <pc:docMk/>
          <pc:sldMk cId="0" sldId="268"/>
        </pc:sldMkLst>
      </pc:sldChg>
      <pc:sldChg chg="delSp del mod modNotes">
        <pc:chgData name="uvindu sandasara" userId="7d95f8a7546b4224" providerId="LiveId" clId="{8131F2F4-714E-4693-B593-39D85903B864}" dt="2022-11-18T13:22:22.655" v="599" actId="47"/>
        <pc:sldMkLst>
          <pc:docMk/>
          <pc:sldMk cId="0" sldId="269"/>
        </pc:sldMkLst>
        <pc:spChg chg="del">
          <ac:chgData name="uvindu sandasara" userId="7d95f8a7546b4224" providerId="LiveId" clId="{8131F2F4-714E-4693-B593-39D85903B864}" dt="2022-11-18T13:22:17.349" v="598" actId="478"/>
          <ac:spMkLst>
            <pc:docMk/>
            <pc:sldMk cId="0" sldId="269"/>
            <ac:spMk id="445" creationId="{00000000-0000-0000-0000-000000000000}"/>
          </ac:spMkLst>
        </pc:spChg>
      </pc:sldChg>
      <pc:sldChg chg="del modNotes">
        <pc:chgData name="uvindu sandasara" userId="7d95f8a7546b4224" providerId="LiveId" clId="{8131F2F4-714E-4693-B593-39D85903B864}" dt="2022-11-17T16:27:55.051" v="492" actId="47"/>
        <pc:sldMkLst>
          <pc:docMk/>
          <pc:sldMk cId="0" sldId="270"/>
        </pc:sldMkLst>
      </pc:sldChg>
      <pc:sldChg chg="del modNotes">
        <pc:chgData name="uvindu sandasara" userId="7d95f8a7546b4224" providerId="LiveId" clId="{8131F2F4-714E-4693-B593-39D85903B864}" dt="2022-11-17T16:27:56.857" v="493" actId="47"/>
        <pc:sldMkLst>
          <pc:docMk/>
          <pc:sldMk cId="0" sldId="271"/>
        </pc:sldMkLst>
      </pc:sldChg>
      <pc:sldChg chg="del modNotes">
        <pc:chgData name="uvindu sandasara" userId="7d95f8a7546b4224" providerId="LiveId" clId="{8131F2F4-714E-4693-B593-39D85903B864}" dt="2022-11-17T16:28:02.069" v="494" actId="47"/>
        <pc:sldMkLst>
          <pc:docMk/>
          <pc:sldMk cId="0" sldId="272"/>
        </pc:sldMkLst>
      </pc:sldChg>
      <pc:sldChg chg="del modNotes">
        <pc:chgData name="uvindu sandasara" userId="7d95f8a7546b4224" providerId="LiveId" clId="{8131F2F4-714E-4693-B593-39D85903B864}" dt="2022-11-17T16:28:03.589" v="495" actId="47"/>
        <pc:sldMkLst>
          <pc:docMk/>
          <pc:sldMk cId="0" sldId="273"/>
        </pc:sldMkLst>
      </pc:sldChg>
      <pc:sldChg chg="del modNotes">
        <pc:chgData name="uvindu sandasara" userId="7d95f8a7546b4224" providerId="LiveId" clId="{8131F2F4-714E-4693-B593-39D85903B864}" dt="2022-11-18T13:23:13.444" v="606" actId="47"/>
        <pc:sldMkLst>
          <pc:docMk/>
          <pc:sldMk cId="0" sldId="274"/>
        </pc:sldMkLst>
      </pc:sldChg>
      <pc:sldChg chg="del modNotes">
        <pc:chgData name="uvindu sandasara" userId="7d95f8a7546b4224" providerId="LiveId" clId="{8131F2F4-714E-4693-B593-39D85903B864}" dt="2022-11-17T16:28:20.756" v="496" actId="47"/>
        <pc:sldMkLst>
          <pc:docMk/>
          <pc:sldMk cId="0" sldId="275"/>
        </pc:sldMkLst>
      </pc:sldChg>
      <pc:sldChg chg="del modNotes">
        <pc:chgData name="uvindu sandasara" userId="7d95f8a7546b4224" providerId="LiveId" clId="{8131F2F4-714E-4693-B593-39D85903B864}" dt="2022-11-17T16:28:25.717" v="497" actId="47"/>
        <pc:sldMkLst>
          <pc:docMk/>
          <pc:sldMk cId="0" sldId="276"/>
        </pc:sldMkLst>
      </pc:sldChg>
      <pc:sldChg chg="del modNotes">
        <pc:chgData name="uvindu sandasara" userId="7d95f8a7546b4224" providerId="LiveId" clId="{8131F2F4-714E-4693-B593-39D85903B864}" dt="2022-11-17T16:28:27.727" v="498" actId="47"/>
        <pc:sldMkLst>
          <pc:docMk/>
          <pc:sldMk cId="0" sldId="277"/>
        </pc:sldMkLst>
      </pc:sldChg>
      <pc:sldChg chg="del modNotes">
        <pc:chgData name="uvindu sandasara" userId="7d95f8a7546b4224" providerId="LiveId" clId="{8131F2F4-714E-4693-B593-39D85903B864}" dt="2022-11-17T16:28:29.497" v="499" actId="47"/>
        <pc:sldMkLst>
          <pc:docMk/>
          <pc:sldMk cId="0" sldId="278"/>
        </pc:sldMkLst>
      </pc:sldChg>
      <pc:sldChg chg="addSp delSp modSp mod ord modTransition modNotes">
        <pc:chgData name="uvindu sandasara" userId="7d95f8a7546b4224" providerId="LiveId" clId="{8131F2F4-714E-4693-B593-39D85903B864}" dt="2022-11-18T16:22:45.758" v="1846"/>
        <pc:sldMkLst>
          <pc:docMk/>
          <pc:sldMk cId="0" sldId="279"/>
        </pc:sldMkLst>
        <pc:spChg chg="del">
          <ac:chgData name="uvindu sandasara" userId="7d95f8a7546b4224" providerId="LiveId" clId="{8131F2F4-714E-4693-B593-39D85903B864}" dt="2022-11-17T16:35:29.539" v="539" actId="478"/>
          <ac:spMkLst>
            <pc:docMk/>
            <pc:sldMk cId="0" sldId="279"/>
            <ac:spMk id="591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7T16:38:49.081" v="568" actId="1076"/>
          <ac:spMkLst>
            <pc:docMk/>
            <pc:sldMk cId="0" sldId="279"/>
            <ac:spMk id="592" creationId="{00000000-0000-0000-0000-000000000000}"/>
          </ac:spMkLst>
        </pc:spChg>
        <pc:spChg chg="del mod">
          <ac:chgData name="uvindu sandasara" userId="7d95f8a7546b4224" providerId="LiveId" clId="{8131F2F4-714E-4693-B593-39D85903B864}" dt="2022-11-17T16:33:45.921" v="530" actId="478"/>
          <ac:spMkLst>
            <pc:docMk/>
            <pc:sldMk cId="0" sldId="279"/>
            <ac:spMk id="593" creationId="{00000000-0000-0000-0000-000000000000}"/>
          </ac:spMkLst>
        </pc:spChg>
        <pc:spChg chg="del mod">
          <ac:chgData name="uvindu sandasara" userId="7d95f8a7546b4224" providerId="LiveId" clId="{8131F2F4-714E-4693-B593-39D85903B864}" dt="2022-11-18T15:52:45.665" v="1681" actId="478"/>
          <ac:spMkLst>
            <pc:docMk/>
            <pc:sldMk cId="0" sldId="279"/>
            <ac:spMk id="594" creationId="{00000000-0000-0000-0000-000000000000}"/>
          </ac:spMkLst>
        </pc:spChg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79"/>
            <ac:spMk id="595" creationId="{00000000-0000-0000-0000-000000000000}"/>
          </ac:spMkLst>
        </pc:spChg>
        <pc:picChg chg="add mod ord">
          <ac:chgData name="uvindu sandasara" userId="7d95f8a7546b4224" providerId="LiveId" clId="{8131F2F4-714E-4693-B593-39D85903B864}" dt="2022-11-17T16:36:59.926" v="547" actId="1076"/>
          <ac:picMkLst>
            <pc:docMk/>
            <pc:sldMk cId="0" sldId="279"/>
            <ac:picMk id="2" creationId="{75C592D1-A1E4-8221-2817-BEE9BFC93063}"/>
          </ac:picMkLst>
        </pc:picChg>
        <pc:picChg chg="add mod">
          <ac:chgData name="uvindu sandasara" userId="7d95f8a7546b4224" providerId="LiveId" clId="{8131F2F4-714E-4693-B593-39D85903B864}" dt="2022-11-18T13:23:45.304" v="609" actId="1076"/>
          <ac:picMkLst>
            <pc:docMk/>
            <pc:sldMk cId="0" sldId="279"/>
            <ac:picMk id="3" creationId="{5D276A11-4901-ACFB-EFCD-6E78D40B4E82}"/>
          </ac:picMkLst>
        </pc:picChg>
        <pc:picChg chg="add del">
          <ac:chgData name="uvindu sandasara" userId="7d95f8a7546b4224" providerId="LiveId" clId="{8131F2F4-714E-4693-B593-39D85903B864}" dt="2022-11-17T16:36:11.933" v="543" actId="478"/>
          <ac:picMkLst>
            <pc:docMk/>
            <pc:sldMk cId="0" sldId="279"/>
            <ac:picMk id="3" creationId="{99F2F84D-B854-79AD-E337-E2C868108F62}"/>
          </ac:picMkLst>
        </pc:picChg>
        <pc:picChg chg="add del mod">
          <ac:chgData name="uvindu sandasara" userId="7d95f8a7546b4224" providerId="LiveId" clId="{8131F2F4-714E-4693-B593-39D85903B864}" dt="2022-11-18T15:52:42.736" v="1680" actId="478"/>
          <ac:picMkLst>
            <pc:docMk/>
            <pc:sldMk cId="0" sldId="279"/>
            <ac:picMk id="4" creationId="{1C4B0D83-CD21-B9F3-8B2E-66AECC3D5A23}"/>
          </ac:picMkLst>
        </pc:picChg>
      </pc:sldChg>
      <pc:sldChg chg="del modNotes">
        <pc:chgData name="uvindu sandasara" userId="7d95f8a7546b4224" providerId="LiveId" clId="{8131F2F4-714E-4693-B593-39D85903B864}" dt="2022-11-18T13:23:17.035" v="607" actId="47"/>
        <pc:sldMkLst>
          <pc:docMk/>
          <pc:sldMk cId="0" sldId="280"/>
        </pc:sldMkLst>
      </pc:sldChg>
      <pc:sldChg chg="addSp delSp modSp del mod modNotes">
        <pc:chgData name="uvindu sandasara" userId="7d95f8a7546b4224" providerId="LiveId" clId="{8131F2F4-714E-4693-B593-39D85903B864}" dt="2022-11-18T15:52:07.938" v="1679" actId="47"/>
        <pc:sldMkLst>
          <pc:docMk/>
          <pc:sldMk cId="0" sldId="281"/>
        </pc:sldMkLst>
        <pc:spChg chg="mod">
          <ac:chgData name="uvindu sandasara" userId="7d95f8a7546b4224" providerId="LiveId" clId="{8131F2F4-714E-4693-B593-39D85903B864}" dt="2022-11-18T15:40:52.001" v="1284" actId="255"/>
          <ac:spMkLst>
            <pc:docMk/>
            <pc:sldMk cId="0" sldId="281"/>
            <ac:spMk id="607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8T15:51:48.869" v="1678" actId="12"/>
          <ac:spMkLst>
            <pc:docMk/>
            <pc:sldMk cId="0" sldId="281"/>
            <ac:spMk id="608" creationId="{00000000-0000-0000-0000-000000000000}"/>
          </ac:spMkLst>
        </pc:spChg>
        <pc:spChg chg="del mod">
          <ac:chgData name="uvindu sandasara" userId="7d95f8a7546b4224" providerId="LiveId" clId="{8131F2F4-714E-4693-B593-39D85903B864}" dt="2022-11-18T15:41:05.711" v="1286" actId="478"/>
          <ac:spMkLst>
            <pc:docMk/>
            <pc:sldMk cId="0" sldId="281"/>
            <ac:spMk id="609" creationId="{00000000-0000-0000-0000-000000000000}"/>
          </ac:spMkLst>
        </pc:spChg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81"/>
            <ac:spMk id="610" creationId="{00000000-0000-0000-0000-000000000000}"/>
          </ac:spMkLst>
        </pc:spChg>
        <pc:picChg chg="add mod">
          <ac:chgData name="uvindu sandasara" userId="7d95f8a7546b4224" providerId="LiveId" clId="{8131F2F4-714E-4693-B593-39D85903B864}" dt="2022-11-18T13:23:58.825" v="611" actId="1076"/>
          <ac:picMkLst>
            <pc:docMk/>
            <pc:sldMk cId="0" sldId="281"/>
            <ac:picMk id="2" creationId="{FD94A828-0278-7FC2-958C-CFDD7288D78C}"/>
          </ac:picMkLst>
        </pc:picChg>
      </pc:sldChg>
      <pc:sldChg chg="modSp del mod">
        <pc:chgData name="uvindu sandasara" userId="7d95f8a7546b4224" providerId="LiveId" clId="{8131F2F4-714E-4693-B593-39D85903B864}" dt="2022-11-18T13:22:48.663" v="603" actId="47"/>
        <pc:sldMkLst>
          <pc:docMk/>
          <pc:sldMk cId="0" sldId="282"/>
        </pc:sldMkLst>
        <pc:spChg chg="mod">
          <ac:chgData name="uvindu sandasara" userId="7d95f8a7546b4224" providerId="LiveId" clId="{8131F2F4-714E-4693-B593-39D85903B864}" dt="2022-11-17T16:30:35.950" v="506" actId="6549"/>
          <ac:spMkLst>
            <pc:docMk/>
            <pc:sldMk cId="0" sldId="282"/>
            <ac:spMk id="617" creationId="{00000000-0000-0000-0000-000000000000}"/>
          </ac:spMkLst>
        </pc:spChg>
      </pc:sldChg>
      <pc:sldChg chg="del modNotes">
        <pc:chgData name="uvindu sandasara" userId="7d95f8a7546b4224" providerId="LiveId" clId="{8131F2F4-714E-4693-B593-39D85903B864}" dt="2022-11-18T13:22:53.041" v="604" actId="47"/>
        <pc:sldMkLst>
          <pc:docMk/>
          <pc:sldMk cId="0" sldId="283"/>
        </pc:sldMkLst>
      </pc:sldChg>
      <pc:sldChg chg="del modNotes">
        <pc:chgData name="uvindu sandasara" userId="7d95f8a7546b4224" providerId="LiveId" clId="{8131F2F4-714E-4693-B593-39D85903B864}" dt="2022-11-17T16:30:17.439" v="505" actId="47"/>
        <pc:sldMkLst>
          <pc:docMk/>
          <pc:sldMk cId="0" sldId="284"/>
        </pc:sldMkLst>
      </pc:sldChg>
      <pc:sldChg chg="del">
        <pc:chgData name="uvindu sandasara" userId="7d95f8a7546b4224" providerId="LiveId" clId="{8131F2F4-714E-4693-B593-39D85903B864}" dt="2022-11-17T16:30:11.581" v="504" actId="47"/>
        <pc:sldMkLst>
          <pc:docMk/>
          <pc:sldMk cId="0" sldId="285"/>
        </pc:sldMkLst>
      </pc:sldChg>
      <pc:sldChg chg="del modNotes">
        <pc:chgData name="uvindu sandasara" userId="7d95f8a7546b4224" providerId="LiveId" clId="{8131F2F4-714E-4693-B593-39D85903B864}" dt="2022-11-18T13:22:44.241" v="601" actId="47"/>
        <pc:sldMkLst>
          <pc:docMk/>
          <pc:sldMk cId="0" sldId="286"/>
        </pc:sldMkLst>
      </pc:sldChg>
      <pc:sldChg chg="del modNotes">
        <pc:chgData name="uvindu sandasara" userId="7d95f8a7546b4224" providerId="LiveId" clId="{8131F2F4-714E-4693-B593-39D85903B864}" dt="2022-11-17T16:30:04.101" v="503" actId="47"/>
        <pc:sldMkLst>
          <pc:docMk/>
          <pc:sldMk cId="0" sldId="287"/>
        </pc:sldMkLst>
      </pc:sldChg>
      <pc:sldChg chg="del modNotes">
        <pc:chgData name="uvindu sandasara" userId="7d95f8a7546b4224" providerId="LiveId" clId="{8131F2F4-714E-4693-B593-39D85903B864}" dt="2022-11-18T13:22:45.438" v="602" actId="47"/>
        <pc:sldMkLst>
          <pc:docMk/>
          <pc:sldMk cId="0" sldId="288"/>
        </pc:sldMkLst>
      </pc:sldChg>
      <pc:sldChg chg="addSp delSp modSp mod ord modTransition modClrScheme chgLayout">
        <pc:chgData name="uvindu sandasara" userId="7d95f8a7546b4224" providerId="LiveId" clId="{8131F2F4-714E-4693-B593-39D85903B864}" dt="2022-11-19T09:42:27.555" v="4151" actId="14100"/>
        <pc:sldMkLst>
          <pc:docMk/>
          <pc:sldMk cId="0" sldId="289"/>
        </pc:sldMkLst>
        <pc:spChg chg="add del mod ord">
          <ac:chgData name="uvindu sandasara" userId="7d95f8a7546b4224" providerId="LiveId" clId="{8131F2F4-714E-4693-B593-39D85903B864}" dt="2022-11-18T14:59:05.629" v="1040" actId="478"/>
          <ac:spMkLst>
            <pc:docMk/>
            <pc:sldMk cId="0" sldId="289"/>
            <ac:spMk id="3" creationId="{7656A5AF-9CA5-2C00-0BEC-6BCD0A66114A}"/>
          </ac:spMkLst>
        </pc:spChg>
        <pc:spChg chg="add mod ord">
          <ac:chgData name="uvindu sandasara" userId="7d95f8a7546b4224" providerId="LiveId" clId="{8131F2F4-714E-4693-B593-39D85903B864}" dt="2022-11-19T05:50:07.748" v="4142" actId="20577"/>
          <ac:spMkLst>
            <pc:docMk/>
            <pc:sldMk cId="0" sldId="289"/>
            <ac:spMk id="4" creationId="{AFA69DC5-6110-1894-B31A-C9C42CE4991C}"/>
          </ac:spMkLst>
        </pc:spChg>
        <pc:spChg chg="add del mod ord">
          <ac:chgData name="uvindu sandasara" userId="7d95f8a7546b4224" providerId="LiveId" clId="{8131F2F4-714E-4693-B593-39D85903B864}" dt="2022-11-18T14:53:59.027" v="1007" actId="478"/>
          <ac:spMkLst>
            <pc:docMk/>
            <pc:sldMk cId="0" sldId="289"/>
            <ac:spMk id="5" creationId="{E6D5ADA5-DABF-F5DD-C2F0-BD6706F16AC9}"/>
          </ac:spMkLst>
        </pc:spChg>
        <pc:spChg chg="add del">
          <ac:chgData name="uvindu sandasara" userId="7d95f8a7546b4224" providerId="LiveId" clId="{8131F2F4-714E-4693-B593-39D85903B864}" dt="2022-11-19T04:45:58.271" v="3183" actId="11529"/>
          <ac:spMkLst>
            <pc:docMk/>
            <pc:sldMk cId="0" sldId="289"/>
            <ac:spMk id="9" creationId="{2646A902-BF5D-87F9-E7E1-0FF447A1F7E4}"/>
          </ac:spMkLst>
        </pc:spChg>
        <pc:spChg chg="add del mod">
          <ac:chgData name="uvindu sandasara" userId="7d95f8a7546b4224" providerId="LiveId" clId="{8131F2F4-714E-4693-B593-39D85903B864}" dt="2022-11-19T04:46:27.474" v="3204" actId="478"/>
          <ac:spMkLst>
            <pc:docMk/>
            <pc:sldMk cId="0" sldId="289"/>
            <ac:spMk id="10" creationId="{791EC22F-4A03-88E7-B75E-B93775EE01A3}"/>
          </ac:spMkLst>
        </pc:spChg>
        <pc:spChg chg="add del mod">
          <ac:chgData name="uvindu sandasara" userId="7d95f8a7546b4224" providerId="LiveId" clId="{8131F2F4-714E-4693-B593-39D85903B864}" dt="2022-11-19T05:02:04.718" v="3692" actId="478"/>
          <ac:spMkLst>
            <pc:docMk/>
            <pc:sldMk cId="0" sldId="289"/>
            <ac:spMk id="12" creationId="{2AA8E614-C390-8921-A9E7-F435F4C031D9}"/>
          </ac:spMkLst>
        </pc:spChg>
        <pc:spChg chg="mod ord">
          <ac:chgData name="uvindu sandasara" userId="7d95f8a7546b4224" providerId="LiveId" clId="{8131F2F4-714E-4693-B593-39D85903B864}" dt="2022-11-19T05:47:54.233" v="4132" actId="255"/>
          <ac:spMkLst>
            <pc:docMk/>
            <pc:sldMk cId="0" sldId="289"/>
            <ac:spMk id="788" creationId="{00000000-0000-0000-0000-000000000000}"/>
          </ac:spMkLst>
        </pc:spChg>
        <pc:spChg chg="add del mod ord">
          <ac:chgData name="uvindu sandasara" userId="7d95f8a7546b4224" providerId="LiveId" clId="{8131F2F4-714E-4693-B593-39D85903B864}" dt="2022-11-18T14:53:09.100" v="996" actId="700"/>
          <ac:spMkLst>
            <pc:docMk/>
            <pc:sldMk cId="0" sldId="289"/>
            <ac:spMk id="789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05:49:20.443" v="4136" actId="1076"/>
          <ac:spMkLst>
            <pc:docMk/>
            <pc:sldMk cId="0" sldId="289"/>
            <ac:spMk id="791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05:46:42.925" v="4126" actId="1076"/>
          <ac:spMkLst>
            <pc:docMk/>
            <pc:sldMk cId="0" sldId="289"/>
            <ac:spMk id="793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05:49:39.840" v="4138" actId="1076"/>
          <ac:spMkLst>
            <pc:docMk/>
            <pc:sldMk cId="0" sldId="289"/>
            <ac:spMk id="795" creationId="{00000000-0000-0000-0000-000000000000}"/>
          </ac:spMkLst>
        </pc:spChg>
        <pc:spChg chg="mod">
          <ac:chgData name="uvindu sandasara" userId="7d95f8a7546b4224" providerId="LiveId" clId="{8131F2F4-714E-4693-B593-39D85903B864}" dt="2022-11-19T05:45:51.563" v="4122" actId="1076"/>
          <ac:spMkLst>
            <pc:docMk/>
            <pc:sldMk cId="0" sldId="289"/>
            <ac:spMk id="797" creationId="{00000000-0000-0000-0000-000000000000}"/>
          </ac:spMkLst>
        </pc:spChg>
        <pc:picChg chg="add mod">
          <ac:chgData name="uvindu sandasara" userId="7d95f8a7546b4224" providerId="LiveId" clId="{8131F2F4-714E-4693-B593-39D85903B864}" dt="2022-11-18T13:18:19.673" v="580" actId="14100"/>
          <ac:picMkLst>
            <pc:docMk/>
            <pc:sldMk cId="0" sldId="289"/>
            <ac:picMk id="2" creationId="{4D639BB8-F89E-732C-1B8F-08B0CDA1B925}"/>
          </ac:picMkLst>
        </pc:picChg>
        <pc:picChg chg="add mod modCrop">
          <ac:chgData name="uvindu sandasara" userId="7d95f8a7546b4224" providerId="LiveId" clId="{8131F2F4-714E-4693-B593-39D85903B864}" dt="2022-11-19T05:47:13.026" v="4129" actId="1076"/>
          <ac:picMkLst>
            <pc:docMk/>
            <pc:sldMk cId="0" sldId="289"/>
            <ac:picMk id="5" creationId="{8FD15A41-C63C-50CB-5F25-7DA17210E77A}"/>
          </ac:picMkLst>
        </pc:picChg>
        <pc:picChg chg="add mod">
          <ac:chgData name="uvindu sandasara" userId="7d95f8a7546b4224" providerId="LiveId" clId="{8131F2F4-714E-4693-B593-39D85903B864}" dt="2022-11-18T15:54:42.148" v="1694" actId="14100"/>
          <ac:picMkLst>
            <pc:docMk/>
            <pc:sldMk cId="0" sldId="289"/>
            <ac:picMk id="6" creationId="{323251BE-CC2B-218B-B6D8-C064E2E22308}"/>
          </ac:picMkLst>
        </pc:picChg>
        <pc:picChg chg="add mod">
          <ac:chgData name="uvindu sandasara" userId="7d95f8a7546b4224" providerId="LiveId" clId="{8131F2F4-714E-4693-B593-39D85903B864}" dt="2022-11-18T16:07:55.687" v="1760" actId="1076"/>
          <ac:picMkLst>
            <pc:docMk/>
            <pc:sldMk cId="0" sldId="289"/>
            <ac:picMk id="7" creationId="{3ADFEAD5-1E0C-447D-96DC-6167CE448A30}"/>
          </ac:picMkLst>
        </pc:picChg>
        <pc:picChg chg="add mod">
          <ac:chgData name="uvindu sandasara" userId="7d95f8a7546b4224" providerId="LiveId" clId="{8131F2F4-714E-4693-B593-39D85903B864}" dt="2022-11-18T16:07:48.180" v="1759" actId="1076"/>
          <ac:picMkLst>
            <pc:docMk/>
            <pc:sldMk cId="0" sldId="289"/>
            <ac:picMk id="8" creationId="{4FAE5C30-1460-609B-A2F0-7352BBC00578}"/>
          </ac:picMkLst>
        </pc:picChg>
        <pc:picChg chg="add mod">
          <ac:chgData name="uvindu sandasara" userId="7d95f8a7546b4224" providerId="LiveId" clId="{8131F2F4-714E-4693-B593-39D85903B864}" dt="2022-11-19T09:40:24.729" v="4150" actId="1076"/>
          <ac:picMkLst>
            <pc:docMk/>
            <pc:sldMk cId="0" sldId="289"/>
            <ac:picMk id="9" creationId="{AA2EFE95-9934-9730-90A6-87F43B5EF62A}"/>
          </ac:picMkLst>
        </pc:picChg>
        <pc:picChg chg="add mod">
          <ac:chgData name="uvindu sandasara" userId="7d95f8a7546b4224" providerId="LiveId" clId="{8131F2F4-714E-4693-B593-39D85903B864}" dt="2022-11-19T09:42:27.555" v="4151" actId="14100"/>
          <ac:picMkLst>
            <pc:docMk/>
            <pc:sldMk cId="0" sldId="289"/>
            <ac:picMk id="14" creationId="{539EB7E5-823B-5C76-F74B-C3EEE02717A3}"/>
          </ac:picMkLst>
        </pc:picChg>
        <pc:picChg chg="add mod">
          <ac:chgData name="uvindu sandasara" userId="7d95f8a7546b4224" providerId="LiveId" clId="{8131F2F4-714E-4693-B593-39D85903B864}" dt="2022-11-19T05:48:03.192" v="4133" actId="1076"/>
          <ac:picMkLst>
            <pc:docMk/>
            <pc:sldMk cId="0" sldId="289"/>
            <ac:picMk id="16" creationId="{6756A2B6-A7F6-7496-0343-88D1ABDAE1B1}"/>
          </ac:picMkLst>
        </pc:picChg>
        <pc:picChg chg="del mod">
          <ac:chgData name="uvindu sandasara" userId="7d95f8a7546b4224" providerId="LiveId" clId="{8131F2F4-714E-4693-B593-39D85903B864}" dt="2022-11-19T03:15:59.297" v="2207" actId="478"/>
          <ac:picMkLst>
            <pc:docMk/>
            <pc:sldMk cId="0" sldId="289"/>
            <ac:picMk id="790" creationId="{00000000-0000-0000-0000-000000000000}"/>
          </ac:picMkLst>
        </pc:picChg>
        <pc:picChg chg="del mod">
          <ac:chgData name="uvindu sandasara" userId="7d95f8a7546b4224" providerId="LiveId" clId="{8131F2F4-714E-4693-B593-39D85903B864}" dt="2022-11-19T03:15:57.438" v="2206" actId="478"/>
          <ac:picMkLst>
            <pc:docMk/>
            <pc:sldMk cId="0" sldId="289"/>
            <ac:picMk id="792" creationId="{00000000-0000-0000-0000-000000000000}"/>
          </ac:picMkLst>
        </pc:picChg>
        <pc:picChg chg="del mod">
          <ac:chgData name="uvindu sandasara" userId="7d95f8a7546b4224" providerId="LiveId" clId="{8131F2F4-714E-4693-B593-39D85903B864}" dt="2022-11-19T03:15:55.375" v="2205" actId="478"/>
          <ac:picMkLst>
            <pc:docMk/>
            <pc:sldMk cId="0" sldId="289"/>
            <ac:picMk id="794" creationId="{00000000-0000-0000-0000-000000000000}"/>
          </ac:picMkLst>
        </pc:picChg>
        <pc:picChg chg="del mod">
          <ac:chgData name="uvindu sandasara" userId="7d95f8a7546b4224" providerId="LiveId" clId="{8131F2F4-714E-4693-B593-39D85903B864}" dt="2022-11-19T03:15:53.110" v="2204" actId="478"/>
          <ac:picMkLst>
            <pc:docMk/>
            <pc:sldMk cId="0" sldId="289"/>
            <ac:picMk id="796" creationId="{00000000-0000-0000-0000-000000000000}"/>
          </ac:picMkLst>
        </pc:picChg>
      </pc:sldChg>
      <pc:sldChg chg="del">
        <pc:chgData name="uvindu sandasara" userId="7d95f8a7546b4224" providerId="LiveId" clId="{8131F2F4-714E-4693-B593-39D85903B864}" dt="2022-11-17T16:29:48.367" v="502" actId="47"/>
        <pc:sldMkLst>
          <pc:docMk/>
          <pc:sldMk cId="0" sldId="290"/>
        </pc:sldMkLst>
      </pc:sldChg>
      <pc:sldChg chg="del">
        <pc:chgData name="uvindu sandasara" userId="7d95f8a7546b4224" providerId="LiveId" clId="{8131F2F4-714E-4693-B593-39D85903B864}" dt="2022-11-18T13:22:40.248" v="600" actId="47"/>
        <pc:sldMkLst>
          <pc:docMk/>
          <pc:sldMk cId="0" sldId="291"/>
        </pc:sldMkLst>
      </pc:sldChg>
      <pc:sldChg chg="addSp delSp modSp del mod">
        <pc:chgData name="uvindu sandasara" userId="7d95f8a7546b4224" providerId="LiveId" clId="{8131F2F4-714E-4693-B593-39D85903B864}" dt="2022-11-18T16:14:25.774" v="1787" actId="47"/>
        <pc:sldMkLst>
          <pc:docMk/>
          <pc:sldMk cId="0" sldId="292"/>
        </pc:sldMkLst>
        <pc:spChg chg="mod">
          <ac:chgData name="uvindu sandasara" userId="7d95f8a7546b4224" providerId="LiveId" clId="{8131F2F4-714E-4693-B593-39D85903B864}" dt="2022-11-18T15:57:44.626" v="1708" actId="1076"/>
          <ac:spMkLst>
            <pc:docMk/>
            <pc:sldMk cId="0" sldId="292"/>
            <ac:spMk id="1173" creationId="{00000000-0000-0000-0000-000000000000}"/>
          </ac:spMkLst>
        </pc:spChg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92"/>
            <ac:spMk id="1183" creationId="{00000000-0000-0000-0000-000000000000}"/>
          </ac:spMkLst>
        </pc:spChg>
        <pc:grpChg chg="mod">
          <ac:chgData name="uvindu sandasara" userId="7d95f8a7546b4224" providerId="LiveId" clId="{8131F2F4-714E-4693-B593-39D85903B864}" dt="2022-11-18T13:27:20.059" v="625" actId="1076"/>
          <ac:grpSpMkLst>
            <pc:docMk/>
            <pc:sldMk cId="0" sldId="292"/>
            <ac:grpSpMk id="899" creationId="{00000000-0000-0000-0000-000000000000}"/>
          </ac:grpSpMkLst>
        </pc:grpChg>
        <pc:grpChg chg="del">
          <ac:chgData name="uvindu sandasara" userId="7d95f8a7546b4224" providerId="LiveId" clId="{8131F2F4-714E-4693-B593-39D85903B864}" dt="2022-11-18T16:14:21.922" v="1786" actId="478"/>
          <ac:grpSpMkLst>
            <pc:docMk/>
            <pc:sldMk cId="0" sldId="292"/>
            <ac:grpSpMk id="1156" creationId="{00000000-0000-0000-0000-000000000000}"/>
          </ac:grpSpMkLst>
        </pc:grpChg>
      </pc:sldChg>
      <pc:sldChg chg="addSp delSp del mod">
        <pc:chgData name="uvindu sandasara" userId="7d95f8a7546b4224" providerId="LiveId" clId="{8131F2F4-714E-4693-B593-39D85903B864}" dt="2022-11-18T16:05:36.680" v="1742" actId="47"/>
        <pc:sldMkLst>
          <pc:docMk/>
          <pc:sldMk cId="0" sldId="293"/>
        </pc:sldMkLst>
        <pc:spChg chg="add del">
          <ac:chgData name="uvindu sandasara" userId="7d95f8a7546b4224" providerId="LiveId" clId="{8131F2F4-714E-4693-B593-39D85903B864}" dt="2022-11-18T13:50:57.703" v="833"/>
          <ac:spMkLst>
            <pc:docMk/>
            <pc:sldMk cId="0" sldId="293"/>
            <ac:spMk id="1633" creationId="{00000000-0000-0000-0000-000000000000}"/>
          </ac:spMkLst>
        </pc:spChg>
        <pc:picChg chg="add del">
          <ac:chgData name="uvindu sandasara" userId="7d95f8a7546b4224" providerId="LiveId" clId="{8131F2F4-714E-4693-B593-39D85903B864}" dt="2022-11-17T16:36:24.811" v="544" actId="478"/>
          <ac:picMkLst>
            <pc:docMk/>
            <pc:sldMk cId="0" sldId="293"/>
            <ac:picMk id="2" creationId="{F99F67B8-B52B-2AB9-1E15-23FB140CA2CE}"/>
          </ac:picMkLst>
        </pc:picChg>
      </pc:sldChg>
      <pc:sldChg chg="modSp del mod">
        <pc:chgData name="uvindu sandasara" userId="7d95f8a7546b4224" providerId="LiveId" clId="{8131F2F4-714E-4693-B593-39D85903B864}" dt="2022-11-18T13:25:41.137" v="621" actId="47"/>
        <pc:sldMkLst>
          <pc:docMk/>
          <pc:sldMk cId="0" sldId="294"/>
        </pc:sldMkLst>
        <pc:spChg chg="mod">
          <ac:chgData name="uvindu sandasara" userId="7d95f8a7546b4224" providerId="LiveId" clId="{8131F2F4-714E-4693-B593-39D85903B864}" dt="2022-11-18T13:25:36.119" v="620" actId="6549"/>
          <ac:spMkLst>
            <pc:docMk/>
            <pc:sldMk cId="0" sldId="294"/>
            <ac:spMk id="1639" creationId="{00000000-0000-0000-0000-000000000000}"/>
          </ac:spMkLst>
        </pc:spChg>
      </pc:sldChg>
      <pc:sldChg chg="del">
        <pc:chgData name="uvindu sandasara" userId="7d95f8a7546b4224" providerId="LiveId" clId="{8131F2F4-714E-4693-B593-39D85903B864}" dt="2022-11-17T16:29:31.518" v="501" actId="47"/>
        <pc:sldMkLst>
          <pc:docMk/>
          <pc:sldMk cId="0" sldId="295"/>
        </pc:sldMkLst>
      </pc:sldChg>
      <pc:sldChg chg="addSp delSp modSp new mod modTransition modClrScheme chgLayout">
        <pc:chgData name="uvindu sandasara" userId="7d95f8a7546b4224" providerId="LiveId" clId="{8131F2F4-714E-4693-B593-39D85903B864}" dt="2022-11-19T10:08:52.605" v="4654" actId="14100"/>
        <pc:sldMkLst>
          <pc:docMk/>
          <pc:sldMk cId="3854737859" sldId="296"/>
        </pc:sldMkLst>
        <pc:spChg chg="mod ord">
          <ac:chgData name="uvindu sandasara" userId="7d95f8a7546b4224" providerId="LiveId" clId="{8131F2F4-714E-4693-B593-39D85903B864}" dt="2022-11-18T13:56:36.218" v="841" actId="700"/>
          <ac:spMkLst>
            <pc:docMk/>
            <pc:sldMk cId="3854737859" sldId="296"/>
            <ac:spMk id="2" creationId="{31A20B7E-F946-2E75-791D-C78ED12808DF}"/>
          </ac:spMkLst>
        </pc:spChg>
        <pc:spChg chg="mod ord">
          <ac:chgData name="uvindu sandasara" userId="7d95f8a7546b4224" providerId="LiveId" clId="{8131F2F4-714E-4693-B593-39D85903B864}" dt="2022-11-19T10:08:52.605" v="4654" actId="14100"/>
          <ac:spMkLst>
            <pc:docMk/>
            <pc:sldMk cId="3854737859" sldId="296"/>
            <ac:spMk id="3" creationId="{C87C7AAF-1BBC-FDA4-78E6-C5B82B45027B}"/>
          </ac:spMkLst>
        </pc:spChg>
        <pc:spChg chg="add del mod ord">
          <ac:chgData name="uvindu sandasara" userId="7d95f8a7546b4224" providerId="LiveId" clId="{8131F2F4-714E-4693-B593-39D85903B864}" dt="2022-11-18T13:56:36.218" v="841" actId="700"/>
          <ac:spMkLst>
            <pc:docMk/>
            <pc:sldMk cId="3854737859" sldId="296"/>
            <ac:spMk id="4" creationId="{67B3ECD5-E199-5F6C-40D7-08ED53A6F2C8}"/>
          </ac:spMkLst>
        </pc:spChg>
        <pc:picChg chg="add mod">
          <ac:chgData name="uvindu sandasara" userId="7d95f8a7546b4224" providerId="LiveId" clId="{8131F2F4-714E-4693-B593-39D85903B864}" dt="2022-11-18T13:18:34.550" v="582" actId="1076"/>
          <ac:picMkLst>
            <pc:docMk/>
            <pc:sldMk cId="3854737859" sldId="296"/>
            <ac:picMk id="5" creationId="{AC7229F5-AAF1-7CC4-3460-63A7DE82B92C}"/>
          </ac:picMkLst>
        </pc:picChg>
        <pc:picChg chg="add mod">
          <ac:chgData name="uvindu sandasara" userId="7d95f8a7546b4224" providerId="LiveId" clId="{8131F2F4-714E-4693-B593-39D85903B864}" dt="2022-11-19T03:22:45.599" v="2335" actId="1076"/>
          <ac:picMkLst>
            <pc:docMk/>
            <pc:sldMk cId="3854737859" sldId="296"/>
            <ac:picMk id="6" creationId="{DF92063C-57C0-0D12-371C-47866F4565A9}"/>
          </ac:picMkLst>
        </pc:picChg>
        <pc:picChg chg="add mod">
          <ac:chgData name="uvindu sandasara" userId="7d95f8a7546b4224" providerId="LiveId" clId="{8131F2F4-714E-4693-B593-39D85903B864}" dt="2022-11-18T15:56:42.265" v="1707" actId="1076"/>
          <ac:picMkLst>
            <pc:docMk/>
            <pc:sldMk cId="3854737859" sldId="296"/>
            <ac:picMk id="7" creationId="{ED1CFB73-3E90-EDBA-E036-ACEFA6CD9B00}"/>
          </ac:picMkLst>
        </pc:picChg>
        <pc:picChg chg="add mod">
          <ac:chgData name="uvindu sandasara" userId="7d95f8a7546b4224" providerId="LiveId" clId="{8131F2F4-714E-4693-B593-39D85903B864}" dt="2022-11-18T15:58:27.225" v="1714" actId="1076"/>
          <ac:picMkLst>
            <pc:docMk/>
            <pc:sldMk cId="3854737859" sldId="296"/>
            <ac:picMk id="8" creationId="{36E5F0AF-B4E4-490A-3A5C-3A32FB5995CD}"/>
          </ac:picMkLst>
        </pc:picChg>
        <pc:picChg chg="add mod">
          <ac:chgData name="uvindu sandasara" userId="7d95f8a7546b4224" providerId="LiveId" clId="{8131F2F4-714E-4693-B593-39D85903B864}" dt="2022-11-18T16:14:55.587" v="1791" actId="1076"/>
          <ac:picMkLst>
            <pc:docMk/>
            <pc:sldMk cId="3854737859" sldId="296"/>
            <ac:picMk id="9" creationId="{30CADA78-0E4D-C3EA-59C9-D9A7AED90F3E}"/>
          </ac:picMkLst>
        </pc:picChg>
      </pc:sldChg>
      <pc:sldChg chg="addSp modSp new mod modTransition">
        <pc:chgData name="uvindu sandasara" userId="7d95f8a7546b4224" providerId="LiveId" clId="{8131F2F4-714E-4693-B593-39D85903B864}" dt="2022-11-19T03:44:38.490" v="2603" actId="14100"/>
        <pc:sldMkLst>
          <pc:docMk/>
          <pc:sldMk cId="2515866024" sldId="297"/>
        </pc:sldMkLst>
        <pc:spChg chg="mod">
          <ac:chgData name="uvindu sandasara" userId="7d95f8a7546b4224" providerId="LiveId" clId="{8131F2F4-714E-4693-B593-39D85903B864}" dt="2022-11-19T03:36:48.091" v="2551" actId="1076"/>
          <ac:spMkLst>
            <pc:docMk/>
            <pc:sldMk cId="2515866024" sldId="297"/>
            <ac:spMk id="2" creationId="{406BE0D7-C1B5-020C-2453-936A98C0E8D6}"/>
          </ac:spMkLst>
        </pc:spChg>
        <pc:spChg chg="mod">
          <ac:chgData name="uvindu sandasara" userId="7d95f8a7546b4224" providerId="LiveId" clId="{8131F2F4-714E-4693-B593-39D85903B864}" dt="2022-11-19T03:43:10.826" v="2599" actId="404"/>
          <ac:spMkLst>
            <pc:docMk/>
            <pc:sldMk cId="2515866024" sldId="297"/>
            <ac:spMk id="3" creationId="{CC9E8E80-E86A-A666-84D8-CE4DAA3E3657}"/>
          </ac:spMkLst>
        </pc:spChg>
        <pc:picChg chg="add mod">
          <ac:chgData name="uvindu sandasara" userId="7d95f8a7546b4224" providerId="LiveId" clId="{8131F2F4-714E-4693-B593-39D85903B864}" dt="2022-11-18T14:51:45.341" v="991" actId="1076"/>
          <ac:picMkLst>
            <pc:docMk/>
            <pc:sldMk cId="2515866024" sldId="297"/>
            <ac:picMk id="5" creationId="{3E07CC98-DAA7-2B05-E2DD-7F128E2807C6}"/>
          </ac:picMkLst>
        </pc:picChg>
        <pc:picChg chg="add mod">
          <ac:chgData name="uvindu sandasara" userId="7d95f8a7546b4224" providerId="LiveId" clId="{8131F2F4-714E-4693-B593-39D85903B864}" dt="2022-11-18T16:16:24.669" v="1802" actId="14100"/>
          <ac:picMkLst>
            <pc:docMk/>
            <pc:sldMk cId="2515866024" sldId="297"/>
            <ac:picMk id="6" creationId="{DEFC66BF-0BAF-5DDB-2057-8D9912A1DF8B}"/>
          </ac:picMkLst>
        </pc:picChg>
        <pc:picChg chg="add mod ord">
          <ac:chgData name="uvindu sandasara" userId="7d95f8a7546b4224" providerId="LiveId" clId="{8131F2F4-714E-4693-B593-39D85903B864}" dt="2022-11-19T03:44:38.490" v="2603" actId="14100"/>
          <ac:picMkLst>
            <pc:docMk/>
            <pc:sldMk cId="2515866024" sldId="297"/>
            <ac:picMk id="7" creationId="{09570FA1-28B0-4720-BF6E-9F4171045D4A}"/>
          </ac:picMkLst>
        </pc:picChg>
      </pc:sldChg>
      <pc:sldChg chg="new del">
        <pc:chgData name="uvindu sandasara" userId="7d95f8a7546b4224" providerId="LiveId" clId="{8131F2F4-714E-4693-B593-39D85903B864}" dt="2022-11-18T13:56:09.325" v="839" actId="47"/>
        <pc:sldMkLst>
          <pc:docMk/>
          <pc:sldMk cId="4217765526" sldId="297"/>
        </pc:sldMkLst>
      </pc:sldChg>
      <pc:sldChg chg="addSp modSp new mod modTransition">
        <pc:chgData name="uvindu sandasara" userId="7d95f8a7546b4224" providerId="LiveId" clId="{8131F2F4-714E-4693-B593-39D85903B864}" dt="2022-11-19T04:17:10.152" v="2935" actId="1076"/>
        <pc:sldMkLst>
          <pc:docMk/>
          <pc:sldMk cId="2477788578" sldId="298"/>
        </pc:sldMkLst>
        <pc:spChg chg="mod">
          <ac:chgData name="uvindu sandasara" userId="7d95f8a7546b4224" providerId="LiveId" clId="{8131F2F4-714E-4693-B593-39D85903B864}" dt="2022-11-19T03:51:21.883" v="2705" actId="1076"/>
          <ac:spMkLst>
            <pc:docMk/>
            <pc:sldMk cId="2477788578" sldId="298"/>
            <ac:spMk id="2" creationId="{83F7378F-D47A-3B6A-9D40-945225D4903E}"/>
          </ac:spMkLst>
        </pc:spChg>
        <pc:spChg chg="mod">
          <ac:chgData name="uvindu sandasara" userId="7d95f8a7546b4224" providerId="LiveId" clId="{8131F2F4-714E-4693-B593-39D85903B864}" dt="2022-11-19T03:51:15.477" v="2704" actId="1076"/>
          <ac:spMkLst>
            <pc:docMk/>
            <pc:sldMk cId="2477788578" sldId="298"/>
            <ac:spMk id="3" creationId="{83C7B1CF-0792-013E-3B11-336E01C87A0B}"/>
          </ac:spMkLst>
        </pc:spChg>
        <pc:picChg chg="add mod">
          <ac:chgData name="uvindu sandasara" userId="7d95f8a7546b4224" providerId="LiveId" clId="{8131F2F4-714E-4693-B593-39D85903B864}" dt="2022-11-18T14:51:56.208" v="993" actId="1076"/>
          <ac:picMkLst>
            <pc:docMk/>
            <pc:sldMk cId="2477788578" sldId="298"/>
            <ac:picMk id="5" creationId="{5EA359A9-5A17-4CDB-1CDF-8B06C3C3BB9B}"/>
          </ac:picMkLst>
        </pc:picChg>
        <pc:picChg chg="add mod">
          <ac:chgData name="uvindu sandasara" userId="7d95f8a7546b4224" providerId="LiveId" clId="{8131F2F4-714E-4693-B593-39D85903B864}" dt="2022-11-18T16:16:46.003" v="1806" actId="1076"/>
          <ac:picMkLst>
            <pc:docMk/>
            <pc:sldMk cId="2477788578" sldId="298"/>
            <ac:picMk id="6" creationId="{948EF5DC-4893-B005-BFC4-455637658277}"/>
          </ac:picMkLst>
        </pc:picChg>
        <pc:picChg chg="add mod">
          <ac:chgData name="uvindu sandasara" userId="7d95f8a7546b4224" providerId="LiveId" clId="{8131F2F4-714E-4693-B593-39D85903B864}" dt="2022-11-19T04:17:10.152" v="2935" actId="1076"/>
          <ac:picMkLst>
            <pc:docMk/>
            <pc:sldMk cId="2477788578" sldId="298"/>
            <ac:picMk id="7" creationId="{A3B0C822-FB94-2785-9A6F-5F4CD1F1C7D5}"/>
          </ac:picMkLst>
        </pc:picChg>
      </pc:sldChg>
      <pc:sldChg chg="new del">
        <pc:chgData name="uvindu sandasara" userId="7d95f8a7546b4224" providerId="LiveId" clId="{8131F2F4-714E-4693-B593-39D85903B864}" dt="2022-11-18T15:07:35.197" v="1065" actId="47"/>
        <pc:sldMkLst>
          <pc:docMk/>
          <pc:sldMk cId="2269016997" sldId="299"/>
        </pc:sldMkLst>
      </pc:sldChg>
      <pc:sldChg chg="addSp modSp new mod modTransition">
        <pc:chgData name="uvindu sandasara" userId="7d95f8a7546b4224" providerId="LiveId" clId="{8131F2F4-714E-4693-B593-39D85903B864}" dt="2022-11-19T03:56:35.858" v="2723" actId="20577"/>
        <pc:sldMkLst>
          <pc:docMk/>
          <pc:sldMk cId="2430220881" sldId="299"/>
        </pc:sldMkLst>
        <pc:spChg chg="mod">
          <ac:chgData name="uvindu sandasara" userId="7d95f8a7546b4224" providerId="LiveId" clId="{8131F2F4-714E-4693-B593-39D85903B864}" dt="2022-11-18T15:31:14.277" v="1214" actId="1076"/>
          <ac:spMkLst>
            <pc:docMk/>
            <pc:sldMk cId="2430220881" sldId="299"/>
            <ac:spMk id="2" creationId="{2981A8F2-8EB3-CD2F-0784-21FFF000A415}"/>
          </ac:spMkLst>
        </pc:spChg>
        <pc:spChg chg="mod">
          <ac:chgData name="uvindu sandasara" userId="7d95f8a7546b4224" providerId="LiveId" clId="{8131F2F4-714E-4693-B593-39D85903B864}" dt="2022-11-19T03:56:35.858" v="2723" actId="20577"/>
          <ac:spMkLst>
            <pc:docMk/>
            <pc:sldMk cId="2430220881" sldId="299"/>
            <ac:spMk id="3" creationId="{32638C5D-3991-45E4-A556-3DBFEC63B7D9}"/>
          </ac:spMkLst>
        </pc:spChg>
        <pc:picChg chg="add mod">
          <ac:chgData name="uvindu sandasara" userId="7d95f8a7546b4224" providerId="LiveId" clId="{8131F2F4-714E-4693-B593-39D85903B864}" dt="2022-11-18T15:31:37.129" v="1216" actId="1076"/>
          <ac:picMkLst>
            <pc:docMk/>
            <pc:sldMk cId="2430220881" sldId="299"/>
            <ac:picMk id="5" creationId="{CB850774-2D99-BB71-0906-35CB73006E91}"/>
          </ac:picMkLst>
        </pc:picChg>
        <pc:picChg chg="add mod">
          <ac:chgData name="uvindu sandasara" userId="7d95f8a7546b4224" providerId="LiveId" clId="{8131F2F4-714E-4693-B593-39D85903B864}" dt="2022-11-18T15:46:24.399" v="1315" actId="14100"/>
          <ac:picMkLst>
            <pc:docMk/>
            <pc:sldMk cId="2430220881" sldId="299"/>
            <ac:picMk id="6" creationId="{AB771579-8A23-FAE6-9D4B-7BAFF5EE565A}"/>
          </ac:picMkLst>
        </pc:picChg>
        <pc:picChg chg="add mod">
          <ac:chgData name="uvindu sandasara" userId="7d95f8a7546b4224" providerId="LiveId" clId="{8131F2F4-714E-4693-B593-39D85903B864}" dt="2022-11-19T03:55:13.380" v="2715" actId="14100"/>
          <ac:picMkLst>
            <pc:docMk/>
            <pc:sldMk cId="2430220881" sldId="299"/>
            <ac:picMk id="8" creationId="{14EB097B-7EC0-C138-9E81-A57CA3400CEC}"/>
          </ac:picMkLst>
        </pc:picChg>
        <pc:picChg chg="add mod">
          <ac:chgData name="uvindu sandasara" userId="7d95f8a7546b4224" providerId="LiveId" clId="{8131F2F4-714E-4693-B593-39D85903B864}" dt="2022-11-18T16:17:10.660" v="1810" actId="1076"/>
          <ac:picMkLst>
            <pc:docMk/>
            <pc:sldMk cId="2430220881" sldId="299"/>
            <ac:picMk id="9" creationId="{C9A74C39-1CB1-F7DF-1FD0-E8B8E5FDF5A7}"/>
          </ac:picMkLst>
        </pc:picChg>
      </pc:sldChg>
      <pc:sldChg chg="addSp delSp modSp new mod modTransition">
        <pc:chgData name="uvindu sandasara" userId="7d95f8a7546b4224" providerId="LiveId" clId="{8131F2F4-714E-4693-B593-39D85903B864}" dt="2022-11-19T05:00:31.511" v="3688" actId="2711"/>
        <pc:sldMkLst>
          <pc:docMk/>
          <pc:sldMk cId="3766180265" sldId="300"/>
        </pc:sldMkLst>
        <pc:spChg chg="mod">
          <ac:chgData name="uvindu sandasara" userId="7d95f8a7546b4224" providerId="LiveId" clId="{8131F2F4-714E-4693-B593-39D85903B864}" dt="2022-11-18T15:33:14.676" v="1227" actId="122"/>
          <ac:spMkLst>
            <pc:docMk/>
            <pc:sldMk cId="3766180265" sldId="300"/>
            <ac:spMk id="2" creationId="{E49FA72E-425F-2723-6D7C-A862783B23FC}"/>
          </ac:spMkLst>
        </pc:spChg>
        <pc:spChg chg="del mod">
          <ac:chgData name="uvindu sandasara" userId="7d95f8a7546b4224" providerId="LiveId" clId="{8131F2F4-714E-4693-B593-39D85903B864}" dt="2022-11-19T04:49:25.172" v="3214" actId="478"/>
          <ac:spMkLst>
            <pc:docMk/>
            <pc:sldMk cId="3766180265" sldId="300"/>
            <ac:spMk id="3" creationId="{01D63BD7-7342-2CEE-A987-9DE6F49C2319}"/>
          </ac:spMkLst>
        </pc:spChg>
        <pc:graphicFrameChg chg="add del">
          <ac:chgData name="uvindu sandasara" userId="7d95f8a7546b4224" providerId="LiveId" clId="{8131F2F4-714E-4693-B593-39D85903B864}" dt="2022-11-19T04:49:41.953" v="3216" actId="478"/>
          <ac:graphicFrameMkLst>
            <pc:docMk/>
            <pc:sldMk cId="3766180265" sldId="300"/>
            <ac:graphicFrameMk id="11" creationId="{B0272A66-8DB0-DDCC-2880-F384F4D39AE8}"/>
          </ac:graphicFrameMkLst>
        </pc:graphicFrameChg>
        <pc:graphicFrameChg chg="add mod modGraphic">
          <ac:chgData name="uvindu sandasara" userId="7d95f8a7546b4224" providerId="LiveId" clId="{8131F2F4-714E-4693-B593-39D85903B864}" dt="2022-11-19T05:00:31.511" v="3688" actId="2711"/>
          <ac:graphicFrameMkLst>
            <pc:docMk/>
            <pc:sldMk cId="3766180265" sldId="300"/>
            <ac:graphicFrameMk id="12" creationId="{B2AC278B-3A6C-6065-79C2-E151BD23962D}"/>
          </ac:graphicFrameMkLst>
        </pc:graphicFrameChg>
        <pc:picChg chg="add mod">
          <ac:chgData name="uvindu sandasara" userId="7d95f8a7546b4224" providerId="LiveId" clId="{8131F2F4-714E-4693-B593-39D85903B864}" dt="2022-11-18T15:31:52.841" v="1218" actId="1076"/>
          <ac:picMkLst>
            <pc:docMk/>
            <pc:sldMk cId="3766180265" sldId="300"/>
            <ac:picMk id="5" creationId="{821BA44A-B4F0-F20C-3AB8-AFFD8314DBDF}"/>
          </ac:picMkLst>
        </pc:picChg>
        <pc:picChg chg="add mod">
          <ac:chgData name="uvindu sandasara" userId="7d95f8a7546b4224" providerId="LiveId" clId="{8131F2F4-714E-4693-B593-39D85903B864}" dt="2022-11-18T16:08:57.580" v="1767" actId="1076"/>
          <ac:picMkLst>
            <pc:docMk/>
            <pc:sldMk cId="3766180265" sldId="300"/>
            <ac:picMk id="6" creationId="{4718A06D-0BF5-941C-562B-ADD8AD669380}"/>
          </ac:picMkLst>
        </pc:picChg>
        <pc:picChg chg="add mod">
          <ac:chgData name="uvindu sandasara" userId="7d95f8a7546b4224" providerId="LiveId" clId="{8131F2F4-714E-4693-B593-39D85903B864}" dt="2022-11-18T16:19:26.559" v="1825" actId="1076"/>
          <ac:picMkLst>
            <pc:docMk/>
            <pc:sldMk cId="3766180265" sldId="300"/>
            <ac:picMk id="7" creationId="{07093279-333D-5F3B-3E7A-ADFE145ACA1E}"/>
          </ac:picMkLst>
        </pc:picChg>
        <pc:picChg chg="add del mod">
          <ac:chgData name="uvindu sandasara" userId="7d95f8a7546b4224" providerId="LiveId" clId="{8131F2F4-714E-4693-B593-39D85903B864}" dt="2022-11-19T04:31:24.396" v="3149" actId="478"/>
          <ac:picMkLst>
            <pc:docMk/>
            <pc:sldMk cId="3766180265" sldId="300"/>
            <ac:picMk id="8" creationId="{784085A4-2F75-BFB1-1FE9-DC7A9BCCFAC2}"/>
          </ac:picMkLst>
        </pc:picChg>
        <pc:picChg chg="add mod">
          <ac:chgData name="uvindu sandasara" userId="7d95f8a7546b4224" providerId="LiveId" clId="{8131F2F4-714E-4693-B593-39D85903B864}" dt="2022-11-19T04:57:48.973" v="3572" actId="1076"/>
          <ac:picMkLst>
            <pc:docMk/>
            <pc:sldMk cId="3766180265" sldId="300"/>
            <ac:picMk id="10" creationId="{605A52EA-3268-B0EB-281F-1E18E95CD765}"/>
          </ac:picMkLst>
        </pc:picChg>
      </pc:sldChg>
      <pc:sldChg chg="addSp delSp modSp new mod modTransition">
        <pc:chgData name="uvindu sandasara" userId="7d95f8a7546b4224" providerId="LiveId" clId="{8131F2F4-714E-4693-B593-39D85903B864}" dt="2022-11-19T04:24:40.435" v="3139" actId="21"/>
        <pc:sldMkLst>
          <pc:docMk/>
          <pc:sldMk cId="435277947" sldId="301"/>
        </pc:sldMkLst>
        <pc:spChg chg="mod">
          <ac:chgData name="uvindu sandasara" userId="7d95f8a7546b4224" providerId="LiveId" clId="{8131F2F4-714E-4693-B593-39D85903B864}" dt="2022-11-19T04:07:21.864" v="2799" actId="1076"/>
          <ac:spMkLst>
            <pc:docMk/>
            <pc:sldMk cId="435277947" sldId="301"/>
            <ac:spMk id="2" creationId="{B41E5657-AB45-7DB3-D42D-39C43D65D021}"/>
          </ac:spMkLst>
        </pc:spChg>
        <pc:spChg chg="mod">
          <ac:chgData name="uvindu sandasara" userId="7d95f8a7546b4224" providerId="LiveId" clId="{8131F2F4-714E-4693-B593-39D85903B864}" dt="2022-11-19T04:15:25.249" v="2926" actId="1076"/>
          <ac:spMkLst>
            <pc:docMk/>
            <pc:sldMk cId="435277947" sldId="301"/>
            <ac:spMk id="3" creationId="{D7DC5298-FF52-9138-F742-C41CAB84D9A6}"/>
          </ac:spMkLst>
        </pc:spChg>
        <pc:picChg chg="add mod">
          <ac:chgData name="uvindu sandasara" userId="7d95f8a7546b4224" providerId="LiveId" clId="{8131F2F4-714E-4693-B593-39D85903B864}" dt="2022-11-18T15:32:04.625" v="1221" actId="1076"/>
          <ac:picMkLst>
            <pc:docMk/>
            <pc:sldMk cId="435277947" sldId="301"/>
            <ac:picMk id="5" creationId="{9D63D54B-D487-3799-58ED-418DF8CF1086}"/>
          </ac:picMkLst>
        </pc:picChg>
        <pc:picChg chg="add mod">
          <ac:chgData name="uvindu sandasara" userId="7d95f8a7546b4224" providerId="LiveId" clId="{8131F2F4-714E-4693-B593-39D85903B864}" dt="2022-11-18T16:10:06.991" v="1770" actId="14100"/>
          <ac:picMkLst>
            <pc:docMk/>
            <pc:sldMk cId="435277947" sldId="301"/>
            <ac:picMk id="6" creationId="{207BC7CE-1B9B-294A-CC24-5189804E50D9}"/>
          </ac:picMkLst>
        </pc:picChg>
        <pc:picChg chg="add mod">
          <ac:chgData name="uvindu sandasara" userId="7d95f8a7546b4224" providerId="LiveId" clId="{8131F2F4-714E-4693-B593-39D85903B864}" dt="2022-11-18T16:18:52.024" v="1822" actId="1076"/>
          <ac:picMkLst>
            <pc:docMk/>
            <pc:sldMk cId="435277947" sldId="301"/>
            <ac:picMk id="7" creationId="{4E840630-9AA1-5921-87B8-E3A2166E1184}"/>
          </ac:picMkLst>
        </pc:picChg>
        <pc:picChg chg="add mod">
          <ac:chgData name="uvindu sandasara" userId="7d95f8a7546b4224" providerId="LiveId" clId="{8131F2F4-714E-4693-B593-39D85903B864}" dt="2022-11-19T04:16:20.343" v="2932" actId="1440"/>
          <ac:picMkLst>
            <pc:docMk/>
            <pc:sldMk cId="435277947" sldId="301"/>
            <ac:picMk id="8" creationId="{FF5EA92C-2211-B3D2-5270-A93E3E55CC46}"/>
          </ac:picMkLst>
        </pc:picChg>
        <pc:picChg chg="add del">
          <ac:chgData name="uvindu sandasara" userId="7d95f8a7546b4224" providerId="LiveId" clId="{8131F2F4-714E-4693-B593-39D85903B864}" dt="2022-11-19T04:24:40.435" v="3139" actId="21"/>
          <ac:picMkLst>
            <pc:docMk/>
            <pc:sldMk cId="435277947" sldId="301"/>
            <ac:picMk id="9" creationId="{F0272BFB-5CB9-7B2B-A5FA-781D5D97E7F1}"/>
          </ac:picMkLst>
        </pc:picChg>
      </pc:sldChg>
      <pc:sldChg chg="addSp delSp modSp new mod modTransition modClrScheme chgLayout">
        <pc:chgData name="uvindu sandasara" userId="7d95f8a7546b4224" providerId="LiveId" clId="{8131F2F4-714E-4693-B593-39D85903B864}" dt="2022-11-19T05:35:33.262" v="4115" actId="20577"/>
        <pc:sldMkLst>
          <pc:docMk/>
          <pc:sldMk cId="511911004" sldId="302"/>
        </pc:sldMkLst>
        <pc:spChg chg="mod ord">
          <ac:chgData name="uvindu sandasara" userId="7d95f8a7546b4224" providerId="LiveId" clId="{8131F2F4-714E-4693-B593-39D85903B864}" dt="2022-11-19T04:19:09.552" v="2982" actId="1076"/>
          <ac:spMkLst>
            <pc:docMk/>
            <pc:sldMk cId="511911004" sldId="302"/>
            <ac:spMk id="2" creationId="{DC222380-78B4-786B-321F-B8AF58F861B8}"/>
          </ac:spMkLst>
        </pc:spChg>
        <pc:spChg chg="del mod">
          <ac:chgData name="uvindu sandasara" userId="7d95f8a7546b4224" providerId="LiveId" clId="{8131F2F4-714E-4693-B593-39D85903B864}" dt="2022-11-19T04:05:40.202" v="2787" actId="478"/>
          <ac:spMkLst>
            <pc:docMk/>
            <pc:sldMk cId="511911004" sldId="302"/>
            <ac:spMk id="3" creationId="{2E946631-8ACC-A43F-6688-E644DECEF24C}"/>
          </ac:spMkLst>
        </pc:spChg>
        <pc:spChg chg="mod ord">
          <ac:chgData name="uvindu sandasara" userId="7d95f8a7546b4224" providerId="LiveId" clId="{8131F2F4-714E-4693-B593-39D85903B864}" dt="2022-11-19T04:18:54.468" v="2980" actId="700"/>
          <ac:spMkLst>
            <pc:docMk/>
            <pc:sldMk cId="511911004" sldId="302"/>
            <ac:spMk id="4" creationId="{1A4EBAAB-038E-7BFF-F1C6-B1818A759523}"/>
          </ac:spMkLst>
        </pc:spChg>
        <pc:spChg chg="add mod ord">
          <ac:chgData name="uvindu sandasara" userId="7d95f8a7546b4224" providerId="LiveId" clId="{8131F2F4-714E-4693-B593-39D85903B864}" dt="2022-11-19T04:22:40.306" v="3113" actId="255"/>
          <ac:spMkLst>
            <pc:docMk/>
            <pc:sldMk cId="511911004" sldId="302"/>
            <ac:spMk id="8" creationId="{89203CB2-2769-37A6-84CD-0244FD642129}"/>
          </ac:spMkLst>
        </pc:spChg>
        <pc:spChg chg="add mod ord">
          <ac:chgData name="uvindu sandasara" userId="7d95f8a7546b4224" providerId="LiveId" clId="{8131F2F4-714E-4693-B593-39D85903B864}" dt="2022-11-19T05:35:33.262" v="4115" actId="20577"/>
          <ac:spMkLst>
            <pc:docMk/>
            <pc:sldMk cId="511911004" sldId="302"/>
            <ac:spMk id="9" creationId="{3618A2CD-84DA-1E91-AA51-249A91BCB735}"/>
          </ac:spMkLst>
        </pc:spChg>
        <pc:picChg chg="add mod">
          <ac:chgData name="uvindu sandasara" userId="7d95f8a7546b4224" providerId="LiveId" clId="{8131F2F4-714E-4693-B593-39D85903B864}" dt="2022-11-18T15:39:57.140" v="1246" actId="1076"/>
          <ac:picMkLst>
            <pc:docMk/>
            <pc:sldMk cId="511911004" sldId="302"/>
            <ac:picMk id="5" creationId="{DB399CA9-922A-7325-085A-6AB22A6B050E}"/>
          </ac:picMkLst>
        </pc:picChg>
        <pc:picChg chg="add mod">
          <ac:chgData name="uvindu sandasara" userId="7d95f8a7546b4224" providerId="LiveId" clId="{8131F2F4-714E-4693-B593-39D85903B864}" dt="2022-11-18T16:10:44.812" v="1773" actId="1076"/>
          <ac:picMkLst>
            <pc:docMk/>
            <pc:sldMk cId="511911004" sldId="302"/>
            <ac:picMk id="6" creationId="{6C721DF3-C766-B529-DDC6-DFF20F094C69}"/>
          </ac:picMkLst>
        </pc:picChg>
        <pc:picChg chg="add mod">
          <ac:chgData name="uvindu sandasara" userId="7d95f8a7546b4224" providerId="LiveId" clId="{8131F2F4-714E-4693-B593-39D85903B864}" dt="2022-11-18T16:18:12.294" v="1818" actId="1076"/>
          <ac:picMkLst>
            <pc:docMk/>
            <pc:sldMk cId="511911004" sldId="302"/>
            <ac:picMk id="7" creationId="{62273E84-CA27-9732-E9AD-654391584F36}"/>
          </ac:picMkLst>
        </pc:picChg>
        <pc:picChg chg="add del mod">
          <ac:chgData name="uvindu sandasara" userId="7d95f8a7546b4224" providerId="LiveId" clId="{8131F2F4-714E-4693-B593-39D85903B864}" dt="2022-11-19T04:31:16.447" v="3148" actId="478"/>
          <ac:picMkLst>
            <pc:docMk/>
            <pc:sldMk cId="511911004" sldId="302"/>
            <ac:picMk id="11" creationId="{4C055CC9-712E-CC3E-98A5-A20250ED1B36}"/>
          </ac:picMkLst>
        </pc:picChg>
        <pc:picChg chg="add del">
          <ac:chgData name="uvindu sandasara" userId="7d95f8a7546b4224" providerId="LiveId" clId="{8131F2F4-714E-4693-B593-39D85903B864}" dt="2022-11-19T04:33:07.801" v="3156" actId="478"/>
          <ac:picMkLst>
            <pc:docMk/>
            <pc:sldMk cId="511911004" sldId="302"/>
            <ac:picMk id="12" creationId="{DE47ECB0-9310-0A0A-42A5-0C95687BC383}"/>
          </ac:picMkLst>
        </pc:picChg>
      </pc:sldChg>
      <pc:sldChg chg="new del">
        <pc:chgData name="uvindu sandasara" userId="7d95f8a7546b4224" providerId="LiveId" clId="{8131F2F4-714E-4693-B593-39D85903B864}" dt="2022-11-19T04:06:10.347" v="2789" actId="47"/>
        <pc:sldMkLst>
          <pc:docMk/>
          <pc:sldMk cId="296139640" sldId="303"/>
        </pc:sldMkLst>
      </pc:sldChg>
      <pc:sldMasterChg chg="delSldLayout">
        <pc:chgData name="uvindu sandasara" userId="7d95f8a7546b4224" providerId="LiveId" clId="{8131F2F4-714E-4693-B593-39D85903B864}" dt="2022-11-18T13:22:48.663" v="603" actId="47"/>
        <pc:sldMasterMkLst>
          <pc:docMk/>
          <pc:sldMasterMk cId="0" sldId="2147483657"/>
        </pc:sldMasterMkLst>
        <pc:sldLayoutChg chg="del">
          <pc:chgData name="uvindu sandasara" userId="7d95f8a7546b4224" providerId="LiveId" clId="{8131F2F4-714E-4693-B593-39D85903B864}" dt="2022-11-18T13:22:48.663" v="603" actId="47"/>
          <pc:sldLayoutMkLst>
            <pc:docMk/>
            <pc:sldMasterMk cId="0" sldId="2147483657"/>
            <pc:sldLayoutMk cId="0" sldId="2147483649"/>
          </pc:sldLayoutMkLst>
        </pc:sldLayoutChg>
        <pc:sldLayoutChg chg="del">
          <pc:chgData name="uvindu sandasara" userId="7d95f8a7546b4224" providerId="LiveId" clId="{8131F2F4-714E-4693-B593-39D85903B864}" dt="2022-11-17T16:27:25.417" v="491" actId="47"/>
          <pc:sldLayoutMkLst>
            <pc:docMk/>
            <pc:sldMasterMk cId="0" sldId="2147483657"/>
            <pc:sldLayoutMk cId="0" sldId="2147483650"/>
          </pc:sldLayoutMkLst>
        </pc:sldLayoutChg>
        <pc:sldLayoutChg chg="del">
          <pc:chgData name="uvindu sandasara" userId="7d95f8a7546b4224" providerId="LiveId" clId="{8131F2F4-714E-4693-B593-39D85903B864}" dt="2022-11-17T16:28:20.756" v="496" actId="47"/>
          <pc:sldLayoutMkLst>
            <pc:docMk/>
            <pc:sldMasterMk cId="0" sldId="2147483657"/>
            <pc:sldLayoutMk cId="0" sldId="214748365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A0C41B-44D6-90C0-0102-EB8D0214FE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CC52C-A061-E192-0D0E-5802704BE0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E84586-CE1A-4C68-98A8-E2CAC43A0119}" type="datetimeFigureOut">
              <a:rPr lang="en-US" smtClean="0"/>
              <a:t>11/19/2022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6AB610-ACB7-3BE3-1E2C-C16478419C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679F6-A83E-921C-F6ED-7E313C51C7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8F3408-A8EA-4D33-87BC-7BACB464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907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c89b53d510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6" name="Google Shape;786;gc89b53d510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 flipH="1">
            <a:off x="3919993" y="3977033"/>
            <a:ext cx="1303500" cy="1128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2"/>
          <p:cNvSpPr/>
          <p:nvPr/>
        </p:nvSpPr>
        <p:spPr>
          <a:xfrm rot="5400000">
            <a:off x="3809057" y="-81000"/>
            <a:ext cx="1525500" cy="1761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 flipH="1">
            <a:off x="2809875" y="-172875"/>
            <a:ext cx="1111500" cy="9624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3602723" y="1360109"/>
            <a:ext cx="493800" cy="427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10800000" flipH="1">
            <a:off x="5278915" y="855279"/>
            <a:ext cx="944700" cy="818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rot="10800000" flipH="1">
            <a:off x="5365799" y="352324"/>
            <a:ext cx="493800" cy="4272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2"/>
          <p:cNvGrpSpPr/>
          <p:nvPr/>
        </p:nvGrpSpPr>
        <p:grpSpPr>
          <a:xfrm>
            <a:off x="5549153" y="1029780"/>
            <a:ext cx="404640" cy="374059"/>
            <a:chOff x="5975075" y="2327500"/>
            <a:chExt cx="420100" cy="388350"/>
          </a:xfrm>
        </p:grpSpPr>
        <p:sp>
          <p:nvSpPr>
            <p:cNvPr id="18" name="Google Shape;18;p2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/>
          <p:nvPr/>
        </p:nvSpPr>
        <p:spPr>
          <a:xfrm>
            <a:off x="3253021" y="113273"/>
            <a:ext cx="225085" cy="38996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oogle Shape;21;p2"/>
          <p:cNvGrpSpPr/>
          <p:nvPr/>
        </p:nvGrpSpPr>
        <p:grpSpPr>
          <a:xfrm>
            <a:off x="4380526" y="515192"/>
            <a:ext cx="382958" cy="607111"/>
            <a:chOff x="6718575" y="2318625"/>
            <a:chExt cx="256950" cy="407375"/>
          </a:xfrm>
        </p:grpSpPr>
        <p:sp>
          <p:nvSpPr>
            <p:cNvPr id="22" name="Google Shape;22;p2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199464" y="902959"/>
            <a:ext cx="395018" cy="403297"/>
            <a:chOff x="3951850" y="2985350"/>
            <a:chExt cx="407950" cy="416500"/>
          </a:xfrm>
        </p:grpSpPr>
        <p:sp>
          <p:nvSpPr>
            <p:cNvPr id="31" name="Google Shape;31;p2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35;p2"/>
          <p:cNvSpPr/>
          <p:nvPr/>
        </p:nvSpPr>
        <p:spPr>
          <a:xfrm rot="10800000" flipH="1">
            <a:off x="5010533" y="4576648"/>
            <a:ext cx="1032900" cy="8946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/>
          <p:nvPr/>
        </p:nvSpPr>
        <p:spPr>
          <a:xfrm rot="10800000" flipH="1">
            <a:off x="5133679" y="4056450"/>
            <a:ext cx="540000" cy="467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2"/>
          <p:cNvSpPr/>
          <p:nvPr/>
        </p:nvSpPr>
        <p:spPr>
          <a:xfrm rot="10800000" flipH="1">
            <a:off x="3101709" y="3629719"/>
            <a:ext cx="1032900" cy="8940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 rot="10800000" flipH="1">
            <a:off x="3530384" y="4576662"/>
            <a:ext cx="452100" cy="3912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370705" y="4867761"/>
            <a:ext cx="312503" cy="312484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" name="Google Shape;40;p2"/>
          <p:cNvGrpSpPr/>
          <p:nvPr/>
        </p:nvGrpSpPr>
        <p:grpSpPr>
          <a:xfrm>
            <a:off x="5772009" y="4056440"/>
            <a:ext cx="573943" cy="550550"/>
            <a:chOff x="5241175" y="4959100"/>
            <a:chExt cx="539775" cy="517775"/>
          </a:xfrm>
        </p:grpSpPr>
        <p:sp>
          <p:nvSpPr>
            <p:cNvPr id="41" name="Google Shape;41;p2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2"/>
          <p:cNvSpPr/>
          <p:nvPr/>
        </p:nvSpPr>
        <p:spPr>
          <a:xfrm>
            <a:off x="3429208" y="3904791"/>
            <a:ext cx="377839" cy="343685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1" name="Google Shape;131;p5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5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Font typeface="Muli"/>
              <a:buChar char="◇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￭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￮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34" name="Google Shape;134;p5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5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43" name="Google Shape;143;p5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" name="Google Shape;145;p5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7" name="Google Shape;147;p5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148" name="Google Shape;148;p5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5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5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156" name="Google Shape;156;p5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" name="Google Shape;164;p5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65" name="Google Shape;165;p5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5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172;p6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6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6"/>
          <p:cNvSpPr txBox="1">
            <a:spLocks noGrp="1"/>
          </p:cNvSpPr>
          <p:nvPr>
            <p:ph type="body" idx="1"/>
          </p:nvPr>
        </p:nvSpPr>
        <p:spPr>
          <a:xfrm>
            <a:off x="1734000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6"/>
          <p:cNvSpPr txBox="1">
            <a:spLocks noGrp="1"/>
          </p:cNvSpPr>
          <p:nvPr>
            <p:ph type="body" idx="2"/>
          </p:nvPr>
        </p:nvSpPr>
        <p:spPr>
          <a:xfrm>
            <a:off x="4562088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6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" name="Google Shape;180;p6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181" name="Google Shape;181;p6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6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6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185" name="Google Shape;185;p6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6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6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6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6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3" name="Google Shape;193;p6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194" name="Google Shape;194;p6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6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6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8" name="Google Shape;198;p6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6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6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6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04" name="Google Shape;204;p6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6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6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6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6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6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6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6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7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7"/>
          <p:cNvSpPr txBox="1">
            <a:spLocks noGrp="1"/>
          </p:cNvSpPr>
          <p:nvPr>
            <p:ph type="body" idx="1"/>
          </p:nvPr>
        </p:nvSpPr>
        <p:spPr>
          <a:xfrm>
            <a:off x="1732700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7"/>
          <p:cNvSpPr txBox="1">
            <a:spLocks noGrp="1"/>
          </p:cNvSpPr>
          <p:nvPr>
            <p:ph type="body" idx="2"/>
          </p:nvPr>
        </p:nvSpPr>
        <p:spPr>
          <a:xfrm>
            <a:off x="4020972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body" idx="3"/>
          </p:nvPr>
        </p:nvSpPr>
        <p:spPr>
          <a:xfrm>
            <a:off x="6309245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600"/>
              </a:spcBef>
              <a:spcAft>
                <a:spcPts val="0"/>
              </a:spcAft>
              <a:buSzPts val="1400"/>
              <a:buChar char="◇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￭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￮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7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7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7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23" name="Google Shape;223;p7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7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7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227" name="Google Shape;227;p7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7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236" name="Google Shape;236;p7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7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" name="Google Shape;240;p7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 rot="10800000" flipH="1">
            <a:off x="7663675" y="3684808"/>
            <a:ext cx="1034700" cy="895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3" name="Google Shape;243;p8"/>
          <p:cNvSpPr/>
          <p:nvPr/>
        </p:nvSpPr>
        <p:spPr>
          <a:xfrm rot="5400000">
            <a:off x="499599" y="157100"/>
            <a:ext cx="1146000" cy="13233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8"/>
          <p:cNvSpPr txBox="1">
            <a:spLocks noGrp="1"/>
          </p:cNvSpPr>
          <p:nvPr>
            <p:ph type="title"/>
          </p:nvPr>
        </p:nvSpPr>
        <p:spPr>
          <a:xfrm>
            <a:off x="1732700" y="821200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8"/>
          <p:cNvSpPr/>
          <p:nvPr/>
        </p:nvSpPr>
        <p:spPr>
          <a:xfrm rot="10800000" flipH="1">
            <a:off x="-123826" y="10589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8"/>
          <p:cNvSpPr/>
          <p:nvPr/>
        </p:nvSpPr>
        <p:spPr>
          <a:xfrm rot="10800000" flipH="1">
            <a:off x="638175" y="14401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8"/>
          <p:cNvSpPr/>
          <p:nvPr/>
        </p:nvSpPr>
        <p:spPr>
          <a:xfrm rot="10800000" flipH="1">
            <a:off x="1495424" y="-131650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8"/>
          <p:cNvSpPr/>
          <p:nvPr/>
        </p:nvSpPr>
        <p:spPr>
          <a:xfrm rot="10800000" flipH="1">
            <a:off x="327800" y="8892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9" name="Google Shape;249;p8"/>
          <p:cNvGrpSpPr/>
          <p:nvPr/>
        </p:nvGrpSpPr>
        <p:grpSpPr>
          <a:xfrm>
            <a:off x="1729784" y="61068"/>
            <a:ext cx="351204" cy="324661"/>
            <a:chOff x="5975075" y="2327500"/>
            <a:chExt cx="420100" cy="388350"/>
          </a:xfrm>
        </p:grpSpPr>
        <p:sp>
          <p:nvSpPr>
            <p:cNvPr id="250" name="Google Shape;250;p8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8"/>
          <p:cNvSpPr/>
          <p:nvPr/>
        </p:nvSpPr>
        <p:spPr>
          <a:xfrm>
            <a:off x="203100" y="1270177"/>
            <a:ext cx="166061" cy="287704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19BBD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8"/>
          <p:cNvGrpSpPr/>
          <p:nvPr/>
        </p:nvGrpSpPr>
        <p:grpSpPr>
          <a:xfrm>
            <a:off x="904276" y="515192"/>
            <a:ext cx="382958" cy="607111"/>
            <a:chOff x="6718575" y="2318625"/>
            <a:chExt cx="256950" cy="407375"/>
          </a:xfrm>
        </p:grpSpPr>
        <p:sp>
          <p:nvSpPr>
            <p:cNvPr id="254" name="Google Shape;254;p8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8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8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8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8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8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8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" name="Google Shape;262;p8"/>
          <p:cNvGrpSpPr/>
          <p:nvPr/>
        </p:nvGrpSpPr>
        <p:grpSpPr>
          <a:xfrm>
            <a:off x="335759" y="1840531"/>
            <a:ext cx="342882" cy="350068"/>
            <a:chOff x="3951850" y="2985350"/>
            <a:chExt cx="407950" cy="416500"/>
          </a:xfrm>
        </p:grpSpPr>
        <p:sp>
          <p:nvSpPr>
            <p:cNvPr id="263" name="Google Shape;263;p8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9050" cap="rnd" cmpd="sng">
              <a:solidFill>
                <a:srgbClr val="18476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8"/>
          <p:cNvSpPr/>
          <p:nvPr/>
        </p:nvSpPr>
        <p:spPr>
          <a:xfrm rot="10800000" flipH="1">
            <a:off x="8486774" y="4230775"/>
            <a:ext cx="819900" cy="7101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8"/>
          <p:cNvSpPr/>
          <p:nvPr/>
        </p:nvSpPr>
        <p:spPr>
          <a:xfrm rot="10800000" flipH="1">
            <a:off x="8124824" y="4615700"/>
            <a:ext cx="428700" cy="371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8"/>
          <p:cNvSpPr/>
          <p:nvPr/>
        </p:nvSpPr>
        <p:spPr>
          <a:xfrm rot="10800000" flipH="1">
            <a:off x="7821348" y="2935400"/>
            <a:ext cx="819900" cy="7098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8"/>
          <p:cNvSpPr/>
          <p:nvPr/>
        </p:nvSpPr>
        <p:spPr>
          <a:xfrm rot="10800000" flipH="1">
            <a:off x="8486775" y="3512175"/>
            <a:ext cx="358800" cy="3105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8772688" y="4461808"/>
            <a:ext cx="248073" cy="248058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8"/>
          <p:cNvGrpSpPr/>
          <p:nvPr/>
        </p:nvGrpSpPr>
        <p:grpSpPr>
          <a:xfrm>
            <a:off x="7354067" y="3426715"/>
            <a:ext cx="455624" cy="437054"/>
            <a:chOff x="5241175" y="4959100"/>
            <a:chExt cx="539775" cy="517775"/>
          </a:xfrm>
        </p:grpSpPr>
        <p:sp>
          <p:nvSpPr>
            <p:cNvPr id="273" name="Google Shape;273;p8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8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8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1847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9" name="Google Shape;279;p8"/>
          <p:cNvSpPr/>
          <p:nvPr/>
        </p:nvSpPr>
        <p:spPr>
          <a:xfrm>
            <a:off x="8081326" y="3153875"/>
            <a:ext cx="299952" cy="272838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"/>
          <p:cNvSpPr/>
          <p:nvPr/>
        </p:nvSpPr>
        <p:spPr>
          <a:xfrm rot="10800000" flipH="1">
            <a:off x="8218352" y="4121459"/>
            <a:ext cx="685200" cy="593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30000" y="0"/>
                </a:moveTo>
                <a:lnTo>
                  <a:pt x="0" y="59994"/>
                </a:lnTo>
                <a:lnTo>
                  <a:pt x="30000" y="120000"/>
                </a:lnTo>
                <a:lnTo>
                  <a:pt x="90000" y="120000"/>
                </a:lnTo>
                <a:lnTo>
                  <a:pt x="120000" y="59994"/>
                </a:lnTo>
                <a:lnTo>
                  <a:pt x="90000" y="0"/>
                </a:lnTo>
                <a:lnTo>
                  <a:pt x="30000" y="0"/>
                </a:lnTo>
                <a:close/>
                <a:moveTo>
                  <a:pt x="38477" y="16950"/>
                </a:moveTo>
                <a:lnTo>
                  <a:pt x="81522" y="16950"/>
                </a:lnTo>
                <a:lnTo>
                  <a:pt x="103033" y="59994"/>
                </a:lnTo>
                <a:lnTo>
                  <a:pt x="81522" y="103038"/>
                </a:lnTo>
                <a:lnTo>
                  <a:pt x="38477" y="103038"/>
                </a:lnTo>
                <a:lnTo>
                  <a:pt x="16955" y="59994"/>
                </a:lnTo>
                <a:lnTo>
                  <a:pt x="38477" y="1695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lin ang="6983783" scaled="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10"/>
          <p:cNvSpPr/>
          <p:nvPr/>
        </p:nvSpPr>
        <p:spPr>
          <a:xfrm rot="5400000">
            <a:off x="388487" y="105212"/>
            <a:ext cx="944100" cy="1090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0000" y="0"/>
                </a:moveTo>
                <a:lnTo>
                  <a:pt x="120000" y="30000"/>
                </a:lnTo>
                <a:lnTo>
                  <a:pt x="120000" y="90000"/>
                </a:lnTo>
                <a:lnTo>
                  <a:pt x="60000" y="120000"/>
                </a:lnTo>
                <a:lnTo>
                  <a:pt x="0" y="90000"/>
                </a:lnTo>
                <a:lnTo>
                  <a:pt x="0" y="30000"/>
                </a:lnTo>
                <a:close/>
              </a:path>
            </a:pathLst>
          </a:custGeom>
          <a:gradFill>
            <a:gsLst>
              <a:gs pos="0">
                <a:srgbClr val="3393E2"/>
              </a:gs>
              <a:gs pos="100000">
                <a:srgbClr val="00E2C7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Helvetica Neue"/>
              <a:buNone/>
            </a:pPr>
            <a:endParaRPr sz="3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4" name="Google Shape;324;p10"/>
          <p:cNvSpPr/>
          <p:nvPr/>
        </p:nvSpPr>
        <p:spPr>
          <a:xfrm rot="10800000" flipH="1">
            <a:off x="-123825" y="847791"/>
            <a:ext cx="674400" cy="5844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9BBD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0"/>
          <p:cNvSpPr/>
          <p:nvPr/>
        </p:nvSpPr>
        <p:spPr>
          <a:xfrm rot="10800000" flipH="1">
            <a:off x="503116" y="1161450"/>
            <a:ext cx="352800" cy="3054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0"/>
          <p:cNvSpPr/>
          <p:nvPr/>
        </p:nvSpPr>
        <p:spPr>
          <a:xfrm rot="10800000" flipH="1">
            <a:off x="1208424" y="-131812"/>
            <a:ext cx="674400" cy="584400"/>
          </a:xfrm>
          <a:prstGeom prst="hexagon">
            <a:avLst>
              <a:gd name="adj" fmla="val 28678"/>
              <a:gd name="vf" fmla="val 115470"/>
            </a:avLst>
          </a:prstGeom>
          <a:noFill/>
          <a:ln w="76200" cap="flat" cmpd="sng">
            <a:solidFill>
              <a:srgbClr val="184769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0"/>
          <p:cNvSpPr/>
          <p:nvPr/>
        </p:nvSpPr>
        <p:spPr>
          <a:xfrm rot="10800000" flipH="1">
            <a:off x="247753" y="49693"/>
            <a:ext cx="295200" cy="2556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00E1C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0"/>
          <p:cNvSpPr/>
          <p:nvPr/>
        </p:nvSpPr>
        <p:spPr>
          <a:xfrm rot="10800000" flipH="1">
            <a:off x="8763568" y="4485979"/>
            <a:ext cx="543000" cy="470400"/>
          </a:xfrm>
          <a:prstGeom prst="hexagon">
            <a:avLst>
              <a:gd name="adj" fmla="val 28678"/>
              <a:gd name="vf" fmla="val 115470"/>
            </a:avLst>
          </a:prstGeom>
          <a:noFill/>
          <a:ln w="9525" cap="flat" cmpd="sng">
            <a:solidFill>
              <a:srgbClr val="1847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 rot="10800000" flipH="1">
            <a:off x="8523810" y="4741100"/>
            <a:ext cx="284100" cy="2457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3292E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0"/>
          <p:cNvSpPr/>
          <p:nvPr/>
        </p:nvSpPr>
        <p:spPr>
          <a:xfrm rot="10800000" flipH="1">
            <a:off x="8322785" y="3628023"/>
            <a:ext cx="543000" cy="470100"/>
          </a:xfrm>
          <a:prstGeom prst="hexagon">
            <a:avLst>
              <a:gd name="adj" fmla="val 28678"/>
              <a:gd name="vf" fmla="val 115470"/>
            </a:avLst>
          </a:prstGeom>
          <a:solidFill>
            <a:srgbClr val="18476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 rot="10800000" flipH="1">
            <a:off x="8763569" y="4009882"/>
            <a:ext cx="237600" cy="205800"/>
          </a:xfrm>
          <a:prstGeom prst="hexagon">
            <a:avLst>
              <a:gd name="adj" fmla="val 28678"/>
              <a:gd name="vf" fmla="val 115470"/>
            </a:avLst>
          </a:prstGeom>
          <a:noFill/>
          <a:ln w="19050" cap="flat" cmpd="sng">
            <a:solidFill>
              <a:srgbClr val="00E1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0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0E293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732700" y="1735600"/>
            <a:ext cx="4944300" cy="6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4000"/>
              <a:buFont typeface="Nixie One"/>
              <a:buNone/>
              <a:defRPr sz="40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732700" y="2255125"/>
            <a:ext cx="4944300" cy="1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60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◇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￭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￮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BBD5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●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○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C6DAEC"/>
              </a:buClr>
              <a:buSzPts val="1400"/>
              <a:buFont typeface="Muli"/>
              <a:buChar char="■"/>
              <a:defRPr>
                <a:solidFill>
                  <a:srgbClr val="C6DAEC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lvl="1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lvl="2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lvl="3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lvl="4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lvl="5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lvl="6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lvl="7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lvl="8">
              <a:buNone/>
              <a:defRPr sz="1200">
                <a:solidFill>
                  <a:srgbClr val="19BBD5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6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jpg"/><Relationship Id="rId4" Type="http://schemas.openxmlformats.org/officeDocument/2006/relationships/image" Target="../media/image10.png"/><Relationship Id="rId9" Type="http://schemas.openxmlformats.org/officeDocument/2006/relationships/image" Target="../media/image1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webp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9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8.png"/><Relationship Id="rId4" Type="http://schemas.openxmlformats.org/officeDocument/2006/relationships/image" Target="../media/image38.jpg"/><Relationship Id="rId9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>
            <a:spLocks noGrp="1"/>
          </p:cNvSpPr>
          <p:nvPr>
            <p:ph type="ctrTitle"/>
          </p:nvPr>
        </p:nvSpPr>
        <p:spPr>
          <a:xfrm>
            <a:off x="1400175" y="1991825"/>
            <a:ext cx="63435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Industry</a:t>
            </a:r>
            <a:endParaRPr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5A11A7-7A16-9136-5883-C5AA619A1199}"/>
              </a:ext>
            </a:extLst>
          </p:cNvPr>
          <p:cNvSpPr txBox="1"/>
          <p:nvPr/>
        </p:nvSpPr>
        <p:spPr>
          <a:xfrm>
            <a:off x="2286000" y="250001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447732-A684-AE36-0A02-CFAB0AD38883}"/>
              </a:ext>
            </a:extLst>
          </p:cNvPr>
          <p:cNvSpPr txBox="1"/>
          <p:nvPr/>
        </p:nvSpPr>
        <p:spPr>
          <a:xfrm>
            <a:off x="2286000" y="250001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897439-4D14-C1EA-73A3-C10D77C378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86" t="23229"/>
          <a:stretch/>
        </p:blipFill>
        <p:spPr>
          <a:xfrm>
            <a:off x="4067717" y="4158259"/>
            <a:ext cx="1008411" cy="80724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E65156-6BD6-B59D-1A1A-E3D07F22E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5955" y="96366"/>
            <a:ext cx="1771937" cy="14330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BB943B-E24F-DD49-96A2-77D018A7F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0568" y="4637983"/>
            <a:ext cx="252905" cy="29834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5595113-373C-5D8F-FA27-FD73FF8E41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6108" y="170568"/>
            <a:ext cx="1507892" cy="84379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982F02-AB99-2B67-9F2F-1C085AF257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5696" y="4129088"/>
            <a:ext cx="249958" cy="307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4D30E2-DF3F-58E8-4994-7F1F372A1F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8761" y="0"/>
            <a:ext cx="476487" cy="621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B29CF1-5625-D880-71E0-5FEC12054A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9470" y="899540"/>
            <a:ext cx="441132" cy="4603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EED22B-5761-FB06-A75E-D7E71B8781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1190" y="4052507"/>
            <a:ext cx="605323" cy="5854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4"/>
          <p:cNvSpPr txBox="1">
            <a:spLocks noGrp="1"/>
          </p:cNvSpPr>
          <p:nvPr>
            <p:ph type="title"/>
          </p:nvPr>
        </p:nvSpPr>
        <p:spPr>
          <a:xfrm>
            <a:off x="2336726" y="194615"/>
            <a:ext cx="4944300" cy="6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Meambers </a:t>
            </a:r>
            <a:br>
              <a:rPr lang="e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" sz="3200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S-L1</a:t>
            </a:r>
            <a:br>
              <a:rPr lang="en" dirty="0"/>
            </a:b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69DC5-6110-1894-B31A-C9C42CE4991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066046" y="3372281"/>
            <a:ext cx="1499512" cy="878629"/>
          </a:xfrm>
        </p:spPr>
        <p:txBody>
          <a:bodyPr/>
          <a:lstStyle/>
          <a:p>
            <a:pPr marL="139700" indent="0" algn="ctr">
              <a:buNone/>
            </a:pPr>
            <a:r>
              <a:rPr 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Mr.L.K.H.S.D.K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Silva</a:t>
            </a:r>
          </a:p>
          <a:p>
            <a:pPr marL="13970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20220761</a:t>
            </a:r>
          </a:p>
        </p:txBody>
      </p:sp>
      <p:sp>
        <p:nvSpPr>
          <p:cNvPr id="789" name="Google Shape;789;p4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791" name="Google Shape;791;p44"/>
          <p:cNvSpPr txBox="1"/>
          <p:nvPr/>
        </p:nvSpPr>
        <p:spPr>
          <a:xfrm>
            <a:off x="2496634" y="3565654"/>
            <a:ext cx="1359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Mr. M.I.M. Usman</a:t>
            </a:r>
            <a:br>
              <a:rPr lang="en" sz="1600" dirty="0"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</a:br>
            <a:r>
              <a:rPr lang="en" sz="1600" dirty="0">
                <a:solidFill>
                  <a:schemeClr val="tx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20221300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dirty="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93" name="Google Shape;793;p44"/>
          <p:cNvSpPr txBox="1"/>
          <p:nvPr/>
        </p:nvSpPr>
        <p:spPr>
          <a:xfrm>
            <a:off x="4134750" y="3565654"/>
            <a:ext cx="1359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Mr. M.M.A.U. Sandasara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20221297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dirty="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95" name="Google Shape;795;p44"/>
          <p:cNvSpPr txBox="1"/>
          <p:nvPr/>
        </p:nvSpPr>
        <p:spPr>
          <a:xfrm>
            <a:off x="5694240" y="3580710"/>
            <a:ext cx="1359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tx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Mr. S.Suwagath</a:t>
            </a:r>
            <a:br>
              <a:rPr lang="en" sz="1600" dirty="0">
                <a:solidFill>
                  <a:schemeClr val="tx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</a:br>
            <a:r>
              <a:rPr lang="en" sz="1600" dirty="0">
                <a:solidFill>
                  <a:schemeClr val="tx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20220756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dirty="0"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797" name="Google Shape;797;p44"/>
          <p:cNvSpPr txBox="1"/>
          <p:nvPr/>
        </p:nvSpPr>
        <p:spPr>
          <a:xfrm>
            <a:off x="858519" y="3512738"/>
            <a:ext cx="13596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chemeClr val="dk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Mr. M.S. Ammar</a:t>
            </a:r>
            <a:endParaRPr sz="1600" dirty="0">
              <a:solidFill>
                <a:schemeClr val="dk2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20221312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 dirty="0">
              <a:latin typeface="Muli"/>
              <a:ea typeface="Muli"/>
              <a:cs typeface="Muli"/>
              <a:sym typeface="Mul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639BB8-F89E-732C-1B8F-08B0CDA1B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488" y="-98728"/>
            <a:ext cx="1971675" cy="1280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3251BE-CC2B-218B-B6D8-C064E2E22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1515262"/>
            <a:ext cx="245427" cy="214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DFEAD5-1E0C-447D-96DC-6167CE448A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370" y="420855"/>
            <a:ext cx="839359" cy="705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AE5C30-1460-609B-A2F0-7352BBC00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31" y="1092619"/>
            <a:ext cx="422551" cy="6596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D15A41-C63C-50CB-5F25-7DA17210E77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3412" b="4924"/>
          <a:stretch/>
        </p:blipFill>
        <p:spPr>
          <a:xfrm>
            <a:off x="4228400" y="2038181"/>
            <a:ext cx="1160952" cy="1474557"/>
          </a:xfrm>
          <a:prstGeom prst="ellipse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39EB7E5-823B-5C76-F74B-C3EEE02717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51511" y="2046789"/>
            <a:ext cx="1205399" cy="1465949"/>
          </a:xfrm>
          <a:prstGeom prst="ellipse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56A2B6-A7F6-7496-0343-88D1ABDAE1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0447" y="2069511"/>
            <a:ext cx="1147187" cy="1474558"/>
          </a:xfrm>
          <a:prstGeom prst="ellipse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2EFE95-9934-9730-90A6-87F43B5EF6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1026" y="2038181"/>
            <a:ext cx="1180066" cy="1505888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20B7E-F946-2E75-791D-C78ED1280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849" y="524277"/>
            <a:ext cx="4944300" cy="645300"/>
          </a:xfrm>
        </p:spPr>
        <p:txBody>
          <a:bodyPr/>
          <a:lstStyle/>
          <a:p>
            <a:pPr algn="ctr"/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C7AAF-1BBC-FDA4-78E6-C5B82B450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0565" y="1140026"/>
            <a:ext cx="6052931" cy="3645499"/>
          </a:xfrm>
        </p:spPr>
        <p:txBody>
          <a:bodyPr/>
          <a:lstStyle/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Healthcare Industry. 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1.1 Significance of Healthcare.      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Role of Information Systems and its Significance in Healthcare.           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2.1 Significance of Health Information Systems.            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2.2 Role of Health Information Systems.            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Information Systems Used in Healthcare Industry.            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3.1 EHR and EMR.           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3.2 Systems used in Electronic Health Record (EHR)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3.3 Advantage and Disadvantages of (EHR). 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Past, Present and Future of Health Information Systems.</a:t>
            </a:r>
          </a:p>
          <a:p>
            <a:pPr marL="139700" indent="0"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Summary.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3ECD5-E199-5F6C-40D7-08ED53A6F2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7229F5-AAF1-7CC4-3460-63A7DE82B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746" y="-91473"/>
            <a:ext cx="1896020" cy="1231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92063C-57C0-0D12-371C-47866F456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4149" y="1045574"/>
            <a:ext cx="1607144" cy="14781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1CFB73-3E90-EDBA-E036-ACEFA6CD9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1" y="381839"/>
            <a:ext cx="858013" cy="8270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E5F0AF-B4E4-490A-3A5C-3A32FB599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189" y="3907330"/>
            <a:ext cx="414862" cy="4978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CADA78-0E4D-C3EA-59C9-D9A7AED90F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74" y="3438308"/>
            <a:ext cx="484921" cy="46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73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2"/>
          <p:cNvSpPr txBox="1">
            <a:spLocks noGrp="1"/>
          </p:cNvSpPr>
          <p:nvPr>
            <p:ph type="title"/>
          </p:nvPr>
        </p:nvSpPr>
        <p:spPr>
          <a:xfrm>
            <a:off x="2065940" y="761525"/>
            <a:ext cx="5716320" cy="64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 to Healthcare Industry.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3" name="Google Shape;343;p12"/>
          <p:cNvSpPr txBox="1"/>
          <p:nvPr/>
        </p:nvSpPr>
        <p:spPr>
          <a:xfrm>
            <a:off x="1213389" y="1678287"/>
            <a:ext cx="5423153" cy="3023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24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The healthcare sector consists of businesses that provide medical services, manufacture medical equipment or drugs, provide medical insurance, or otherwise facilitate the provision of healthcare to patients.</a:t>
            </a:r>
            <a:endParaRPr sz="2400" dirty="0">
              <a:solidFill>
                <a:schemeClr val="tx1">
                  <a:lumMod val="95000"/>
                </a:schemeClr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endParaRPr sz="1100" dirty="0">
              <a:solidFill>
                <a:srgbClr val="C6DAEC"/>
              </a:solidFill>
              <a:latin typeface="Muli"/>
              <a:ea typeface="Muli"/>
              <a:cs typeface="Muli"/>
              <a:sym typeface="Muli"/>
            </a:endParaRPr>
          </a:p>
        </p:txBody>
      </p:sp>
      <p:sp>
        <p:nvSpPr>
          <p:cNvPr id="346" name="Google Shape;346;p12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54F3718-CD31-129E-95B1-DB1DE30E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184" y="-147324"/>
            <a:ext cx="1896020" cy="12314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FD56DC-8BE8-84EE-75C8-0971B5004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35" y="263523"/>
            <a:ext cx="1143302" cy="114330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E92D22-9646-3B5E-E462-C19F28A55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700" y="1406825"/>
            <a:ext cx="2331407" cy="12649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C7B5063-022D-22DE-91FE-62B17F1BC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700" y="3317063"/>
            <a:ext cx="2427785" cy="12649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D1C56B-035D-D2E7-1038-333F0EE4B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11072" y="761525"/>
            <a:ext cx="371888" cy="359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8"/>
          <p:cNvSpPr txBox="1">
            <a:spLocks noGrp="1"/>
          </p:cNvSpPr>
          <p:nvPr>
            <p:ph type="body" idx="1"/>
          </p:nvPr>
        </p:nvSpPr>
        <p:spPr>
          <a:xfrm>
            <a:off x="1734000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White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dirty="0"/>
              <a:t>Is the color of milk and fresh snow, the color produced by the combination of all the colors of the visible spectrum.</a:t>
            </a:r>
            <a:endParaRPr dirty="0"/>
          </a:p>
        </p:txBody>
      </p:sp>
      <p:sp>
        <p:nvSpPr>
          <p:cNvPr id="399" name="Google Shape;399;p18"/>
          <p:cNvSpPr txBox="1">
            <a:spLocks noGrp="1"/>
          </p:cNvSpPr>
          <p:nvPr>
            <p:ph type="title"/>
          </p:nvPr>
        </p:nvSpPr>
        <p:spPr>
          <a:xfrm>
            <a:off x="2248126" y="528303"/>
            <a:ext cx="5058687" cy="9361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 Significance of Healthcare</a:t>
            </a:r>
            <a:endParaRPr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0" name="Google Shape;400;p18"/>
          <p:cNvSpPr txBox="1">
            <a:spLocks noGrp="1"/>
          </p:cNvSpPr>
          <p:nvPr>
            <p:ph type="body" idx="2"/>
          </p:nvPr>
        </p:nvSpPr>
        <p:spPr>
          <a:xfrm>
            <a:off x="4562088" y="2414450"/>
            <a:ext cx="26673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Black</a:t>
            </a:r>
            <a:endParaRPr b="1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Is the color of ebony and of outer space. It has been the symbolic color of elegance, solemnity and authority.</a:t>
            </a:r>
            <a:endParaRPr/>
          </a:p>
        </p:txBody>
      </p:sp>
      <p:sp>
        <p:nvSpPr>
          <p:cNvPr id="401" name="Google Shape;401;p18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E8B9AC-4700-C5B9-4F4C-FB165266F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465" y="-87446"/>
            <a:ext cx="1896020" cy="1231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CE40EA-D425-3717-6F3A-A38A3B605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172" y="3928668"/>
            <a:ext cx="435022" cy="365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884AB8-DF15-FC09-A440-93921B65C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175" y="3446412"/>
            <a:ext cx="424199" cy="4102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6"/>
          <p:cNvSpPr txBox="1">
            <a:spLocks noGrp="1"/>
          </p:cNvSpPr>
          <p:nvPr>
            <p:ph type="title"/>
          </p:nvPr>
        </p:nvSpPr>
        <p:spPr>
          <a:xfrm>
            <a:off x="2275625" y="399955"/>
            <a:ext cx="4944300" cy="147457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Role of Information Systems and its Significance in Healthcare. 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3" name="Google Shape;373;p16"/>
          <p:cNvSpPr txBox="1">
            <a:spLocks noGrp="1"/>
          </p:cNvSpPr>
          <p:nvPr>
            <p:ph type="body" idx="1"/>
          </p:nvPr>
        </p:nvSpPr>
        <p:spPr>
          <a:xfrm>
            <a:off x="974035" y="2024760"/>
            <a:ext cx="6245890" cy="2488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information systems help gather, compile and analyze health data to help manage population health and reduce healthcare costs. Then the healthcare data analysis can improve patient care. 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care: Patients often need to treatments from different healthcare providers.</a:t>
            </a:r>
          </a:p>
        </p:txBody>
      </p:sp>
      <p:sp>
        <p:nvSpPr>
          <p:cNvPr id="374" name="Google Shape;374;p16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F77605-39EA-60F6-FA3D-D50617267D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184" y="-94256"/>
            <a:ext cx="1896020" cy="12314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E3E98D-B464-E9A2-76CA-E914544B2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0712" y="3427746"/>
            <a:ext cx="422294" cy="408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877E16-BC73-C512-AC78-5E76BC433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925" y="1383358"/>
            <a:ext cx="1486175" cy="8991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BE0D7-C1B5-020C-2453-936A98C0E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018" y="271463"/>
            <a:ext cx="4944300" cy="901498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Significance of Health Information Systems.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E8E80-E86A-A666-84D8-CE4DAA3E3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2512" y="1272209"/>
            <a:ext cx="7076662" cy="3279914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health information system enables health care organizations to collect, store, manage, analyze, and optimize patient treatment histories and other key data.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Doctors and nurses use health information systems to make data-driven decisions regarding various facets of patient care. For example, quick access to patient medical histories can bring previous treatments to light.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also enable health care providers to easily get information about macro environments such as community health trends.</a:t>
            </a:r>
          </a:p>
          <a:p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0F303-CBC7-EA4E-2BB0-22CD2E222A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07CC98-DAA7-2B05-E2DD-7F128E280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034" y="-58538"/>
            <a:ext cx="1896020" cy="1231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FC66BF-0BAF-5DDB-2057-8D9912A1D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3033" y="3427746"/>
            <a:ext cx="437065" cy="4227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570FA1-28B0-4720-BF6E-9F4171045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878" y="3427746"/>
            <a:ext cx="2842592" cy="132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86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7378F-D47A-3B6A-9D40-945225D49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890" y="540500"/>
            <a:ext cx="4944300" cy="937217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Role of Health Information Systems.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7B1CF-0792-013E-3B11-336E01C87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3916" y="2258222"/>
            <a:ext cx="5224691" cy="2353334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Population Health Management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Control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63CF0-9296-5E96-8407-0EFC80C1E4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A359A9-5A17-4CDB-1CDF-8B06C3C3B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890" y="-87113"/>
            <a:ext cx="1896020" cy="1231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8EF5DC-4893-B005-BFC4-455637658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890" y="3434889"/>
            <a:ext cx="422295" cy="408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B0C822-FB94-2785-9A6F-5F4CD1F1C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348" y="1574564"/>
            <a:ext cx="2565723" cy="1430147"/>
          </a:xfrm>
          <a:prstGeom prst="rect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778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A8F2-8EB3-CD2F-0784-21FFF000A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4206" y="378618"/>
            <a:ext cx="4944300" cy="1145031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Information Systems Used in Healthcare Industry.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38C5D-3991-45E4-A556-3DBFEC63B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5865" y="1611581"/>
            <a:ext cx="5383718" cy="3308289"/>
          </a:xfrm>
        </p:spPr>
        <p:txBody>
          <a:bodyPr/>
          <a:lstStyle/>
          <a:p>
            <a:pPr marL="139700" indent="0">
              <a:buNone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health information system (HIS) refers to a system designed to manage healthcare data. This includes systems that collect, store, manage and transmit a patient's electronic medical record (EMR), a hospital's operational management or a system supporting healthcare policy decisions.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340081-A8C5-4510-71E1-ABA5B9C03A7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850774-2D99-BB71-0906-35CB73006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459" y="-79969"/>
            <a:ext cx="1896020" cy="1231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771579-8A23-FAE6-9D4B-7BAFF5EE5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2413" y="3806844"/>
            <a:ext cx="643712" cy="64371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EB097B-7EC0-C138-9E81-A57CA3400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9841" y="1355125"/>
            <a:ext cx="1891422" cy="114503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9A74C39-1CB1-F7DF-1FD0-E8B8E5FDF5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4459" y="3420852"/>
            <a:ext cx="459223" cy="44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20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A72E-425F-2723-6D7C-A862783B2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7063" y="342568"/>
            <a:ext cx="4944300" cy="645300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EHR and EMR.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27272-BE10-FD24-908B-29DDB86115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BA44A-B4F0-F20C-3AB8-AFFD8314D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1608" y="-42863"/>
            <a:ext cx="1896020" cy="1231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18A06D-0BF5-941C-562B-ADD8AD6693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2631" y="3850182"/>
            <a:ext cx="150096" cy="5789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093279-333D-5F3B-3E7A-ADFE145ACA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3568" y="3444508"/>
            <a:ext cx="471694" cy="4562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05A52EA-3268-B0EB-281F-1E18E95CD7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041" y="1005781"/>
            <a:ext cx="1961918" cy="1386422"/>
          </a:xfrm>
          <a:prstGeom prst="rect">
            <a:avLst/>
          </a:prstGeom>
        </p:spPr>
      </p:pic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B2AC278B-3A6C-6065-79C2-E151BD239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844489"/>
              </p:ext>
            </p:extLst>
          </p:nvPr>
        </p:nvGraphicFramePr>
        <p:xfrm>
          <a:off x="1123253" y="1438550"/>
          <a:ext cx="5743104" cy="33469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5194">
                  <a:extLst>
                    <a:ext uri="{9D8B030D-6E8A-4147-A177-3AD203B41FA5}">
                      <a16:colId xmlns:a16="http://schemas.microsoft.com/office/drawing/2014/main" val="2083388501"/>
                    </a:ext>
                  </a:extLst>
                </a:gridCol>
                <a:gridCol w="2877910">
                  <a:extLst>
                    <a:ext uri="{9D8B030D-6E8A-4147-A177-3AD203B41FA5}">
                      <a16:colId xmlns:a16="http://schemas.microsoft.com/office/drawing/2014/main" val="1194323903"/>
                    </a:ext>
                  </a:extLst>
                </a:gridCol>
              </a:tblGrid>
              <a:tr h="46713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EHRs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8642880"/>
                  </a:ext>
                </a:extLst>
              </a:tr>
              <a:tr h="706171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digital record of all patient health information.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digital version of a patient chart.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8760009"/>
                  </a:ext>
                </a:extLst>
              </a:tr>
              <a:tr h="1086833"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Allows a patient’s medical information to move with them to other health care providers and specialists.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Patient record does not easily travel outside the practice and might need to be printed.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7937944"/>
                  </a:ext>
                </a:extLst>
              </a:tr>
              <a:tr h="1086833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Accessed by any number of providers for decision making, diagnosis and care beyond one provider’s office.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used by a provider for diagnosis, treatment and care.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186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180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5657-AB45-7DB3-D42D-39C43D65D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7358" y="246220"/>
            <a:ext cx="4944300" cy="1474387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Systems used in Electronic Health Record (EHR)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C5298-FF52-9138-F742-C41CAB84D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1019" y="2205119"/>
            <a:ext cx="4944300" cy="1659900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Physician-hosted system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Subsidized remote system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Dedicated remote system</a:t>
            </a:r>
          </a:p>
          <a:p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remote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85DA4-2DDF-8BD7-DA2E-E12977FEA45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63D54B-D487-3799-58ED-418DF8CF1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777" y="-101650"/>
            <a:ext cx="1896020" cy="1231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7BC7CE-1B9B-294A-CC24-5189804E5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654" y="3968389"/>
            <a:ext cx="347389" cy="3096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840630-9AA1-5921-87B8-E3A2166E1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1293" y="3457157"/>
            <a:ext cx="421688" cy="4078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5EA92C-2211-B3D2-5270-A93E3E55C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010" y="1497142"/>
            <a:ext cx="2343338" cy="12314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3527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2380-78B4-786B-321F-B8AF58F86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088" y="357808"/>
            <a:ext cx="4944300" cy="1049057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3.3 Advantage and Disadvantages of (EHR).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203CB2-2769-37A6-84CD-0244FD642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8877" y="1897615"/>
            <a:ext cx="2667300" cy="2663700"/>
          </a:xfrm>
        </p:spPr>
        <p:txBody>
          <a:bodyPr/>
          <a:lstStyle/>
          <a:p>
            <a:pPr marL="13970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139700" indent="0" algn="ctr">
              <a:buNone/>
            </a:pP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 Paperwork.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Care</a:t>
            </a:r>
          </a:p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Secured Sharing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18A2CD-84DA-1E91-AA51-249A91BCB7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0" y="1828041"/>
            <a:ext cx="2667300" cy="2663700"/>
          </a:xfrm>
        </p:spPr>
        <p:txBody>
          <a:bodyPr/>
          <a:lstStyle/>
          <a:p>
            <a:pPr marL="139700" indent="0" algn="ctr"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139700" indent="0" algn="ctr">
              <a:buNone/>
            </a:pP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Inaccurate Data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Frightening Patients Needlessly</a:t>
            </a:r>
          </a:p>
          <a:p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EBAAB-038E-7BFF-F1C6-B1818A7595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273E84-CA27-9732-E9AD-65439158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513" y="3392027"/>
            <a:ext cx="466610" cy="451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399CA9-922A-7325-085A-6AB22A6B0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513" y="-72825"/>
            <a:ext cx="1896020" cy="12314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721DF3-C766-B529-DDC6-DFF20F094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5469" y="3967436"/>
            <a:ext cx="305574" cy="31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911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"/>
          <p:cNvSpPr txBox="1">
            <a:spLocks noGrp="1"/>
          </p:cNvSpPr>
          <p:nvPr>
            <p:ph type="title"/>
          </p:nvPr>
        </p:nvSpPr>
        <p:spPr>
          <a:xfrm>
            <a:off x="2239596" y="535780"/>
            <a:ext cx="4944300" cy="13174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Past, Present and Future of Healthcare Information Systems.</a:t>
            </a:r>
            <a:endParaRPr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7" name="Google Shape;407;p19"/>
          <p:cNvSpPr txBox="1">
            <a:spLocks noGrp="1"/>
          </p:cNvSpPr>
          <p:nvPr>
            <p:ph type="body" idx="1"/>
          </p:nvPr>
        </p:nvSpPr>
        <p:spPr>
          <a:xfrm>
            <a:off x="1732700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Past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8" name="Google Shape;408;p19"/>
          <p:cNvSpPr txBox="1">
            <a:spLocks noGrp="1"/>
          </p:cNvSpPr>
          <p:nvPr>
            <p:ph type="body" idx="2"/>
          </p:nvPr>
        </p:nvSpPr>
        <p:spPr>
          <a:xfrm>
            <a:off x="4020972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Present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9" name="Google Shape;409;p19"/>
          <p:cNvSpPr txBox="1">
            <a:spLocks noGrp="1"/>
          </p:cNvSpPr>
          <p:nvPr>
            <p:ph type="body" idx="3"/>
          </p:nvPr>
        </p:nvSpPr>
        <p:spPr>
          <a:xfrm>
            <a:off x="6309245" y="2380900"/>
            <a:ext cx="2176800" cy="25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 dirty="0"/>
              <a:t>Future</a:t>
            </a:r>
            <a:endParaRPr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0" name="Google Shape;410;p19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B6AE68-73ED-F950-5C90-4C9E51B0C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645" y="-79969"/>
            <a:ext cx="1896020" cy="123149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9B5B5F-9F28-241F-527F-BC1E48EB8E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404" y="1058073"/>
            <a:ext cx="1699904" cy="1058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BF435F-D0D7-A896-E8C2-5ED9F6E4D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4160" y="791835"/>
            <a:ext cx="371888" cy="359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0"/>
          <p:cNvSpPr txBox="1">
            <a:spLocks noGrp="1"/>
          </p:cNvSpPr>
          <p:nvPr>
            <p:ph type="title" idx="4294967295"/>
          </p:nvPr>
        </p:nvSpPr>
        <p:spPr>
          <a:xfrm>
            <a:off x="2482712" y="539025"/>
            <a:ext cx="3753000" cy="6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6" name="Google Shape;416;p20"/>
          <p:cNvSpPr txBox="1">
            <a:spLocks noGrp="1"/>
          </p:cNvSpPr>
          <p:nvPr>
            <p:ph type="body" idx="4294967295"/>
          </p:nvPr>
        </p:nvSpPr>
        <p:spPr>
          <a:xfrm>
            <a:off x="994787" y="1322096"/>
            <a:ext cx="5424518" cy="33907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systems used in the healthcare industry makes sure that all healthcare provides gets trends easily in order to be updated.</a:t>
            </a:r>
          </a:p>
          <a:p>
            <a:pPr marL="285750" indent="-285750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Efforts made to maintain or restore physical, mental, or emotional well-being especially by trained and licensed professionals and work put in providing primary care, secondary care, tertiary care.</a:t>
            </a:r>
          </a:p>
          <a:p>
            <a:pPr marL="285750" indent="-285750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EMR and EHR are some of information system used in the healthcare industry.</a:t>
            </a:r>
          </a:p>
          <a:p>
            <a:pPr marL="285750" indent="-285750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industry is one of the largest and the fastest growing industries is the world.</a:t>
            </a: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8" name="Google Shape;418;p20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CD6D37-F1C2-951C-39E3-6989A2B04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178" y="-47174"/>
            <a:ext cx="1896020" cy="12314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58F7A2-6CD1-5ED2-DB41-AA7557C5F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473" y="1017270"/>
            <a:ext cx="1896020" cy="116257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5A8853-35B2-499B-2129-6CB15E925D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543" y="430656"/>
            <a:ext cx="431019" cy="4310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B887B6-34FD-175E-7E2C-583A05343A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6763" y="4276618"/>
            <a:ext cx="347502" cy="262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B9156B-36A1-1283-600A-A1E0D7ACC6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6925" y="62853"/>
            <a:ext cx="286537" cy="2743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A29154-2909-94A1-3394-403122E4AA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86" y="1017270"/>
            <a:ext cx="323116" cy="3048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FDE2C6-5F80-FC72-85C7-12177DA328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1493" y="3762174"/>
            <a:ext cx="341406" cy="219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1CA9C8-8C98-451D-364C-7E0CF5F09B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43437" y="3924067"/>
            <a:ext cx="371888" cy="359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C592D1-A1E4-8221-2817-BEE9BFC93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46662" y="-514262"/>
            <a:ext cx="11600597" cy="6796584"/>
          </a:xfrm>
          <a:prstGeom prst="rect">
            <a:avLst/>
          </a:prstGeom>
        </p:spPr>
      </p:pic>
      <p:sp>
        <p:nvSpPr>
          <p:cNvPr id="592" name="Google Shape;592;p34"/>
          <p:cNvSpPr txBox="1">
            <a:spLocks noGrp="1"/>
          </p:cNvSpPr>
          <p:nvPr>
            <p:ph type="ctrTitle" idx="4294967295"/>
          </p:nvPr>
        </p:nvSpPr>
        <p:spPr>
          <a:xfrm>
            <a:off x="1234861" y="1892879"/>
            <a:ext cx="6237550" cy="126646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sz="96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5" name="Google Shape;595;p34"/>
          <p:cNvSpPr txBox="1">
            <a:spLocks noGrp="1"/>
          </p:cNvSpPr>
          <p:nvPr>
            <p:ph type="sldNum" idx="12"/>
          </p:nvPr>
        </p:nvSpPr>
        <p:spPr>
          <a:xfrm>
            <a:off x="13557" y="4785525"/>
            <a:ext cx="548700" cy="3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276A11-4901-ACFB-EFCD-6E78D40B4E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300" y="-229743"/>
            <a:ext cx="1896020" cy="1231499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theme/theme1.xml><?xml version="1.0" encoding="utf-8"?>
<a:theme xmlns:a="http://schemas.openxmlformats.org/drawingml/2006/main" name="Imogen template">
  <a:themeElements>
    <a:clrScheme name="Custom 347">
      <a:dk1>
        <a:srgbClr val="FFFFFF"/>
      </a:dk1>
      <a:lt1>
        <a:srgbClr val="0E293C"/>
      </a:lt1>
      <a:dk2>
        <a:srgbClr val="BBC9D3"/>
      </a:dk2>
      <a:lt2>
        <a:srgbClr val="184769"/>
      </a:lt2>
      <a:accent1>
        <a:srgbClr val="00E1C6"/>
      </a:accent1>
      <a:accent2>
        <a:srgbClr val="19BBD5"/>
      </a:accent2>
      <a:accent3>
        <a:srgbClr val="2C9DDE"/>
      </a:accent3>
      <a:accent4>
        <a:srgbClr val="3274E1"/>
      </a:accent4>
      <a:accent5>
        <a:srgbClr val="4C4ED5"/>
      </a:accent5>
      <a:accent6>
        <a:srgbClr val="5CF55F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711</Words>
  <Application>Microsoft Office PowerPoint</Application>
  <PresentationFormat>On-screen Show (16:9)</PresentationFormat>
  <Paragraphs>93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Helvetica Neue</vt:lpstr>
      <vt:lpstr>Muli</vt:lpstr>
      <vt:lpstr>Nixie One</vt:lpstr>
      <vt:lpstr>Times New Roman</vt:lpstr>
      <vt:lpstr>Imogen template</vt:lpstr>
      <vt:lpstr>Healthcare Industry</vt:lpstr>
      <vt:lpstr>Team Meambers  S-L1 </vt:lpstr>
      <vt:lpstr>CONTENT</vt:lpstr>
      <vt:lpstr>1.Introduction to Healthcare Industry.</vt:lpstr>
      <vt:lpstr>1.1 Significance of Healthcare</vt:lpstr>
      <vt:lpstr>2. Role of Information Systems and its Significance in Healthcare. </vt:lpstr>
      <vt:lpstr>2.1 Significance of Health Information Systems. </vt:lpstr>
      <vt:lpstr>2.2 Role of Health Information Systems. </vt:lpstr>
      <vt:lpstr>3. Information Systems Used in Healthcare Industry. </vt:lpstr>
      <vt:lpstr>3.1 EHR and EMR. </vt:lpstr>
      <vt:lpstr>3.2 Systems used in Electronic Health Record (EHR)</vt:lpstr>
      <vt:lpstr>3.3 Advantage and Disadvantages of (EHR). </vt:lpstr>
      <vt:lpstr>4. Past, Present and Future of Healthcare Information Systems.</vt:lpstr>
      <vt:lpstr>Summary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Industry.</dc:title>
  <dc:creator>uvindu sandasara</dc:creator>
  <cp:lastModifiedBy>uvindu sandasara</cp:lastModifiedBy>
  <cp:revision>3</cp:revision>
  <dcterms:modified xsi:type="dcterms:W3CDTF">2022-11-19T10:08:57Z</dcterms:modified>
</cp:coreProperties>
</file>