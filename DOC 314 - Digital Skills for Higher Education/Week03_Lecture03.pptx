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Lst>
  <p:sldSz cy="6858000" cx="12192000"/>
  <p:notesSz cx="6858000" cy="9144000"/>
  <p:embeddedFontLst>
    <p:embeddedFont>
      <p:font typeface="Overlock"/>
      <p:regular r:id="rId41"/>
      <p:bold r:id="rId42"/>
      <p:italic r:id="rId43"/>
      <p:boldItalic r:id="rId44"/>
    </p:embeddedFont>
    <p:embeddedFont>
      <p:font typeface="PT Sans Narrow"/>
      <p:regular r:id="rId45"/>
      <p:bold r:id="rId46"/>
    </p:embeddedFont>
    <p:embeddedFont>
      <p:font typeface="Sigmar One"/>
      <p:regular r:id="rId47"/>
    </p:embeddedFont>
    <p:embeddedFont>
      <p:font typeface="Open Sans"/>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52" roundtripDataSignature="AMtx7mgbSBC0b7KmoDxdamFR1vdiSXE/N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font" Target="fonts/Overlock-bold.fntdata"/><Relationship Id="rId41" Type="http://schemas.openxmlformats.org/officeDocument/2006/relationships/font" Target="fonts/Overlock-regular.fntdata"/><Relationship Id="rId44" Type="http://schemas.openxmlformats.org/officeDocument/2006/relationships/font" Target="fonts/Overlock-boldItalic.fntdata"/><Relationship Id="rId43" Type="http://schemas.openxmlformats.org/officeDocument/2006/relationships/font" Target="fonts/Overlock-italic.fntdata"/><Relationship Id="rId46" Type="http://schemas.openxmlformats.org/officeDocument/2006/relationships/font" Target="fonts/PTSansNarrow-bold.fntdata"/><Relationship Id="rId45" Type="http://schemas.openxmlformats.org/officeDocument/2006/relationships/font" Target="fonts/PTSansNarrow-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OpenSans-regular.fntdata"/><Relationship Id="rId47" Type="http://schemas.openxmlformats.org/officeDocument/2006/relationships/font" Target="fonts/SigmarOne-regular.fntdata"/><Relationship Id="rId49" Type="http://schemas.openxmlformats.org/officeDocument/2006/relationships/font" Target="fonts/OpenSans-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OpenSans-boldItalic.fntdata"/><Relationship Id="rId50" Type="http://schemas.openxmlformats.org/officeDocument/2006/relationships/font" Target="fonts/OpenSans-italic.fntdata"/><Relationship Id="rId52"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g16403e938d0_0_721"/>
          <p:cNvCxnSpPr/>
          <p:nvPr/>
        </p:nvCxnSpPr>
        <p:spPr>
          <a:xfrm>
            <a:off x="9343647" y="4235850"/>
            <a:ext cx="7497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g16403e938d0_0_721"/>
          <p:cNvCxnSpPr/>
          <p:nvPr/>
        </p:nvCxnSpPr>
        <p:spPr>
          <a:xfrm>
            <a:off x="2100047" y="4211002"/>
            <a:ext cx="7497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g16403e938d0_0_721"/>
          <p:cNvGrpSpPr/>
          <p:nvPr/>
        </p:nvGrpSpPr>
        <p:grpSpPr>
          <a:xfrm>
            <a:off x="1338859" y="1362666"/>
            <a:ext cx="9515557" cy="203195"/>
            <a:chOff x="1346429" y="1011300"/>
            <a:chExt cx="6452100" cy="152400"/>
          </a:xfrm>
        </p:grpSpPr>
        <p:cxnSp>
          <p:nvCxnSpPr>
            <p:cNvPr id="13" name="Google Shape;13;g16403e938d0_0_721"/>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g16403e938d0_0_721"/>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g16403e938d0_0_721"/>
          <p:cNvGrpSpPr/>
          <p:nvPr/>
        </p:nvGrpSpPr>
        <p:grpSpPr>
          <a:xfrm>
            <a:off x="1338868" y="5292001"/>
            <a:ext cx="9515557" cy="203195"/>
            <a:chOff x="1346435" y="3969088"/>
            <a:chExt cx="6452100" cy="152400"/>
          </a:xfrm>
        </p:grpSpPr>
        <p:cxnSp>
          <p:nvCxnSpPr>
            <p:cNvPr id="16" name="Google Shape;16;g16403e938d0_0_721"/>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g16403e938d0_0_721"/>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g16403e938d0_0_721"/>
          <p:cNvSpPr txBox="1"/>
          <p:nvPr>
            <p:ph type="ctrTitle"/>
          </p:nvPr>
        </p:nvSpPr>
        <p:spPr>
          <a:xfrm>
            <a:off x="1338867" y="2335685"/>
            <a:ext cx="9515700" cy="13632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19" name="Google Shape;19;g16403e938d0_0_721"/>
          <p:cNvSpPr txBox="1"/>
          <p:nvPr>
            <p:ph idx="1" type="subTitle"/>
          </p:nvPr>
        </p:nvSpPr>
        <p:spPr>
          <a:xfrm>
            <a:off x="2849633" y="3800052"/>
            <a:ext cx="6494100" cy="10569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3200"/>
              <a:buNone/>
              <a:defRPr sz="3200"/>
            </a:lvl1pPr>
            <a:lvl2pPr lvl="1" algn="ctr">
              <a:lnSpc>
                <a:spcPct val="100000"/>
              </a:lnSpc>
              <a:spcBef>
                <a:spcPts val="0"/>
              </a:spcBef>
              <a:spcAft>
                <a:spcPts val="0"/>
              </a:spcAft>
              <a:buSzPts val="3200"/>
              <a:buNone/>
              <a:defRPr sz="3200"/>
            </a:lvl2pPr>
            <a:lvl3pPr lvl="2" algn="ctr">
              <a:lnSpc>
                <a:spcPct val="100000"/>
              </a:lnSpc>
              <a:spcBef>
                <a:spcPts val="0"/>
              </a:spcBef>
              <a:spcAft>
                <a:spcPts val="0"/>
              </a:spcAft>
              <a:buSzPts val="3200"/>
              <a:buNone/>
              <a:defRPr sz="3200"/>
            </a:lvl3pPr>
            <a:lvl4pPr lvl="3" algn="ctr">
              <a:lnSpc>
                <a:spcPct val="100000"/>
              </a:lnSpc>
              <a:spcBef>
                <a:spcPts val="0"/>
              </a:spcBef>
              <a:spcAft>
                <a:spcPts val="0"/>
              </a:spcAft>
              <a:buSzPts val="3200"/>
              <a:buNone/>
              <a:defRPr sz="3200"/>
            </a:lvl4pPr>
            <a:lvl5pPr lvl="4" algn="ctr">
              <a:lnSpc>
                <a:spcPct val="100000"/>
              </a:lnSpc>
              <a:spcBef>
                <a:spcPts val="0"/>
              </a:spcBef>
              <a:spcAft>
                <a:spcPts val="0"/>
              </a:spcAft>
              <a:buSzPts val="3200"/>
              <a:buNone/>
              <a:defRPr sz="3200"/>
            </a:lvl5pPr>
            <a:lvl6pPr lvl="5" algn="ctr">
              <a:lnSpc>
                <a:spcPct val="100000"/>
              </a:lnSpc>
              <a:spcBef>
                <a:spcPts val="0"/>
              </a:spcBef>
              <a:spcAft>
                <a:spcPts val="0"/>
              </a:spcAft>
              <a:buSzPts val="3200"/>
              <a:buNone/>
              <a:defRPr sz="3200"/>
            </a:lvl6pPr>
            <a:lvl7pPr lvl="6" algn="ctr">
              <a:lnSpc>
                <a:spcPct val="100000"/>
              </a:lnSpc>
              <a:spcBef>
                <a:spcPts val="0"/>
              </a:spcBef>
              <a:spcAft>
                <a:spcPts val="0"/>
              </a:spcAft>
              <a:buSzPts val="3200"/>
              <a:buNone/>
              <a:defRPr sz="3200"/>
            </a:lvl7pPr>
            <a:lvl8pPr lvl="7" algn="ctr">
              <a:lnSpc>
                <a:spcPct val="100000"/>
              </a:lnSpc>
              <a:spcBef>
                <a:spcPts val="0"/>
              </a:spcBef>
              <a:spcAft>
                <a:spcPts val="0"/>
              </a:spcAft>
              <a:buSzPts val="3200"/>
              <a:buNone/>
              <a:defRPr sz="3200"/>
            </a:lvl8pPr>
            <a:lvl9pPr lvl="8" algn="ctr">
              <a:lnSpc>
                <a:spcPct val="100000"/>
              </a:lnSpc>
              <a:spcBef>
                <a:spcPts val="0"/>
              </a:spcBef>
              <a:spcAft>
                <a:spcPts val="0"/>
              </a:spcAft>
              <a:buSzPts val="3200"/>
              <a:buNone/>
              <a:defRPr sz="3200"/>
            </a:lvl9pPr>
          </a:lstStyle>
          <a:p/>
        </p:txBody>
      </p:sp>
      <p:sp>
        <p:nvSpPr>
          <p:cNvPr id="20" name="Google Shape;20;g16403e938d0_0_721"/>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g16403e938d0_0_733"/>
          <p:cNvSpPr/>
          <p:nvPr/>
        </p:nvSpPr>
        <p:spPr>
          <a:xfrm>
            <a:off x="-67" y="3429200"/>
            <a:ext cx="12192000" cy="3428700"/>
          </a:xfrm>
          <a:prstGeom prst="rect">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 name="Google Shape;23;g16403e938d0_0_733"/>
          <p:cNvSpPr txBox="1"/>
          <p:nvPr>
            <p:ph type="title"/>
          </p:nvPr>
        </p:nvSpPr>
        <p:spPr>
          <a:xfrm>
            <a:off x="415600" y="1086400"/>
            <a:ext cx="11428500" cy="1256100"/>
          </a:xfrm>
          <a:prstGeom prst="rect">
            <a:avLst/>
          </a:prstGeom>
        </p:spPr>
        <p:txBody>
          <a:bodyPr anchorCtr="0" anchor="ctr" bIns="121900" lIns="121900" spcFirstLastPara="1" rIns="121900" wrap="square" tIns="121900">
            <a:normAutofit/>
          </a:bodyPr>
          <a:lstStyle>
            <a:lvl1pPr lvl="0" algn="ctr">
              <a:spcBef>
                <a:spcPts val="0"/>
              </a:spcBef>
              <a:spcAft>
                <a:spcPts val="0"/>
              </a:spcAft>
              <a:buSzPts val="4800"/>
              <a:buNone/>
              <a:defRPr/>
            </a:lvl1pPr>
            <a:lvl2pPr lvl="1" algn="ctr">
              <a:spcBef>
                <a:spcPts val="0"/>
              </a:spcBef>
              <a:spcAft>
                <a:spcPts val="0"/>
              </a:spcAft>
              <a:buSzPts val="4800"/>
              <a:buNone/>
              <a:defRPr/>
            </a:lvl2pPr>
            <a:lvl3pPr lvl="2" algn="ctr">
              <a:spcBef>
                <a:spcPts val="0"/>
              </a:spcBef>
              <a:spcAft>
                <a:spcPts val="0"/>
              </a:spcAft>
              <a:buSzPts val="4800"/>
              <a:buNone/>
              <a:defRPr/>
            </a:lvl3pPr>
            <a:lvl4pPr lvl="3" algn="ctr">
              <a:spcBef>
                <a:spcPts val="0"/>
              </a:spcBef>
              <a:spcAft>
                <a:spcPts val="0"/>
              </a:spcAft>
              <a:buSzPts val="4800"/>
              <a:buNone/>
              <a:defRPr/>
            </a:lvl4pPr>
            <a:lvl5pPr lvl="4" algn="ctr">
              <a:spcBef>
                <a:spcPts val="0"/>
              </a:spcBef>
              <a:spcAft>
                <a:spcPts val="0"/>
              </a:spcAft>
              <a:buSzPts val="4800"/>
              <a:buNone/>
              <a:defRPr/>
            </a:lvl5pPr>
            <a:lvl6pPr lvl="5" algn="ctr">
              <a:spcBef>
                <a:spcPts val="0"/>
              </a:spcBef>
              <a:spcAft>
                <a:spcPts val="0"/>
              </a:spcAft>
              <a:buSzPts val="4800"/>
              <a:buNone/>
              <a:defRPr/>
            </a:lvl6pPr>
            <a:lvl7pPr lvl="6" algn="ctr">
              <a:spcBef>
                <a:spcPts val="0"/>
              </a:spcBef>
              <a:spcAft>
                <a:spcPts val="0"/>
              </a:spcAft>
              <a:buSzPts val="4800"/>
              <a:buNone/>
              <a:defRPr/>
            </a:lvl7pPr>
            <a:lvl8pPr lvl="7" algn="ctr">
              <a:spcBef>
                <a:spcPts val="0"/>
              </a:spcBef>
              <a:spcAft>
                <a:spcPts val="0"/>
              </a:spcAft>
              <a:buSzPts val="4800"/>
              <a:buNone/>
              <a:defRPr/>
            </a:lvl8pPr>
            <a:lvl9pPr lvl="8" algn="ctr">
              <a:spcBef>
                <a:spcPts val="0"/>
              </a:spcBef>
              <a:spcAft>
                <a:spcPts val="0"/>
              </a:spcAft>
              <a:buSzPts val="4800"/>
              <a:buNone/>
              <a:defRPr/>
            </a:lvl9pPr>
          </a:lstStyle>
          <a:p/>
        </p:txBody>
      </p:sp>
      <p:sp>
        <p:nvSpPr>
          <p:cNvPr id="24" name="Google Shape;24;g16403e938d0_0_733"/>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g16403e938d0_0_737"/>
          <p:cNvSpPr/>
          <p:nvPr/>
        </p:nvSpPr>
        <p:spPr>
          <a:xfrm>
            <a:off x="-100" y="6727600"/>
            <a:ext cx="12192000" cy="130500"/>
          </a:xfrm>
          <a:prstGeom prst="rect">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 name="Google Shape;27;g16403e938d0_0_737"/>
          <p:cNvSpPr txBox="1"/>
          <p:nvPr>
            <p:ph type="title"/>
          </p:nvPr>
        </p:nvSpPr>
        <p:spPr>
          <a:xfrm>
            <a:off x="415600" y="593367"/>
            <a:ext cx="11360700" cy="943200"/>
          </a:xfrm>
          <a:prstGeom prst="rect">
            <a:avLst/>
          </a:prstGeom>
        </p:spPr>
        <p:txBody>
          <a:bodyPr anchorCtr="0" anchor="t" bIns="121900" lIns="121900" spcFirstLastPara="1" rIns="121900" wrap="square" tIns="121900">
            <a:norm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28" name="Google Shape;28;g16403e938d0_0_737"/>
          <p:cNvSpPr txBox="1"/>
          <p:nvPr>
            <p:ph idx="1" type="body"/>
          </p:nvPr>
        </p:nvSpPr>
        <p:spPr>
          <a:xfrm>
            <a:off x="415600" y="1688433"/>
            <a:ext cx="11360700" cy="44037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29" name="Google Shape;29;g16403e938d0_0_73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g16403e938d0_0_742"/>
          <p:cNvSpPr txBox="1"/>
          <p:nvPr>
            <p:ph type="title"/>
          </p:nvPr>
        </p:nvSpPr>
        <p:spPr>
          <a:xfrm>
            <a:off x="415600" y="593367"/>
            <a:ext cx="11360700" cy="943200"/>
          </a:xfrm>
          <a:prstGeom prst="rect">
            <a:avLst/>
          </a:prstGeom>
        </p:spPr>
        <p:txBody>
          <a:bodyPr anchorCtr="0" anchor="t" bIns="121900" lIns="121900" spcFirstLastPara="1" rIns="121900" wrap="square" tIns="121900">
            <a:norm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2" name="Google Shape;32;g16403e938d0_0_742"/>
          <p:cNvSpPr txBox="1"/>
          <p:nvPr>
            <p:ph idx="1" type="body"/>
          </p:nvPr>
        </p:nvSpPr>
        <p:spPr>
          <a:xfrm>
            <a:off x="415600" y="1688233"/>
            <a:ext cx="5333100" cy="44037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3" name="Google Shape;33;g16403e938d0_0_742"/>
          <p:cNvSpPr txBox="1"/>
          <p:nvPr>
            <p:ph idx="2" type="body"/>
          </p:nvPr>
        </p:nvSpPr>
        <p:spPr>
          <a:xfrm>
            <a:off x="6443200" y="1688233"/>
            <a:ext cx="5333100" cy="44037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4" name="Google Shape;34;g16403e938d0_0_74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g16403e938d0_0_747"/>
          <p:cNvSpPr txBox="1"/>
          <p:nvPr>
            <p:ph type="title"/>
          </p:nvPr>
        </p:nvSpPr>
        <p:spPr>
          <a:xfrm>
            <a:off x="415600" y="593367"/>
            <a:ext cx="11360700" cy="943200"/>
          </a:xfrm>
          <a:prstGeom prst="rect">
            <a:avLst/>
          </a:prstGeom>
        </p:spPr>
        <p:txBody>
          <a:bodyPr anchorCtr="0" anchor="t" bIns="121900" lIns="121900" spcFirstLastPara="1" rIns="121900" wrap="square" tIns="121900">
            <a:norm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7" name="Google Shape;37;g16403e938d0_0_74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g16403e938d0_0_750"/>
          <p:cNvSpPr txBox="1"/>
          <p:nvPr>
            <p:ph type="title"/>
          </p:nvPr>
        </p:nvSpPr>
        <p:spPr>
          <a:xfrm>
            <a:off x="415600" y="740800"/>
            <a:ext cx="3744000" cy="1007700"/>
          </a:xfrm>
          <a:prstGeom prst="rect">
            <a:avLst/>
          </a:prstGeom>
        </p:spPr>
        <p:txBody>
          <a:bodyPr anchorCtr="0" anchor="b"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40" name="Google Shape;40;g16403e938d0_0_750"/>
          <p:cNvSpPr txBox="1"/>
          <p:nvPr>
            <p:ph idx="1" type="body"/>
          </p:nvPr>
        </p:nvSpPr>
        <p:spPr>
          <a:xfrm>
            <a:off x="415600" y="1852800"/>
            <a:ext cx="3744000" cy="42393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41" name="Google Shape;41;g16403e938d0_0_750"/>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g16403e938d0_0_754"/>
          <p:cNvSpPr txBox="1"/>
          <p:nvPr>
            <p:ph type="title"/>
          </p:nvPr>
        </p:nvSpPr>
        <p:spPr>
          <a:xfrm>
            <a:off x="653667" y="701800"/>
            <a:ext cx="7484700" cy="5454300"/>
          </a:xfrm>
          <a:prstGeom prst="rect">
            <a:avLst/>
          </a:prstGeom>
        </p:spPr>
        <p:txBody>
          <a:bodyPr anchorCtr="0" anchor="ctr" bIns="121900" lIns="121900" spcFirstLastPara="1" rIns="121900" wrap="square" tIns="121900">
            <a:normAutofit/>
          </a:bodyPr>
          <a:lstStyle>
            <a:lvl1pPr lvl="0">
              <a:spcBef>
                <a:spcPts val="0"/>
              </a:spcBef>
              <a:spcAft>
                <a:spcPts val="0"/>
              </a:spcAft>
              <a:buClr>
                <a:schemeClr val="dk2"/>
              </a:buClr>
              <a:buSzPts val="7200"/>
              <a:buNone/>
              <a:defRPr b="0" sz="7200">
                <a:solidFill>
                  <a:schemeClr val="dk2"/>
                </a:solidFill>
              </a:defRPr>
            </a:lvl1pPr>
            <a:lvl2pPr lvl="1">
              <a:spcBef>
                <a:spcPts val="0"/>
              </a:spcBef>
              <a:spcAft>
                <a:spcPts val="0"/>
              </a:spcAft>
              <a:buClr>
                <a:schemeClr val="dk2"/>
              </a:buClr>
              <a:buSzPts val="7200"/>
              <a:buNone/>
              <a:defRPr b="0" sz="7200">
                <a:solidFill>
                  <a:schemeClr val="dk2"/>
                </a:solidFill>
              </a:defRPr>
            </a:lvl2pPr>
            <a:lvl3pPr lvl="2">
              <a:spcBef>
                <a:spcPts val="0"/>
              </a:spcBef>
              <a:spcAft>
                <a:spcPts val="0"/>
              </a:spcAft>
              <a:buClr>
                <a:schemeClr val="dk2"/>
              </a:buClr>
              <a:buSzPts val="7200"/>
              <a:buNone/>
              <a:defRPr b="0" sz="7200">
                <a:solidFill>
                  <a:schemeClr val="dk2"/>
                </a:solidFill>
              </a:defRPr>
            </a:lvl3pPr>
            <a:lvl4pPr lvl="3">
              <a:spcBef>
                <a:spcPts val="0"/>
              </a:spcBef>
              <a:spcAft>
                <a:spcPts val="0"/>
              </a:spcAft>
              <a:buClr>
                <a:schemeClr val="dk2"/>
              </a:buClr>
              <a:buSzPts val="7200"/>
              <a:buNone/>
              <a:defRPr b="0" sz="7200">
                <a:solidFill>
                  <a:schemeClr val="dk2"/>
                </a:solidFill>
              </a:defRPr>
            </a:lvl4pPr>
            <a:lvl5pPr lvl="4">
              <a:spcBef>
                <a:spcPts val="0"/>
              </a:spcBef>
              <a:spcAft>
                <a:spcPts val="0"/>
              </a:spcAft>
              <a:buClr>
                <a:schemeClr val="dk2"/>
              </a:buClr>
              <a:buSzPts val="7200"/>
              <a:buNone/>
              <a:defRPr b="0" sz="7200">
                <a:solidFill>
                  <a:schemeClr val="dk2"/>
                </a:solidFill>
              </a:defRPr>
            </a:lvl5pPr>
            <a:lvl6pPr lvl="5">
              <a:spcBef>
                <a:spcPts val="0"/>
              </a:spcBef>
              <a:spcAft>
                <a:spcPts val="0"/>
              </a:spcAft>
              <a:buClr>
                <a:schemeClr val="dk2"/>
              </a:buClr>
              <a:buSzPts val="7200"/>
              <a:buNone/>
              <a:defRPr b="0" sz="7200">
                <a:solidFill>
                  <a:schemeClr val="dk2"/>
                </a:solidFill>
              </a:defRPr>
            </a:lvl6pPr>
            <a:lvl7pPr lvl="6">
              <a:spcBef>
                <a:spcPts val="0"/>
              </a:spcBef>
              <a:spcAft>
                <a:spcPts val="0"/>
              </a:spcAft>
              <a:buClr>
                <a:schemeClr val="dk2"/>
              </a:buClr>
              <a:buSzPts val="7200"/>
              <a:buNone/>
              <a:defRPr b="0" sz="7200">
                <a:solidFill>
                  <a:schemeClr val="dk2"/>
                </a:solidFill>
              </a:defRPr>
            </a:lvl7pPr>
            <a:lvl8pPr lvl="7">
              <a:spcBef>
                <a:spcPts val="0"/>
              </a:spcBef>
              <a:spcAft>
                <a:spcPts val="0"/>
              </a:spcAft>
              <a:buClr>
                <a:schemeClr val="dk2"/>
              </a:buClr>
              <a:buSzPts val="7200"/>
              <a:buNone/>
              <a:defRPr b="0" sz="7200">
                <a:solidFill>
                  <a:schemeClr val="dk2"/>
                </a:solidFill>
              </a:defRPr>
            </a:lvl8pPr>
            <a:lvl9pPr lvl="8">
              <a:spcBef>
                <a:spcPts val="0"/>
              </a:spcBef>
              <a:spcAft>
                <a:spcPts val="0"/>
              </a:spcAft>
              <a:buClr>
                <a:schemeClr val="dk2"/>
              </a:buClr>
              <a:buSzPts val="7200"/>
              <a:buNone/>
              <a:defRPr b="0" sz="7200">
                <a:solidFill>
                  <a:schemeClr val="dk2"/>
                </a:solidFill>
              </a:defRPr>
            </a:lvl9pPr>
          </a:lstStyle>
          <a:p/>
        </p:txBody>
      </p:sp>
      <p:sp>
        <p:nvSpPr>
          <p:cNvPr id="44" name="Google Shape;44;g16403e938d0_0_75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g16403e938d0_0_757"/>
          <p:cNvSpPr/>
          <p:nvPr/>
        </p:nvSpPr>
        <p:spPr>
          <a:xfrm>
            <a:off x="6096000" y="0"/>
            <a:ext cx="6096000" cy="6858000"/>
          </a:xfrm>
          <a:prstGeom prst="rect">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cxnSp>
        <p:nvCxnSpPr>
          <p:cNvPr id="47" name="Google Shape;47;g16403e938d0_0_757"/>
          <p:cNvCxnSpPr/>
          <p:nvPr/>
        </p:nvCxnSpPr>
        <p:spPr>
          <a:xfrm>
            <a:off x="6706233" y="5994000"/>
            <a:ext cx="624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g16403e938d0_0_757"/>
          <p:cNvSpPr txBox="1"/>
          <p:nvPr>
            <p:ph type="title"/>
          </p:nvPr>
        </p:nvSpPr>
        <p:spPr>
          <a:xfrm>
            <a:off x="354000" y="1386233"/>
            <a:ext cx="5393700" cy="22344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49" name="Google Shape;49;g16403e938d0_0_757"/>
          <p:cNvSpPr txBox="1"/>
          <p:nvPr>
            <p:ph idx="1" type="subTitle"/>
          </p:nvPr>
        </p:nvSpPr>
        <p:spPr>
          <a:xfrm>
            <a:off x="354000" y="3635833"/>
            <a:ext cx="5393700" cy="16467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0" name="Google Shape;50;g16403e938d0_0_757"/>
          <p:cNvSpPr txBox="1"/>
          <p:nvPr>
            <p:ph idx="2" type="body"/>
          </p:nvPr>
        </p:nvSpPr>
        <p:spPr>
          <a:xfrm>
            <a:off x="6586000" y="965600"/>
            <a:ext cx="5115900" cy="4926900"/>
          </a:xfrm>
          <a:prstGeom prst="rect">
            <a:avLst/>
          </a:prstGeom>
        </p:spPr>
        <p:txBody>
          <a:bodyPr anchorCtr="0" anchor="ctr" bIns="121900" lIns="121900" spcFirstLastPara="1" rIns="121900" wrap="square" tIns="121900">
            <a:normAutofit/>
          </a:bodyPr>
          <a:lstStyle>
            <a:lvl1pPr indent="-381000" lvl="0" marL="457200">
              <a:spcBef>
                <a:spcPts val="0"/>
              </a:spcBef>
              <a:spcAft>
                <a:spcPts val="0"/>
              </a:spcAft>
              <a:buClr>
                <a:schemeClr val="lt1"/>
              </a:buClr>
              <a:buSzPts val="2400"/>
              <a:buChar char="●"/>
              <a:defRPr>
                <a:solidFill>
                  <a:schemeClr val="lt1"/>
                </a:solidFill>
              </a:defRPr>
            </a:lvl1pPr>
            <a:lvl2pPr indent="-349250" lvl="1" marL="914400">
              <a:spcBef>
                <a:spcPts val="0"/>
              </a:spcBef>
              <a:spcAft>
                <a:spcPts val="0"/>
              </a:spcAft>
              <a:buClr>
                <a:schemeClr val="lt1"/>
              </a:buClr>
              <a:buSzPts val="1900"/>
              <a:buChar char="○"/>
              <a:defRPr>
                <a:solidFill>
                  <a:schemeClr val="lt1"/>
                </a:solidFill>
              </a:defRPr>
            </a:lvl2pPr>
            <a:lvl3pPr indent="-349250" lvl="2" marL="1371600">
              <a:spcBef>
                <a:spcPts val="0"/>
              </a:spcBef>
              <a:spcAft>
                <a:spcPts val="0"/>
              </a:spcAft>
              <a:buClr>
                <a:schemeClr val="lt1"/>
              </a:buClr>
              <a:buSzPts val="1900"/>
              <a:buChar char="■"/>
              <a:defRPr>
                <a:solidFill>
                  <a:schemeClr val="lt1"/>
                </a:solidFill>
              </a:defRPr>
            </a:lvl3pPr>
            <a:lvl4pPr indent="-349250" lvl="3" marL="1828800">
              <a:spcBef>
                <a:spcPts val="0"/>
              </a:spcBef>
              <a:spcAft>
                <a:spcPts val="0"/>
              </a:spcAft>
              <a:buClr>
                <a:schemeClr val="lt1"/>
              </a:buClr>
              <a:buSzPts val="1900"/>
              <a:buChar char="●"/>
              <a:defRPr>
                <a:solidFill>
                  <a:schemeClr val="lt1"/>
                </a:solidFill>
              </a:defRPr>
            </a:lvl4pPr>
            <a:lvl5pPr indent="-349250" lvl="4" marL="2286000">
              <a:spcBef>
                <a:spcPts val="0"/>
              </a:spcBef>
              <a:spcAft>
                <a:spcPts val="0"/>
              </a:spcAft>
              <a:buClr>
                <a:schemeClr val="lt1"/>
              </a:buClr>
              <a:buSzPts val="1900"/>
              <a:buChar char="○"/>
              <a:defRPr>
                <a:solidFill>
                  <a:schemeClr val="lt1"/>
                </a:solidFill>
              </a:defRPr>
            </a:lvl5pPr>
            <a:lvl6pPr indent="-349250" lvl="5" marL="2743200">
              <a:spcBef>
                <a:spcPts val="0"/>
              </a:spcBef>
              <a:spcAft>
                <a:spcPts val="0"/>
              </a:spcAft>
              <a:buClr>
                <a:schemeClr val="lt1"/>
              </a:buClr>
              <a:buSzPts val="1900"/>
              <a:buChar char="■"/>
              <a:defRPr>
                <a:solidFill>
                  <a:schemeClr val="lt1"/>
                </a:solidFill>
              </a:defRPr>
            </a:lvl6pPr>
            <a:lvl7pPr indent="-349250" lvl="6" marL="3200400">
              <a:spcBef>
                <a:spcPts val="0"/>
              </a:spcBef>
              <a:spcAft>
                <a:spcPts val="0"/>
              </a:spcAft>
              <a:buClr>
                <a:schemeClr val="lt1"/>
              </a:buClr>
              <a:buSzPts val="1900"/>
              <a:buChar char="●"/>
              <a:defRPr>
                <a:solidFill>
                  <a:schemeClr val="lt1"/>
                </a:solidFill>
              </a:defRPr>
            </a:lvl7pPr>
            <a:lvl8pPr indent="-349250" lvl="7" marL="3657600">
              <a:spcBef>
                <a:spcPts val="0"/>
              </a:spcBef>
              <a:spcAft>
                <a:spcPts val="0"/>
              </a:spcAft>
              <a:buClr>
                <a:schemeClr val="lt1"/>
              </a:buClr>
              <a:buSzPts val="1900"/>
              <a:buChar char="○"/>
              <a:defRPr>
                <a:solidFill>
                  <a:schemeClr val="lt1"/>
                </a:solidFill>
              </a:defRPr>
            </a:lvl8pPr>
            <a:lvl9pPr indent="-349250" lvl="8" marL="4114800">
              <a:spcBef>
                <a:spcPts val="0"/>
              </a:spcBef>
              <a:spcAft>
                <a:spcPts val="0"/>
              </a:spcAft>
              <a:buClr>
                <a:schemeClr val="lt1"/>
              </a:buClr>
              <a:buSzPts val="1900"/>
              <a:buChar char="■"/>
              <a:defRPr>
                <a:solidFill>
                  <a:schemeClr val="lt1"/>
                </a:solidFill>
              </a:defRPr>
            </a:lvl9pPr>
          </a:lstStyle>
          <a:p/>
        </p:txBody>
      </p:sp>
      <p:sp>
        <p:nvSpPr>
          <p:cNvPr id="51" name="Google Shape;51;g16403e938d0_0_75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g16403e938d0_0_764"/>
          <p:cNvSpPr txBox="1"/>
          <p:nvPr>
            <p:ph idx="1" type="body"/>
          </p:nvPr>
        </p:nvSpPr>
        <p:spPr>
          <a:xfrm>
            <a:off x="415600" y="5640967"/>
            <a:ext cx="7998300" cy="7983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3200"/>
              <a:buFont typeface="PT Sans Narrow"/>
              <a:buNone/>
              <a:defRPr sz="3200">
                <a:latin typeface="PT Sans Narrow"/>
                <a:ea typeface="PT Sans Narrow"/>
                <a:cs typeface="PT Sans Narrow"/>
                <a:sym typeface="PT Sans Narrow"/>
              </a:defRPr>
            </a:lvl1pPr>
          </a:lstStyle>
          <a:p/>
        </p:txBody>
      </p:sp>
      <p:sp>
        <p:nvSpPr>
          <p:cNvPr id="54" name="Google Shape;54;g16403e938d0_0_76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g16403e938d0_0_767"/>
          <p:cNvSpPr/>
          <p:nvPr/>
        </p:nvSpPr>
        <p:spPr>
          <a:xfrm>
            <a:off x="-100" y="6727600"/>
            <a:ext cx="12192000" cy="1305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7" name="Google Shape;57;g16403e938d0_0_767"/>
          <p:cNvSpPr txBox="1"/>
          <p:nvPr>
            <p:ph hasCustomPrompt="1" type="title"/>
          </p:nvPr>
        </p:nvSpPr>
        <p:spPr>
          <a:xfrm>
            <a:off x="415600" y="1739800"/>
            <a:ext cx="11360700" cy="2051100"/>
          </a:xfrm>
          <a:prstGeom prst="rect">
            <a:avLst/>
          </a:prstGeom>
        </p:spPr>
        <p:txBody>
          <a:bodyPr anchorCtr="0" anchor="ctr" bIns="121900" lIns="121900" spcFirstLastPara="1" rIns="121900" wrap="square" tIns="121900">
            <a:normAutofit/>
          </a:bodyPr>
          <a:lstStyle>
            <a:lvl1pPr lvl="0" algn="ctr">
              <a:spcBef>
                <a:spcPts val="0"/>
              </a:spcBef>
              <a:spcAft>
                <a:spcPts val="0"/>
              </a:spcAft>
              <a:buClr>
                <a:schemeClr val="accent3"/>
              </a:buClr>
              <a:buSzPts val="17300"/>
              <a:buNone/>
              <a:defRPr sz="17300">
                <a:solidFill>
                  <a:schemeClr val="accent3"/>
                </a:solidFill>
              </a:defRPr>
            </a:lvl1pPr>
            <a:lvl2pPr lvl="1" algn="ctr">
              <a:spcBef>
                <a:spcPts val="0"/>
              </a:spcBef>
              <a:spcAft>
                <a:spcPts val="0"/>
              </a:spcAft>
              <a:buClr>
                <a:schemeClr val="accent3"/>
              </a:buClr>
              <a:buSzPts val="17300"/>
              <a:buNone/>
              <a:defRPr sz="17300">
                <a:solidFill>
                  <a:schemeClr val="accent3"/>
                </a:solidFill>
              </a:defRPr>
            </a:lvl2pPr>
            <a:lvl3pPr lvl="2" algn="ctr">
              <a:spcBef>
                <a:spcPts val="0"/>
              </a:spcBef>
              <a:spcAft>
                <a:spcPts val="0"/>
              </a:spcAft>
              <a:buClr>
                <a:schemeClr val="accent3"/>
              </a:buClr>
              <a:buSzPts val="17300"/>
              <a:buNone/>
              <a:defRPr sz="17300">
                <a:solidFill>
                  <a:schemeClr val="accent3"/>
                </a:solidFill>
              </a:defRPr>
            </a:lvl3pPr>
            <a:lvl4pPr lvl="3" algn="ctr">
              <a:spcBef>
                <a:spcPts val="0"/>
              </a:spcBef>
              <a:spcAft>
                <a:spcPts val="0"/>
              </a:spcAft>
              <a:buClr>
                <a:schemeClr val="accent3"/>
              </a:buClr>
              <a:buSzPts val="17300"/>
              <a:buNone/>
              <a:defRPr sz="17300">
                <a:solidFill>
                  <a:schemeClr val="accent3"/>
                </a:solidFill>
              </a:defRPr>
            </a:lvl4pPr>
            <a:lvl5pPr lvl="4" algn="ctr">
              <a:spcBef>
                <a:spcPts val="0"/>
              </a:spcBef>
              <a:spcAft>
                <a:spcPts val="0"/>
              </a:spcAft>
              <a:buClr>
                <a:schemeClr val="accent3"/>
              </a:buClr>
              <a:buSzPts val="17300"/>
              <a:buNone/>
              <a:defRPr sz="17300">
                <a:solidFill>
                  <a:schemeClr val="accent3"/>
                </a:solidFill>
              </a:defRPr>
            </a:lvl5pPr>
            <a:lvl6pPr lvl="5" algn="ctr">
              <a:spcBef>
                <a:spcPts val="0"/>
              </a:spcBef>
              <a:spcAft>
                <a:spcPts val="0"/>
              </a:spcAft>
              <a:buClr>
                <a:schemeClr val="accent3"/>
              </a:buClr>
              <a:buSzPts val="17300"/>
              <a:buNone/>
              <a:defRPr sz="17300">
                <a:solidFill>
                  <a:schemeClr val="accent3"/>
                </a:solidFill>
              </a:defRPr>
            </a:lvl6pPr>
            <a:lvl7pPr lvl="6" algn="ctr">
              <a:spcBef>
                <a:spcPts val="0"/>
              </a:spcBef>
              <a:spcAft>
                <a:spcPts val="0"/>
              </a:spcAft>
              <a:buClr>
                <a:schemeClr val="accent3"/>
              </a:buClr>
              <a:buSzPts val="17300"/>
              <a:buNone/>
              <a:defRPr sz="17300">
                <a:solidFill>
                  <a:schemeClr val="accent3"/>
                </a:solidFill>
              </a:defRPr>
            </a:lvl7pPr>
            <a:lvl8pPr lvl="7" algn="ctr">
              <a:spcBef>
                <a:spcPts val="0"/>
              </a:spcBef>
              <a:spcAft>
                <a:spcPts val="0"/>
              </a:spcAft>
              <a:buClr>
                <a:schemeClr val="accent3"/>
              </a:buClr>
              <a:buSzPts val="17300"/>
              <a:buNone/>
              <a:defRPr sz="17300">
                <a:solidFill>
                  <a:schemeClr val="accent3"/>
                </a:solidFill>
              </a:defRPr>
            </a:lvl8pPr>
            <a:lvl9pPr lvl="8" algn="ctr">
              <a:spcBef>
                <a:spcPts val="0"/>
              </a:spcBef>
              <a:spcAft>
                <a:spcPts val="0"/>
              </a:spcAft>
              <a:buClr>
                <a:schemeClr val="accent3"/>
              </a:buClr>
              <a:buSzPts val="17300"/>
              <a:buNone/>
              <a:defRPr sz="17300">
                <a:solidFill>
                  <a:schemeClr val="accent3"/>
                </a:solidFill>
              </a:defRPr>
            </a:lvl9pPr>
          </a:lstStyle>
          <a:p>
            <a:r>
              <a:t>xx%</a:t>
            </a:r>
          </a:p>
        </p:txBody>
      </p:sp>
      <p:sp>
        <p:nvSpPr>
          <p:cNvPr id="58" name="Google Shape;58;g16403e938d0_0_767"/>
          <p:cNvSpPr txBox="1"/>
          <p:nvPr>
            <p:ph idx="1" type="body"/>
          </p:nvPr>
        </p:nvSpPr>
        <p:spPr>
          <a:xfrm>
            <a:off x="415600" y="3994200"/>
            <a:ext cx="11360700" cy="1428900"/>
          </a:xfrm>
          <a:prstGeom prst="rect">
            <a:avLst/>
          </a:prstGeom>
        </p:spPr>
        <p:txBody>
          <a:bodyPr anchorCtr="0" anchor="t" bIns="121900" lIns="121900" spcFirstLastPara="1" rIns="121900" wrap="square" tIns="121900">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59" name="Google Shape;59;g16403e938d0_0_76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g16403e938d0_0_77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2" name="Shape 62"/>
        <p:cNvGrpSpPr/>
        <p:nvPr/>
      </p:nvGrpSpPr>
      <p:grpSpPr>
        <a:xfrm>
          <a:off x="0" y="0"/>
          <a:ext cx="0" cy="0"/>
          <a:chOff x="0" y="0"/>
          <a:chExt cx="0" cy="0"/>
        </a:xfrm>
      </p:grpSpPr>
      <p:sp>
        <p:nvSpPr>
          <p:cNvPr id="63" name="Google Shape;63;g16403e938d0_0_774"/>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rmAutofit/>
          </a:bodyPr>
          <a:lstStyle>
            <a:lvl1pPr lvl="0" rtl="0" algn="l">
              <a:lnSpc>
                <a:spcPct val="85000"/>
              </a:lnSpc>
              <a:spcBef>
                <a:spcPts val="0"/>
              </a:spcBef>
              <a:spcAft>
                <a:spcPts val="0"/>
              </a:spcAft>
              <a:buClr>
                <a:srgbClr val="3F3F3F"/>
              </a:buClr>
              <a:buSzPts val="4800"/>
              <a:buFont typeface="Calibri"/>
              <a:buNone/>
              <a:defRPr/>
            </a:lvl1pPr>
            <a:lvl2pPr lvl="1" rtl="0">
              <a:spcBef>
                <a:spcPts val="0"/>
              </a:spcBef>
              <a:spcAft>
                <a:spcPts val="0"/>
              </a:spcAft>
              <a:buSzPts val="4800"/>
              <a:buNone/>
              <a:defRPr/>
            </a:lvl2pPr>
            <a:lvl3pPr lvl="2" rtl="0">
              <a:spcBef>
                <a:spcPts val="0"/>
              </a:spcBef>
              <a:spcAft>
                <a:spcPts val="0"/>
              </a:spcAft>
              <a:buSzPts val="4800"/>
              <a:buNone/>
              <a:defRPr/>
            </a:lvl3pPr>
            <a:lvl4pPr lvl="3" rtl="0">
              <a:spcBef>
                <a:spcPts val="0"/>
              </a:spcBef>
              <a:spcAft>
                <a:spcPts val="0"/>
              </a:spcAft>
              <a:buSzPts val="4800"/>
              <a:buNone/>
              <a:defRPr/>
            </a:lvl4pPr>
            <a:lvl5pPr lvl="4" rtl="0">
              <a:spcBef>
                <a:spcPts val="0"/>
              </a:spcBef>
              <a:spcAft>
                <a:spcPts val="0"/>
              </a:spcAft>
              <a:buSzPts val="4800"/>
              <a:buNone/>
              <a:defRPr/>
            </a:lvl5pPr>
            <a:lvl6pPr lvl="5" rtl="0">
              <a:spcBef>
                <a:spcPts val="0"/>
              </a:spcBef>
              <a:spcAft>
                <a:spcPts val="0"/>
              </a:spcAft>
              <a:buSzPts val="4800"/>
              <a:buNone/>
              <a:defRPr/>
            </a:lvl6pPr>
            <a:lvl7pPr lvl="6" rtl="0">
              <a:spcBef>
                <a:spcPts val="0"/>
              </a:spcBef>
              <a:spcAft>
                <a:spcPts val="0"/>
              </a:spcAft>
              <a:buSzPts val="4800"/>
              <a:buNone/>
              <a:defRPr/>
            </a:lvl7pPr>
            <a:lvl8pPr lvl="7" rtl="0">
              <a:spcBef>
                <a:spcPts val="0"/>
              </a:spcBef>
              <a:spcAft>
                <a:spcPts val="0"/>
              </a:spcAft>
              <a:buSzPts val="4800"/>
              <a:buNone/>
              <a:defRPr/>
            </a:lvl8pPr>
            <a:lvl9pPr lvl="8" rtl="0">
              <a:spcBef>
                <a:spcPts val="0"/>
              </a:spcBef>
              <a:spcAft>
                <a:spcPts val="0"/>
              </a:spcAft>
              <a:buSzPts val="4800"/>
              <a:buNone/>
              <a:defRPr/>
            </a:lvl9pPr>
          </a:lstStyle>
          <a:p/>
        </p:txBody>
      </p:sp>
      <p:sp>
        <p:nvSpPr>
          <p:cNvPr id="64" name="Google Shape;64;g16403e938d0_0_774"/>
          <p:cNvSpPr txBox="1"/>
          <p:nvPr>
            <p:ph idx="1" type="body"/>
          </p:nvPr>
        </p:nvSpPr>
        <p:spPr>
          <a:xfrm>
            <a:off x="1097280" y="1845734"/>
            <a:ext cx="10058400" cy="4023300"/>
          </a:xfrm>
          <a:prstGeom prst="rect">
            <a:avLst/>
          </a:prstGeom>
          <a:noFill/>
          <a:ln>
            <a:noFill/>
          </a:ln>
        </p:spPr>
        <p:txBody>
          <a:bodyPr anchorCtr="0" anchor="t" bIns="45700" lIns="0" spcFirstLastPara="1" rIns="0" wrap="square" tIns="45700">
            <a:normAutofit/>
          </a:bodyPr>
          <a:lstStyle>
            <a:lvl1pPr indent="-342900" lvl="0" marL="457200" rtl="0" algn="l">
              <a:lnSpc>
                <a:spcPct val="90000"/>
              </a:lnSpc>
              <a:spcBef>
                <a:spcPts val="1200"/>
              </a:spcBef>
              <a:spcAft>
                <a:spcPts val="0"/>
              </a:spcAft>
              <a:buSzPts val="1800"/>
              <a:buChar char="●"/>
              <a:defRPr/>
            </a:lvl1pPr>
            <a:lvl2pPr indent="-342900" lvl="1" marL="914400" rtl="0" algn="l">
              <a:lnSpc>
                <a:spcPct val="90000"/>
              </a:lnSpc>
              <a:spcBef>
                <a:spcPts val="200"/>
              </a:spcBef>
              <a:spcAft>
                <a:spcPts val="0"/>
              </a:spcAft>
              <a:buSzPts val="1800"/>
              <a:buChar char="○"/>
              <a:defRPr/>
            </a:lvl2pPr>
            <a:lvl3pPr indent="-342900" lvl="2" marL="1371600" rtl="0" algn="l">
              <a:lnSpc>
                <a:spcPct val="90000"/>
              </a:lnSpc>
              <a:spcBef>
                <a:spcPts val="400"/>
              </a:spcBef>
              <a:spcAft>
                <a:spcPts val="0"/>
              </a:spcAft>
              <a:buSzPts val="1800"/>
              <a:buChar char="■"/>
              <a:defRPr/>
            </a:lvl3pPr>
            <a:lvl4pPr indent="-342900" lvl="3" marL="1828800" rtl="0" algn="l">
              <a:lnSpc>
                <a:spcPct val="90000"/>
              </a:lnSpc>
              <a:spcBef>
                <a:spcPts val="400"/>
              </a:spcBef>
              <a:spcAft>
                <a:spcPts val="0"/>
              </a:spcAft>
              <a:buSzPts val="1800"/>
              <a:buChar char="●"/>
              <a:defRPr/>
            </a:lvl4pPr>
            <a:lvl5pPr indent="-342900" lvl="4" marL="2286000" rtl="0" algn="l">
              <a:lnSpc>
                <a:spcPct val="90000"/>
              </a:lnSpc>
              <a:spcBef>
                <a:spcPts val="400"/>
              </a:spcBef>
              <a:spcAft>
                <a:spcPts val="0"/>
              </a:spcAft>
              <a:buSzPts val="1800"/>
              <a:buChar char="○"/>
              <a:defRPr/>
            </a:lvl5pPr>
            <a:lvl6pPr indent="-342900" lvl="5" marL="2743200" rtl="0" algn="l">
              <a:lnSpc>
                <a:spcPct val="90000"/>
              </a:lnSpc>
              <a:spcBef>
                <a:spcPts val="400"/>
              </a:spcBef>
              <a:spcAft>
                <a:spcPts val="0"/>
              </a:spcAft>
              <a:buSzPts val="1800"/>
              <a:buChar char="■"/>
              <a:defRPr/>
            </a:lvl6pPr>
            <a:lvl7pPr indent="-342900" lvl="6" marL="3200400" rtl="0" algn="l">
              <a:lnSpc>
                <a:spcPct val="90000"/>
              </a:lnSpc>
              <a:spcBef>
                <a:spcPts val="400"/>
              </a:spcBef>
              <a:spcAft>
                <a:spcPts val="0"/>
              </a:spcAft>
              <a:buSzPts val="1800"/>
              <a:buChar char="●"/>
              <a:defRPr/>
            </a:lvl7pPr>
            <a:lvl8pPr indent="-342900" lvl="7" marL="3657600" rtl="0" algn="l">
              <a:lnSpc>
                <a:spcPct val="90000"/>
              </a:lnSpc>
              <a:spcBef>
                <a:spcPts val="400"/>
              </a:spcBef>
              <a:spcAft>
                <a:spcPts val="0"/>
              </a:spcAft>
              <a:buSzPts val="1800"/>
              <a:buChar char="○"/>
              <a:defRPr/>
            </a:lvl8pPr>
            <a:lvl9pPr indent="-342900" lvl="8" marL="4114800" rtl="0" algn="l">
              <a:lnSpc>
                <a:spcPct val="90000"/>
              </a:lnSpc>
              <a:spcBef>
                <a:spcPts val="400"/>
              </a:spcBef>
              <a:spcAft>
                <a:spcPts val="400"/>
              </a:spcAft>
              <a:buSzPts val="1800"/>
              <a:buChar char="■"/>
              <a:defRPr/>
            </a:lvl9pPr>
          </a:lstStyle>
          <a:p/>
        </p:txBody>
      </p:sp>
      <p:sp>
        <p:nvSpPr>
          <p:cNvPr id="65" name="Google Shape;65;g16403e938d0_0_774"/>
          <p:cNvSpPr txBox="1"/>
          <p:nvPr>
            <p:ph idx="10" type="dt"/>
          </p:nvPr>
        </p:nvSpPr>
        <p:spPr>
          <a:xfrm>
            <a:off x="1097280" y="6459785"/>
            <a:ext cx="24723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6" name="Google Shape;66;g16403e938d0_0_774"/>
          <p:cNvSpPr txBox="1"/>
          <p:nvPr>
            <p:ph idx="11" type="ftr"/>
          </p:nvPr>
        </p:nvSpPr>
        <p:spPr>
          <a:xfrm>
            <a:off x="3686185" y="6459785"/>
            <a:ext cx="4822800" cy="3651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7" name="Google Shape;67;g16403e938d0_0_774"/>
          <p:cNvSpPr txBox="1"/>
          <p:nvPr>
            <p:ph idx="12" type="sldNum"/>
          </p:nvPr>
        </p:nvSpPr>
        <p:spPr>
          <a:xfrm>
            <a:off x="9900458" y="6459785"/>
            <a:ext cx="1311900" cy="365100"/>
          </a:xfrm>
          <a:prstGeom prst="rect">
            <a:avLst/>
          </a:prstGeom>
          <a:noFill/>
          <a:ln>
            <a:noFill/>
          </a:ln>
        </p:spPr>
        <p:txBody>
          <a:bodyPr anchorCtr="0" anchor="ctr" bIns="45700" lIns="91425" spcFirstLastPara="1" rIns="91425" wrap="square" tIns="45700">
            <a:norm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g16403e938d0_0_717"/>
          <p:cNvSpPr txBox="1"/>
          <p:nvPr>
            <p:ph type="title"/>
          </p:nvPr>
        </p:nvSpPr>
        <p:spPr>
          <a:xfrm>
            <a:off x="415600" y="593367"/>
            <a:ext cx="11360700" cy="9432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accent1"/>
              </a:buClr>
              <a:buSzPts val="4800"/>
              <a:buFont typeface="PT Sans Narrow"/>
              <a:buNone/>
              <a:defRPr b="1" sz="48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4800"/>
              <a:buFont typeface="PT Sans Narrow"/>
              <a:buNone/>
              <a:defRPr b="1" sz="48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4800"/>
              <a:buFont typeface="PT Sans Narrow"/>
              <a:buNone/>
              <a:defRPr b="1" sz="48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4800"/>
              <a:buFont typeface="PT Sans Narrow"/>
              <a:buNone/>
              <a:defRPr b="1" sz="48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4800"/>
              <a:buFont typeface="PT Sans Narrow"/>
              <a:buNone/>
              <a:defRPr b="1" sz="48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4800"/>
              <a:buFont typeface="PT Sans Narrow"/>
              <a:buNone/>
              <a:defRPr b="1" sz="48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4800"/>
              <a:buFont typeface="PT Sans Narrow"/>
              <a:buNone/>
              <a:defRPr b="1" sz="48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4800"/>
              <a:buFont typeface="PT Sans Narrow"/>
              <a:buNone/>
              <a:defRPr b="1" sz="48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4800"/>
              <a:buFont typeface="PT Sans Narrow"/>
              <a:buNone/>
              <a:defRPr b="1" sz="4800">
                <a:solidFill>
                  <a:schemeClr val="accent1"/>
                </a:solidFill>
                <a:latin typeface="PT Sans Narrow"/>
                <a:ea typeface="PT Sans Narrow"/>
                <a:cs typeface="PT Sans Narrow"/>
                <a:sym typeface="PT Sans Narrow"/>
              </a:defRPr>
            </a:lvl9pPr>
          </a:lstStyle>
          <a:p/>
        </p:txBody>
      </p:sp>
      <p:sp>
        <p:nvSpPr>
          <p:cNvPr id="7" name="Google Shape;7;g16403e938d0_0_717"/>
          <p:cNvSpPr txBox="1"/>
          <p:nvPr>
            <p:ph idx="1" type="body"/>
          </p:nvPr>
        </p:nvSpPr>
        <p:spPr>
          <a:xfrm>
            <a:off x="415600" y="1688433"/>
            <a:ext cx="11360700" cy="4403700"/>
          </a:xfrm>
          <a:prstGeom prst="rect">
            <a:avLst/>
          </a:prstGeom>
          <a:noFill/>
          <a:ln>
            <a:noFill/>
          </a:ln>
        </p:spPr>
        <p:txBody>
          <a:bodyPr anchorCtr="0" anchor="t" bIns="121900" lIns="121900" spcFirstLastPara="1" rIns="121900" wrap="square" tIns="121900">
            <a:normAutofit/>
          </a:bodyPr>
          <a:lstStyle>
            <a:lvl1pPr indent="-381000" lvl="0" marL="457200">
              <a:lnSpc>
                <a:spcPct val="115000"/>
              </a:lnSpc>
              <a:spcBef>
                <a:spcPts val="0"/>
              </a:spcBef>
              <a:spcAft>
                <a:spcPts val="0"/>
              </a:spcAft>
              <a:buClr>
                <a:schemeClr val="dk2"/>
              </a:buClr>
              <a:buSzPts val="2400"/>
              <a:buFont typeface="Open Sans"/>
              <a:buChar char="●"/>
              <a:defRPr sz="2400">
                <a:solidFill>
                  <a:schemeClr val="dk2"/>
                </a:solidFill>
                <a:latin typeface="Open Sans"/>
                <a:ea typeface="Open Sans"/>
                <a:cs typeface="Open Sans"/>
                <a:sym typeface="Open Sans"/>
              </a:defRPr>
            </a:lvl1pPr>
            <a:lvl2pPr indent="-349250" lvl="1" marL="914400">
              <a:lnSpc>
                <a:spcPct val="115000"/>
              </a:lnSpc>
              <a:spcBef>
                <a:spcPts val="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2pPr>
            <a:lvl3pPr indent="-349250" lvl="2" marL="1371600">
              <a:lnSpc>
                <a:spcPct val="115000"/>
              </a:lnSpc>
              <a:spcBef>
                <a:spcPts val="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3pPr>
            <a:lvl4pPr indent="-349250" lvl="3" marL="1828800">
              <a:lnSpc>
                <a:spcPct val="115000"/>
              </a:lnSpc>
              <a:spcBef>
                <a:spcPts val="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4pPr>
            <a:lvl5pPr indent="-349250" lvl="4" marL="2286000">
              <a:lnSpc>
                <a:spcPct val="115000"/>
              </a:lnSpc>
              <a:spcBef>
                <a:spcPts val="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5pPr>
            <a:lvl6pPr indent="-349250" lvl="5" marL="2743200">
              <a:lnSpc>
                <a:spcPct val="115000"/>
              </a:lnSpc>
              <a:spcBef>
                <a:spcPts val="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6pPr>
            <a:lvl7pPr indent="-349250" lvl="6" marL="3200400">
              <a:lnSpc>
                <a:spcPct val="115000"/>
              </a:lnSpc>
              <a:spcBef>
                <a:spcPts val="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7pPr>
            <a:lvl8pPr indent="-349250" lvl="7" marL="3657600">
              <a:lnSpc>
                <a:spcPct val="115000"/>
              </a:lnSpc>
              <a:spcBef>
                <a:spcPts val="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8pPr>
            <a:lvl9pPr indent="-349250" lvl="8" marL="4114800">
              <a:lnSpc>
                <a:spcPct val="115000"/>
              </a:lnSpc>
              <a:spcBef>
                <a:spcPts val="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9pPr>
          </a:lstStyle>
          <a:p/>
        </p:txBody>
      </p:sp>
      <p:sp>
        <p:nvSpPr>
          <p:cNvPr id="8" name="Google Shape;8;g16403e938d0_0_717"/>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dk2"/>
                </a:solidFill>
                <a:latin typeface="Open Sans"/>
                <a:ea typeface="Open Sans"/>
                <a:cs typeface="Open Sans"/>
                <a:sym typeface="Open Sans"/>
              </a:defRPr>
            </a:lvl1pPr>
            <a:lvl2pPr lvl="1" algn="r">
              <a:buNone/>
              <a:defRPr sz="1300">
                <a:solidFill>
                  <a:schemeClr val="dk2"/>
                </a:solidFill>
                <a:latin typeface="Open Sans"/>
                <a:ea typeface="Open Sans"/>
                <a:cs typeface="Open Sans"/>
                <a:sym typeface="Open Sans"/>
              </a:defRPr>
            </a:lvl2pPr>
            <a:lvl3pPr lvl="2" algn="r">
              <a:buNone/>
              <a:defRPr sz="1300">
                <a:solidFill>
                  <a:schemeClr val="dk2"/>
                </a:solidFill>
                <a:latin typeface="Open Sans"/>
                <a:ea typeface="Open Sans"/>
                <a:cs typeface="Open Sans"/>
                <a:sym typeface="Open Sans"/>
              </a:defRPr>
            </a:lvl3pPr>
            <a:lvl4pPr lvl="3" algn="r">
              <a:buNone/>
              <a:defRPr sz="1300">
                <a:solidFill>
                  <a:schemeClr val="dk2"/>
                </a:solidFill>
                <a:latin typeface="Open Sans"/>
                <a:ea typeface="Open Sans"/>
                <a:cs typeface="Open Sans"/>
                <a:sym typeface="Open Sans"/>
              </a:defRPr>
            </a:lvl4pPr>
            <a:lvl5pPr lvl="4" algn="r">
              <a:buNone/>
              <a:defRPr sz="1300">
                <a:solidFill>
                  <a:schemeClr val="dk2"/>
                </a:solidFill>
                <a:latin typeface="Open Sans"/>
                <a:ea typeface="Open Sans"/>
                <a:cs typeface="Open Sans"/>
                <a:sym typeface="Open Sans"/>
              </a:defRPr>
            </a:lvl5pPr>
            <a:lvl6pPr lvl="5" algn="r">
              <a:buNone/>
              <a:defRPr sz="1300">
                <a:solidFill>
                  <a:schemeClr val="dk2"/>
                </a:solidFill>
                <a:latin typeface="Open Sans"/>
                <a:ea typeface="Open Sans"/>
                <a:cs typeface="Open Sans"/>
                <a:sym typeface="Open Sans"/>
              </a:defRPr>
            </a:lvl6pPr>
            <a:lvl7pPr lvl="6" algn="r">
              <a:buNone/>
              <a:defRPr sz="1300">
                <a:solidFill>
                  <a:schemeClr val="dk2"/>
                </a:solidFill>
                <a:latin typeface="Open Sans"/>
                <a:ea typeface="Open Sans"/>
                <a:cs typeface="Open Sans"/>
                <a:sym typeface="Open Sans"/>
              </a:defRPr>
            </a:lvl7pPr>
            <a:lvl8pPr lvl="7" algn="r">
              <a:buNone/>
              <a:defRPr sz="1300">
                <a:solidFill>
                  <a:schemeClr val="dk2"/>
                </a:solidFill>
                <a:latin typeface="Open Sans"/>
                <a:ea typeface="Open Sans"/>
                <a:cs typeface="Open Sans"/>
                <a:sym typeface="Open Sans"/>
              </a:defRPr>
            </a:lvl8pPr>
            <a:lvl9pPr lvl="8" algn="r">
              <a:buNone/>
              <a:defRPr sz="13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hyperlink" Target="about:blank" TargetMode="Externa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
          <p:cNvSpPr txBox="1"/>
          <p:nvPr>
            <p:ph type="ctrTitle"/>
          </p:nvPr>
        </p:nvSpPr>
        <p:spPr>
          <a:xfrm>
            <a:off x="1100050" y="2193120"/>
            <a:ext cx="9126000" cy="973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262626"/>
              </a:buClr>
              <a:buSzPts val="6000"/>
              <a:buFont typeface="Calibri"/>
              <a:buNone/>
            </a:pPr>
            <a:r>
              <a:rPr lang="en-US" sz="6000"/>
              <a:t>Microsoft PowerPoint</a:t>
            </a:r>
            <a:endParaRPr sz="4000" cap="none"/>
          </a:p>
        </p:txBody>
      </p:sp>
      <p:sp>
        <p:nvSpPr>
          <p:cNvPr id="73" name="Google Shape;73;p1"/>
          <p:cNvSpPr txBox="1"/>
          <p:nvPr>
            <p:ph idx="1" type="subTitle"/>
          </p:nvPr>
        </p:nvSpPr>
        <p:spPr>
          <a:xfrm>
            <a:off x="2849633" y="3800052"/>
            <a:ext cx="6494100" cy="1056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400"/>
              <a:buNone/>
            </a:pPr>
            <a:r>
              <a:rPr lang="en-US"/>
              <a:t> LECTURE 3</a:t>
            </a:r>
            <a:endParaRPr/>
          </a:p>
        </p:txBody>
      </p:sp>
      <p:sp>
        <p:nvSpPr>
          <p:cNvPr id="74" name="Google Shape;74;p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DOC 314 Digital Skills for Higher Education</a:t>
            </a:r>
            <a:endParaRPr/>
          </a:p>
        </p:txBody>
      </p:sp>
      <p:sp>
        <p:nvSpPr>
          <p:cNvPr id="75" name="Google Shape;75;p1"/>
          <p:cNvSpPr txBox="1"/>
          <p:nvPr>
            <p:ph idx="12" type="sldNum"/>
          </p:nvPr>
        </p:nvSpPr>
        <p:spPr>
          <a:xfrm>
            <a:off x="11296610" y="6217622"/>
            <a:ext cx="731700" cy="5247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solidFill>
                  <a:schemeClr val="dk2"/>
                </a:solidFill>
                <a:latin typeface="Open Sans"/>
                <a:ea typeface="Open Sans"/>
                <a:cs typeface="Open Sans"/>
                <a:sym typeface="Open Sans"/>
              </a:rPr>
              <a:t>‹#›</a:t>
            </a:fld>
            <a:endParaRPr>
              <a:solidFill>
                <a:schemeClr val="dk2"/>
              </a:solidFill>
              <a:latin typeface="Open Sans"/>
              <a:ea typeface="Open Sans"/>
              <a:cs typeface="Open Sans"/>
              <a:sym typeface="Open Sans"/>
            </a:endParaRPr>
          </a:p>
        </p:txBody>
      </p:sp>
      <p:pic>
        <p:nvPicPr>
          <p:cNvPr id="76" name="Google Shape;76;p1"/>
          <p:cNvPicPr preferRelativeResize="0"/>
          <p:nvPr/>
        </p:nvPicPr>
        <p:blipFill rotWithShape="1">
          <a:blip r:embed="rId3">
            <a:alphaModFix/>
          </a:blip>
          <a:srcRect b="0" l="0" r="0" t="0"/>
          <a:stretch/>
        </p:blipFill>
        <p:spPr>
          <a:xfrm>
            <a:off x="8609265" y="501493"/>
            <a:ext cx="2603218" cy="107298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2"/>
          <p:cNvSpPr txBox="1"/>
          <p:nvPr>
            <p:ph idx="12" type="sldNum"/>
          </p:nvPr>
        </p:nvSpPr>
        <p:spPr>
          <a:xfrm>
            <a:off x="11296610" y="6217622"/>
            <a:ext cx="731700" cy="5247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solidFill>
                  <a:schemeClr val="dk2"/>
                </a:solidFill>
                <a:latin typeface="Open Sans"/>
                <a:ea typeface="Open Sans"/>
                <a:cs typeface="Open Sans"/>
                <a:sym typeface="Open Sans"/>
              </a:rPr>
              <a:t>‹#›</a:t>
            </a:fld>
            <a:endParaRPr>
              <a:solidFill>
                <a:schemeClr val="dk2"/>
              </a:solidFill>
              <a:latin typeface="Open Sans"/>
              <a:ea typeface="Open Sans"/>
              <a:cs typeface="Open Sans"/>
              <a:sym typeface="Open Sans"/>
            </a:endParaRPr>
          </a:p>
        </p:txBody>
      </p:sp>
      <p:sp>
        <p:nvSpPr>
          <p:cNvPr id="82" name="Google Shape;82;p2"/>
          <p:cNvSpPr txBox="1"/>
          <p:nvPr>
            <p:ph idx="4294967295" type="title"/>
          </p:nvPr>
        </p:nvSpPr>
        <p:spPr>
          <a:xfrm>
            <a:off x="1427825" y="1402719"/>
            <a:ext cx="9601200" cy="3021012"/>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en-US"/>
              <a:t>Introduction to Microsoft PowerPoint and </a:t>
            </a:r>
            <a:br>
              <a:rPr lang="en-US"/>
            </a:br>
            <a:r>
              <a:rPr lang="en-US"/>
              <a:t>Tips for Effective Presentation</a:t>
            </a:r>
            <a:br>
              <a:rPr lang="en-US"/>
            </a:br>
            <a:endParaRPr/>
          </a:p>
        </p:txBody>
      </p:sp>
      <p:sp>
        <p:nvSpPr>
          <p:cNvPr id="83" name="Google Shape;83;p2"/>
          <p:cNvSpPr txBox="1"/>
          <p:nvPr>
            <p:ph idx="11" type="ftr"/>
          </p:nvPr>
        </p:nvSpPr>
        <p:spPr>
          <a:xfrm>
            <a:off x="3686185" y="6459785"/>
            <a:ext cx="4822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DOC 314 Digital Skills for Higher Education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Tips for better presentation</a:t>
            </a:r>
            <a:endParaRPr/>
          </a:p>
        </p:txBody>
      </p:sp>
      <p:grpSp>
        <p:nvGrpSpPr>
          <p:cNvPr id="89" name="Google Shape;89;p3"/>
          <p:cNvGrpSpPr/>
          <p:nvPr/>
        </p:nvGrpSpPr>
        <p:grpSpPr>
          <a:xfrm>
            <a:off x="1097280" y="2307872"/>
            <a:ext cx="9601199" cy="3581400"/>
            <a:chOff x="0" y="0"/>
            <a:chExt cx="9601199" cy="3581400"/>
          </a:xfrm>
        </p:grpSpPr>
        <p:sp>
          <p:nvSpPr>
            <p:cNvPr id="90" name="Google Shape;90;p3"/>
            <p:cNvSpPr/>
            <p:nvPr/>
          </p:nvSpPr>
          <p:spPr>
            <a:xfrm>
              <a:off x="0" y="0"/>
              <a:ext cx="7392924" cy="644652"/>
            </a:xfrm>
            <a:prstGeom prst="roundRect">
              <a:avLst>
                <a:gd fmla="val 10000" name="adj"/>
              </a:avLst>
            </a:prstGeom>
            <a:solidFill>
              <a:srgbClr val="9B8355"/>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
            <p:cNvSpPr txBox="1"/>
            <p:nvPr/>
          </p:nvSpPr>
          <p:spPr>
            <a:xfrm>
              <a:off x="18881" y="18881"/>
              <a:ext cx="6621870" cy="606890"/>
            </a:xfrm>
            <a:prstGeom prst="rect">
              <a:avLst/>
            </a:prstGeom>
            <a:noFill/>
            <a:ln>
              <a:noFill/>
            </a:ln>
          </p:spPr>
          <p:txBody>
            <a:bodyPr anchorCtr="0" anchor="ctr" bIns="106675" lIns="106675" spcFirstLastPara="1" rIns="106675" wrap="square" tIns="106675">
              <a:noAutofit/>
            </a:bodyPr>
            <a:lstStyle/>
            <a:p>
              <a:pPr indent="0" lvl="0" marL="0" marR="0" rtl="0" algn="l">
                <a:lnSpc>
                  <a:spcPct val="90000"/>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Planning</a:t>
              </a:r>
              <a:endParaRPr/>
            </a:p>
          </p:txBody>
        </p:sp>
        <p:sp>
          <p:nvSpPr>
            <p:cNvPr id="92" name="Google Shape;92;p3"/>
            <p:cNvSpPr/>
            <p:nvPr/>
          </p:nvSpPr>
          <p:spPr>
            <a:xfrm>
              <a:off x="552069" y="734187"/>
              <a:ext cx="7392924" cy="644652"/>
            </a:xfrm>
            <a:prstGeom prst="roundRect">
              <a:avLst>
                <a:gd fmla="val 10000" name="adj"/>
              </a:avLst>
            </a:prstGeom>
            <a:solidFill>
              <a:srgbClr val="A8915B"/>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
            <p:cNvSpPr txBox="1"/>
            <p:nvPr/>
          </p:nvSpPr>
          <p:spPr>
            <a:xfrm>
              <a:off x="570950" y="753068"/>
              <a:ext cx="6384069" cy="606890"/>
            </a:xfrm>
            <a:prstGeom prst="rect">
              <a:avLst/>
            </a:prstGeom>
            <a:noFill/>
            <a:ln>
              <a:noFill/>
            </a:ln>
          </p:spPr>
          <p:txBody>
            <a:bodyPr anchorCtr="0" anchor="ctr" bIns="106675" lIns="106675" spcFirstLastPara="1" rIns="106675" wrap="square" tIns="106675">
              <a:noAutofit/>
            </a:bodyPr>
            <a:lstStyle/>
            <a:p>
              <a:pPr indent="0" lvl="0" marL="0" marR="0" rtl="0" algn="l">
                <a:lnSpc>
                  <a:spcPct val="90000"/>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Preparation</a:t>
              </a:r>
              <a:endParaRPr/>
            </a:p>
          </p:txBody>
        </p:sp>
        <p:sp>
          <p:nvSpPr>
            <p:cNvPr id="94" name="Google Shape;94;p3"/>
            <p:cNvSpPr/>
            <p:nvPr/>
          </p:nvSpPr>
          <p:spPr>
            <a:xfrm>
              <a:off x="1104137" y="1468374"/>
              <a:ext cx="7392924" cy="644652"/>
            </a:xfrm>
            <a:prstGeom prst="roundRect">
              <a:avLst>
                <a:gd fmla="val 10000" name="adj"/>
              </a:avLst>
            </a:prstGeom>
            <a:solidFill>
              <a:srgbClr val="B1A066"/>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
            <p:cNvSpPr txBox="1"/>
            <p:nvPr/>
          </p:nvSpPr>
          <p:spPr>
            <a:xfrm>
              <a:off x="1123018" y="1487255"/>
              <a:ext cx="6384069" cy="606889"/>
            </a:xfrm>
            <a:prstGeom prst="rect">
              <a:avLst/>
            </a:prstGeom>
            <a:noFill/>
            <a:ln>
              <a:noFill/>
            </a:ln>
          </p:spPr>
          <p:txBody>
            <a:bodyPr anchorCtr="0" anchor="ctr" bIns="106675" lIns="106675" spcFirstLastPara="1" rIns="106675" wrap="square" tIns="106675">
              <a:noAutofit/>
            </a:bodyPr>
            <a:lstStyle/>
            <a:p>
              <a:pPr indent="0" lvl="0" marL="0" marR="0" rtl="0" algn="l">
                <a:lnSpc>
                  <a:spcPct val="90000"/>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Practice</a:t>
              </a:r>
              <a:endParaRPr/>
            </a:p>
          </p:txBody>
        </p:sp>
        <p:sp>
          <p:nvSpPr>
            <p:cNvPr id="96" name="Google Shape;96;p3"/>
            <p:cNvSpPr/>
            <p:nvPr/>
          </p:nvSpPr>
          <p:spPr>
            <a:xfrm>
              <a:off x="1656206" y="2202561"/>
              <a:ext cx="7392924" cy="644652"/>
            </a:xfrm>
            <a:prstGeom prst="roundRect">
              <a:avLst>
                <a:gd fmla="val 10000" name="adj"/>
              </a:avLst>
            </a:prstGeom>
            <a:solidFill>
              <a:srgbClr val="B9AE72"/>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
            <p:cNvSpPr txBox="1"/>
            <p:nvPr/>
          </p:nvSpPr>
          <p:spPr>
            <a:xfrm>
              <a:off x="1675087" y="2221442"/>
              <a:ext cx="6384069" cy="606890"/>
            </a:xfrm>
            <a:prstGeom prst="rect">
              <a:avLst/>
            </a:prstGeom>
            <a:noFill/>
            <a:ln>
              <a:noFill/>
            </a:ln>
          </p:spPr>
          <p:txBody>
            <a:bodyPr anchorCtr="0" anchor="ctr" bIns="106675" lIns="106675" spcFirstLastPara="1" rIns="106675" wrap="square" tIns="106675">
              <a:noAutofit/>
            </a:bodyPr>
            <a:lstStyle/>
            <a:p>
              <a:pPr indent="0" lvl="0" marL="0" marR="0" rtl="0" algn="l">
                <a:lnSpc>
                  <a:spcPct val="90000"/>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Performance</a:t>
              </a:r>
              <a:endParaRPr/>
            </a:p>
          </p:txBody>
        </p:sp>
        <p:sp>
          <p:nvSpPr>
            <p:cNvPr id="98" name="Google Shape;98;p3"/>
            <p:cNvSpPr/>
            <p:nvPr/>
          </p:nvSpPr>
          <p:spPr>
            <a:xfrm>
              <a:off x="2208275" y="2936748"/>
              <a:ext cx="7392924" cy="644652"/>
            </a:xfrm>
            <a:prstGeom prst="roundRect">
              <a:avLst>
                <a:gd fmla="val 10000" name="adj"/>
              </a:avLst>
            </a:prstGeom>
            <a:solidFill>
              <a:srgbClr val="C2BA7D"/>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
            <p:cNvSpPr txBox="1"/>
            <p:nvPr/>
          </p:nvSpPr>
          <p:spPr>
            <a:xfrm>
              <a:off x="2227156" y="2955629"/>
              <a:ext cx="6384069" cy="606889"/>
            </a:xfrm>
            <a:prstGeom prst="rect">
              <a:avLst/>
            </a:prstGeom>
            <a:noFill/>
            <a:ln>
              <a:noFill/>
            </a:ln>
          </p:spPr>
          <p:txBody>
            <a:bodyPr anchorCtr="0" anchor="ctr" bIns="106675" lIns="106675" spcFirstLastPara="1" rIns="106675" wrap="square" tIns="106675">
              <a:noAutofit/>
            </a:bodyPr>
            <a:lstStyle/>
            <a:p>
              <a:pPr indent="0" lvl="0" marL="0" marR="0" rtl="0" algn="l">
                <a:lnSpc>
                  <a:spcPct val="90000"/>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Questions</a:t>
              </a:r>
              <a:endParaRPr/>
            </a:p>
          </p:txBody>
        </p:sp>
        <p:sp>
          <p:nvSpPr>
            <p:cNvPr id="100" name="Google Shape;100;p3"/>
            <p:cNvSpPr/>
            <p:nvPr/>
          </p:nvSpPr>
          <p:spPr>
            <a:xfrm>
              <a:off x="6973900" y="470954"/>
              <a:ext cx="419023" cy="419023"/>
            </a:xfrm>
            <a:prstGeom prst="downArrow">
              <a:avLst>
                <a:gd fmla="val 55000" name="adj1"/>
                <a:gd fmla="val 45000" name="adj2"/>
              </a:avLst>
            </a:prstGeom>
            <a:solidFill>
              <a:srgbClr val="DED8CF">
                <a:alpha val="89803"/>
              </a:srgbClr>
            </a:solidFill>
            <a:ln cap="flat" cmpd="sng" w="15875">
              <a:solidFill>
                <a:srgbClr val="DED8CF">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
            <p:cNvSpPr txBox="1"/>
            <p:nvPr/>
          </p:nvSpPr>
          <p:spPr>
            <a:xfrm>
              <a:off x="7068180" y="470954"/>
              <a:ext cx="230463" cy="315315"/>
            </a:xfrm>
            <a:prstGeom prst="rect">
              <a:avLst/>
            </a:prstGeom>
            <a:noFill/>
            <a:ln>
              <a:noFill/>
            </a:ln>
          </p:spPr>
          <p:txBody>
            <a:bodyPr anchorCtr="0" anchor="ctr" bIns="24125" lIns="24125" spcFirstLastPara="1" rIns="24125" wrap="square" tIns="24125">
              <a:noAutofit/>
            </a:bodyPr>
            <a:lstStyle/>
            <a:p>
              <a:pPr indent="0" lvl="0" marL="0" marR="0" rtl="0" algn="ctr">
                <a:lnSpc>
                  <a:spcPct val="90000"/>
                </a:lnSpc>
                <a:spcBef>
                  <a:spcPts val="0"/>
                </a:spcBef>
                <a:spcAft>
                  <a:spcPts val="0"/>
                </a:spcAft>
                <a:buClr>
                  <a:schemeClr val="dk1"/>
                </a:buClr>
                <a:buSzPts val="1900"/>
                <a:buFont typeface="Calibri"/>
                <a:buNone/>
              </a:pPr>
              <a:r>
                <a:t/>
              </a:r>
              <a:endParaRPr b="0" i="0" sz="1900" u="none" cap="none" strike="noStrike">
                <a:solidFill>
                  <a:schemeClr val="dk1"/>
                </a:solidFill>
                <a:latin typeface="Calibri"/>
                <a:ea typeface="Calibri"/>
                <a:cs typeface="Calibri"/>
                <a:sym typeface="Calibri"/>
              </a:endParaRPr>
            </a:p>
          </p:txBody>
        </p:sp>
        <p:sp>
          <p:nvSpPr>
            <p:cNvPr id="102" name="Google Shape;102;p3"/>
            <p:cNvSpPr/>
            <p:nvPr/>
          </p:nvSpPr>
          <p:spPr>
            <a:xfrm>
              <a:off x="7525969" y="1205141"/>
              <a:ext cx="419023" cy="419023"/>
            </a:xfrm>
            <a:prstGeom prst="downArrow">
              <a:avLst>
                <a:gd fmla="val 55000" name="adj1"/>
                <a:gd fmla="val 45000" name="adj2"/>
              </a:avLst>
            </a:prstGeom>
            <a:solidFill>
              <a:srgbClr val="E1DBD0">
                <a:alpha val="89803"/>
              </a:srgbClr>
            </a:solidFill>
            <a:ln cap="flat" cmpd="sng" w="15875">
              <a:solidFill>
                <a:srgbClr val="E1DBD0">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
            <p:cNvSpPr txBox="1"/>
            <p:nvPr/>
          </p:nvSpPr>
          <p:spPr>
            <a:xfrm>
              <a:off x="7620249" y="1205141"/>
              <a:ext cx="230463" cy="315315"/>
            </a:xfrm>
            <a:prstGeom prst="rect">
              <a:avLst/>
            </a:prstGeom>
            <a:noFill/>
            <a:ln>
              <a:noFill/>
            </a:ln>
          </p:spPr>
          <p:txBody>
            <a:bodyPr anchorCtr="0" anchor="ctr" bIns="24125" lIns="24125" spcFirstLastPara="1" rIns="24125" wrap="square" tIns="24125">
              <a:noAutofit/>
            </a:bodyPr>
            <a:lstStyle/>
            <a:p>
              <a:pPr indent="0" lvl="0" marL="0" marR="0" rtl="0" algn="ctr">
                <a:lnSpc>
                  <a:spcPct val="90000"/>
                </a:lnSpc>
                <a:spcBef>
                  <a:spcPts val="0"/>
                </a:spcBef>
                <a:spcAft>
                  <a:spcPts val="0"/>
                </a:spcAft>
                <a:buClr>
                  <a:schemeClr val="dk1"/>
                </a:buClr>
                <a:buSzPts val="1900"/>
                <a:buFont typeface="Calibri"/>
                <a:buNone/>
              </a:pPr>
              <a:r>
                <a:t/>
              </a:r>
              <a:endParaRPr b="0" i="0" sz="1900" u="none" cap="none" strike="noStrike">
                <a:solidFill>
                  <a:schemeClr val="dk1"/>
                </a:solidFill>
                <a:latin typeface="Calibri"/>
                <a:ea typeface="Calibri"/>
                <a:cs typeface="Calibri"/>
                <a:sym typeface="Calibri"/>
              </a:endParaRPr>
            </a:p>
          </p:txBody>
        </p:sp>
        <p:sp>
          <p:nvSpPr>
            <p:cNvPr id="104" name="Google Shape;104;p3"/>
            <p:cNvSpPr/>
            <p:nvPr/>
          </p:nvSpPr>
          <p:spPr>
            <a:xfrm>
              <a:off x="8078038" y="1928583"/>
              <a:ext cx="419023" cy="419023"/>
            </a:xfrm>
            <a:prstGeom prst="downArrow">
              <a:avLst>
                <a:gd fmla="val 55000" name="adj1"/>
                <a:gd fmla="val 45000" name="adj2"/>
              </a:avLst>
            </a:prstGeom>
            <a:solidFill>
              <a:srgbClr val="E5E0D2">
                <a:alpha val="89803"/>
              </a:srgbClr>
            </a:solidFill>
            <a:ln cap="flat" cmpd="sng" w="15875">
              <a:solidFill>
                <a:srgbClr val="E5E0D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
            <p:cNvSpPr txBox="1"/>
            <p:nvPr/>
          </p:nvSpPr>
          <p:spPr>
            <a:xfrm>
              <a:off x="8172318" y="1928583"/>
              <a:ext cx="230463" cy="315315"/>
            </a:xfrm>
            <a:prstGeom prst="rect">
              <a:avLst/>
            </a:prstGeom>
            <a:noFill/>
            <a:ln>
              <a:noFill/>
            </a:ln>
          </p:spPr>
          <p:txBody>
            <a:bodyPr anchorCtr="0" anchor="ctr" bIns="24125" lIns="24125" spcFirstLastPara="1" rIns="24125" wrap="square" tIns="24125">
              <a:noAutofit/>
            </a:bodyPr>
            <a:lstStyle/>
            <a:p>
              <a:pPr indent="0" lvl="0" marL="0" marR="0" rtl="0" algn="ctr">
                <a:lnSpc>
                  <a:spcPct val="90000"/>
                </a:lnSpc>
                <a:spcBef>
                  <a:spcPts val="0"/>
                </a:spcBef>
                <a:spcAft>
                  <a:spcPts val="0"/>
                </a:spcAft>
                <a:buClr>
                  <a:schemeClr val="dk1"/>
                </a:buClr>
                <a:buSzPts val="1900"/>
                <a:buFont typeface="Calibri"/>
                <a:buNone/>
              </a:pPr>
              <a:r>
                <a:t/>
              </a:r>
              <a:endParaRPr b="0" i="0" sz="1900" u="none" cap="none" strike="noStrike">
                <a:solidFill>
                  <a:schemeClr val="dk1"/>
                </a:solidFill>
                <a:latin typeface="Calibri"/>
                <a:ea typeface="Calibri"/>
                <a:cs typeface="Calibri"/>
                <a:sym typeface="Calibri"/>
              </a:endParaRPr>
            </a:p>
          </p:txBody>
        </p:sp>
        <p:sp>
          <p:nvSpPr>
            <p:cNvPr id="106" name="Google Shape;106;p3"/>
            <p:cNvSpPr/>
            <p:nvPr/>
          </p:nvSpPr>
          <p:spPr>
            <a:xfrm>
              <a:off x="8630107" y="2669933"/>
              <a:ext cx="419023" cy="419023"/>
            </a:xfrm>
            <a:prstGeom prst="downArrow">
              <a:avLst>
                <a:gd fmla="val 55000" name="adj1"/>
                <a:gd fmla="val 45000" name="adj2"/>
              </a:avLst>
            </a:prstGeom>
            <a:solidFill>
              <a:srgbClr val="E8E5D5">
                <a:alpha val="89803"/>
              </a:srgbClr>
            </a:solidFill>
            <a:ln cap="flat" cmpd="sng" w="15875">
              <a:solidFill>
                <a:srgbClr val="E8E5D5">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
            <p:cNvSpPr txBox="1"/>
            <p:nvPr/>
          </p:nvSpPr>
          <p:spPr>
            <a:xfrm>
              <a:off x="8724387" y="2669933"/>
              <a:ext cx="230463" cy="315315"/>
            </a:xfrm>
            <a:prstGeom prst="rect">
              <a:avLst/>
            </a:prstGeom>
            <a:noFill/>
            <a:ln>
              <a:noFill/>
            </a:ln>
          </p:spPr>
          <p:txBody>
            <a:bodyPr anchorCtr="0" anchor="ctr" bIns="24125" lIns="24125" spcFirstLastPara="1" rIns="24125" wrap="square" tIns="24125">
              <a:noAutofit/>
            </a:bodyPr>
            <a:lstStyle/>
            <a:p>
              <a:pPr indent="0" lvl="0" marL="0" marR="0" rtl="0" algn="ctr">
                <a:lnSpc>
                  <a:spcPct val="90000"/>
                </a:lnSpc>
                <a:spcBef>
                  <a:spcPts val="0"/>
                </a:spcBef>
                <a:spcAft>
                  <a:spcPts val="0"/>
                </a:spcAft>
                <a:buClr>
                  <a:schemeClr val="dk1"/>
                </a:buClr>
                <a:buSzPts val="1900"/>
                <a:buFont typeface="Calibri"/>
                <a:buNone/>
              </a:pPr>
              <a:r>
                <a:t/>
              </a:r>
              <a:endParaRPr b="0" i="0" sz="1900" u="none" cap="none" strike="noStrike">
                <a:solidFill>
                  <a:schemeClr val="dk1"/>
                </a:solidFill>
                <a:latin typeface="Calibri"/>
                <a:ea typeface="Calibri"/>
                <a:cs typeface="Calibri"/>
                <a:sym typeface="Calibri"/>
              </a:endParaRPr>
            </a:p>
          </p:txBody>
        </p:sp>
      </p:grpSp>
      <p:sp>
        <p:nvSpPr>
          <p:cNvPr id="108" name="Google Shape;108;p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pic>
        <p:nvPicPr>
          <p:cNvPr descr="Image result for good presentation" id="109" name="Google Shape;109;p3"/>
          <p:cNvPicPr preferRelativeResize="0"/>
          <p:nvPr/>
        </p:nvPicPr>
        <p:blipFill rotWithShape="1">
          <a:blip r:embed="rId3">
            <a:alphaModFix/>
          </a:blip>
          <a:srcRect b="0" l="0" r="0" t="0"/>
          <a:stretch/>
        </p:blipFill>
        <p:spPr>
          <a:xfrm>
            <a:off x="9140703" y="1877714"/>
            <a:ext cx="2831534" cy="1880593"/>
          </a:xfrm>
          <a:prstGeom prst="rect">
            <a:avLst/>
          </a:prstGeom>
          <a:noFill/>
          <a:ln>
            <a:noFill/>
          </a:ln>
        </p:spPr>
      </p:pic>
      <p:pic>
        <p:nvPicPr>
          <p:cNvPr descr="Image result for good presentation" id="110" name="Google Shape;110;p3"/>
          <p:cNvPicPr preferRelativeResize="0"/>
          <p:nvPr/>
        </p:nvPicPr>
        <p:blipFill rotWithShape="1">
          <a:blip r:embed="rId4">
            <a:alphaModFix/>
          </a:blip>
          <a:srcRect b="0" l="0" r="0" t="0"/>
          <a:stretch/>
        </p:blipFill>
        <p:spPr>
          <a:xfrm>
            <a:off x="198507" y="4591374"/>
            <a:ext cx="2439713" cy="1700890"/>
          </a:xfrm>
          <a:prstGeom prst="rect">
            <a:avLst/>
          </a:prstGeom>
          <a:noFill/>
          <a:ln>
            <a:noFill/>
          </a:ln>
        </p:spPr>
      </p:pic>
      <p:sp>
        <p:nvSpPr>
          <p:cNvPr id="111" name="Google Shape;111;p3"/>
          <p:cNvSpPr txBox="1"/>
          <p:nvPr>
            <p:ph idx="11" type="ftr"/>
          </p:nvPr>
        </p:nvSpPr>
        <p:spPr>
          <a:xfrm>
            <a:off x="3686185" y="6459785"/>
            <a:ext cx="4822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DOC 314 Digital Skills for Higher Education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Planning</a:t>
            </a:r>
            <a:endParaRPr/>
          </a:p>
        </p:txBody>
      </p:sp>
      <p:sp>
        <p:nvSpPr>
          <p:cNvPr id="117" name="Google Shape;117;p4"/>
          <p:cNvSpPr txBox="1"/>
          <p:nvPr>
            <p:ph idx="1" type="body"/>
          </p:nvPr>
        </p:nvSpPr>
        <p:spPr>
          <a:xfrm>
            <a:off x="1371600" y="2286000"/>
            <a:ext cx="5126182" cy="3581400"/>
          </a:xfrm>
          <a:prstGeom prst="rect">
            <a:avLst/>
          </a:prstGeom>
          <a:noFill/>
          <a:ln>
            <a:noFill/>
          </a:ln>
        </p:spPr>
        <p:txBody>
          <a:bodyPr anchorCtr="0" anchor="t" bIns="45700" lIns="0" spcFirstLastPara="1" rIns="0" wrap="square" tIns="45700">
            <a:normAutofit lnSpcReduction="20000"/>
          </a:bodyPr>
          <a:lstStyle/>
          <a:p>
            <a:pPr indent="-152400" lvl="0" marL="91440" rtl="0" algn="l">
              <a:lnSpc>
                <a:spcPct val="90000"/>
              </a:lnSpc>
              <a:spcBef>
                <a:spcPts val="0"/>
              </a:spcBef>
              <a:spcAft>
                <a:spcPts val="0"/>
              </a:spcAft>
              <a:buSzPts val="2400"/>
              <a:buFont typeface="Noto Sans Symbols"/>
              <a:buChar char="▪"/>
            </a:pPr>
            <a:r>
              <a:rPr lang="en-US" sz="2400"/>
              <a:t>Understand the audience</a:t>
            </a:r>
            <a:endParaRPr/>
          </a:p>
          <a:p>
            <a:pPr indent="-152400" lvl="0" marL="91440" rtl="0" algn="l">
              <a:lnSpc>
                <a:spcPct val="90000"/>
              </a:lnSpc>
              <a:spcBef>
                <a:spcPts val="1400"/>
              </a:spcBef>
              <a:spcAft>
                <a:spcPts val="0"/>
              </a:spcAft>
              <a:buSzPts val="2400"/>
              <a:buFont typeface="Noto Sans Symbols"/>
              <a:buChar char="▪"/>
            </a:pPr>
            <a:r>
              <a:rPr lang="en-US" sz="2400"/>
              <a:t>Decide the topic</a:t>
            </a:r>
            <a:endParaRPr/>
          </a:p>
          <a:p>
            <a:pPr indent="-152400" lvl="0" marL="91440" rtl="0" algn="l">
              <a:lnSpc>
                <a:spcPct val="90000"/>
              </a:lnSpc>
              <a:spcBef>
                <a:spcPts val="1400"/>
              </a:spcBef>
              <a:spcAft>
                <a:spcPts val="0"/>
              </a:spcAft>
              <a:buSzPts val="2400"/>
              <a:buFont typeface="Noto Sans Symbols"/>
              <a:buChar char="▪"/>
            </a:pPr>
            <a:r>
              <a:rPr lang="en-US" sz="2400"/>
              <a:t>Inform the participants</a:t>
            </a:r>
            <a:endParaRPr/>
          </a:p>
          <a:p>
            <a:pPr indent="-152400" lvl="0" marL="91440" rtl="0" algn="l">
              <a:lnSpc>
                <a:spcPct val="90000"/>
              </a:lnSpc>
              <a:spcBef>
                <a:spcPts val="1400"/>
              </a:spcBef>
              <a:spcAft>
                <a:spcPts val="0"/>
              </a:spcAft>
              <a:buSzPts val="2400"/>
              <a:buFont typeface="Noto Sans Symbols"/>
              <a:buChar char="▪"/>
            </a:pPr>
            <a:r>
              <a:rPr lang="en-US" sz="2400"/>
              <a:t>Study and Master the contents</a:t>
            </a:r>
            <a:endParaRPr/>
          </a:p>
          <a:p>
            <a:pPr indent="-152400" lvl="0" marL="91440" rtl="0" algn="l">
              <a:lnSpc>
                <a:spcPct val="90000"/>
              </a:lnSpc>
              <a:spcBef>
                <a:spcPts val="1400"/>
              </a:spcBef>
              <a:spcAft>
                <a:spcPts val="0"/>
              </a:spcAft>
              <a:buSzPts val="2400"/>
              <a:buFont typeface="Noto Sans Symbols"/>
              <a:buChar char="▪"/>
            </a:pPr>
            <a:r>
              <a:rPr lang="en-US" sz="2400"/>
              <a:t>Decide the contents to cover</a:t>
            </a:r>
            <a:endParaRPr/>
          </a:p>
          <a:p>
            <a:pPr indent="-152400" lvl="0" marL="91440" rtl="0" algn="l">
              <a:lnSpc>
                <a:spcPct val="90000"/>
              </a:lnSpc>
              <a:spcBef>
                <a:spcPts val="1400"/>
              </a:spcBef>
              <a:spcAft>
                <a:spcPts val="0"/>
              </a:spcAft>
              <a:buSzPts val="2400"/>
              <a:buFont typeface="Noto Sans Symbols"/>
              <a:buChar char="▪"/>
            </a:pPr>
            <a:r>
              <a:rPr lang="en-US" sz="2400"/>
              <a:t>Outline the presentation</a:t>
            </a:r>
            <a:endParaRPr/>
          </a:p>
          <a:p>
            <a:pPr indent="-152400" lvl="0" marL="91440" rtl="0" algn="l">
              <a:lnSpc>
                <a:spcPct val="90000"/>
              </a:lnSpc>
              <a:spcBef>
                <a:spcPts val="1400"/>
              </a:spcBef>
              <a:spcAft>
                <a:spcPts val="0"/>
              </a:spcAft>
              <a:buSzPts val="2400"/>
              <a:buFont typeface="Noto Sans Symbols"/>
              <a:buChar char="▪"/>
            </a:pPr>
            <a:r>
              <a:rPr lang="en-US" sz="2400"/>
              <a:t>Arrange all the material / tools</a:t>
            </a:r>
            <a:endParaRPr/>
          </a:p>
          <a:p>
            <a:pPr indent="0" lvl="0" marL="0" rtl="0" algn="l">
              <a:lnSpc>
                <a:spcPct val="90000"/>
              </a:lnSpc>
              <a:spcBef>
                <a:spcPts val="1400"/>
              </a:spcBef>
              <a:spcAft>
                <a:spcPts val="0"/>
              </a:spcAft>
              <a:buSzPts val="2000"/>
              <a:buNone/>
            </a:pPr>
            <a:r>
              <a:t/>
            </a:r>
            <a:endParaRPr/>
          </a:p>
        </p:txBody>
      </p:sp>
      <p:sp>
        <p:nvSpPr>
          <p:cNvPr id="118" name="Google Shape;118;p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Open Sans"/>
                <a:ea typeface="Open Sans"/>
                <a:cs typeface="Open Sans"/>
                <a:sym typeface="Open Sans"/>
              </a:rPr>
              <a:t>‹#›</a:t>
            </a:fld>
            <a:endParaRPr>
              <a:solidFill>
                <a:schemeClr val="dk2"/>
              </a:solidFill>
              <a:latin typeface="Open Sans"/>
              <a:ea typeface="Open Sans"/>
              <a:cs typeface="Open Sans"/>
              <a:sym typeface="Open Sans"/>
            </a:endParaRPr>
          </a:p>
        </p:txBody>
      </p:sp>
      <p:pic>
        <p:nvPicPr>
          <p:cNvPr descr="Image result for planning for presentation" id="119" name="Google Shape;119;p4"/>
          <p:cNvPicPr preferRelativeResize="0"/>
          <p:nvPr/>
        </p:nvPicPr>
        <p:blipFill rotWithShape="1">
          <a:blip r:embed="rId3">
            <a:alphaModFix/>
          </a:blip>
          <a:srcRect b="0" l="0" r="0" t="0"/>
          <a:stretch/>
        </p:blipFill>
        <p:spPr>
          <a:xfrm>
            <a:off x="5708487" y="2280375"/>
            <a:ext cx="5888899" cy="3636395"/>
          </a:xfrm>
          <a:prstGeom prst="rect">
            <a:avLst/>
          </a:prstGeom>
          <a:noFill/>
          <a:ln>
            <a:noFill/>
          </a:ln>
        </p:spPr>
      </p:pic>
      <p:sp>
        <p:nvSpPr>
          <p:cNvPr id="120" name="Google Shape;120;p4"/>
          <p:cNvSpPr txBox="1"/>
          <p:nvPr>
            <p:ph idx="11" type="ftr"/>
          </p:nvPr>
        </p:nvSpPr>
        <p:spPr>
          <a:xfrm>
            <a:off x="3686185" y="6459785"/>
            <a:ext cx="4822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DOC 314 Digital Skills for Higher Education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Preparation</a:t>
            </a:r>
            <a:endParaRPr/>
          </a:p>
        </p:txBody>
      </p:sp>
      <p:sp>
        <p:nvSpPr>
          <p:cNvPr id="126" name="Google Shape;126;p5"/>
          <p:cNvSpPr txBox="1"/>
          <p:nvPr>
            <p:ph idx="1" type="body"/>
          </p:nvPr>
        </p:nvSpPr>
        <p:spPr>
          <a:xfrm>
            <a:off x="1371600" y="2286000"/>
            <a:ext cx="5250873" cy="3581400"/>
          </a:xfrm>
          <a:prstGeom prst="rect">
            <a:avLst/>
          </a:prstGeom>
          <a:noFill/>
          <a:ln>
            <a:noFill/>
          </a:ln>
        </p:spPr>
        <p:txBody>
          <a:bodyPr anchorCtr="0" anchor="t" bIns="45700" lIns="0" spcFirstLastPara="1" rIns="0" wrap="square" tIns="45700">
            <a:normAutofit/>
          </a:bodyPr>
          <a:lstStyle/>
          <a:p>
            <a:pPr indent="-165100" lvl="0" marL="91440" rtl="0" algn="l">
              <a:lnSpc>
                <a:spcPct val="90000"/>
              </a:lnSpc>
              <a:spcBef>
                <a:spcPts val="0"/>
              </a:spcBef>
              <a:spcAft>
                <a:spcPts val="0"/>
              </a:spcAft>
              <a:buSzPts val="2600"/>
              <a:buChar char="●"/>
            </a:pPr>
            <a:r>
              <a:rPr lang="en-US" sz="2600" u="sng">
                <a:solidFill>
                  <a:schemeClr val="hlink"/>
                </a:solidFill>
                <a:hlinkClick r:id="rId3"/>
              </a:rPr>
              <a:t>Prepare slides</a:t>
            </a:r>
            <a:endParaRPr sz="2600"/>
          </a:p>
          <a:p>
            <a:pPr indent="-165100" lvl="0" marL="91440" rtl="0" algn="l">
              <a:lnSpc>
                <a:spcPct val="90000"/>
              </a:lnSpc>
              <a:spcBef>
                <a:spcPts val="1400"/>
              </a:spcBef>
              <a:spcAft>
                <a:spcPts val="0"/>
              </a:spcAft>
              <a:buSzPts val="2600"/>
              <a:buFont typeface="Noto Sans Symbols"/>
              <a:buChar char="▪"/>
            </a:pPr>
            <a:r>
              <a:rPr lang="en-US" sz="2600"/>
              <a:t>Proof read</a:t>
            </a:r>
            <a:endParaRPr/>
          </a:p>
          <a:p>
            <a:pPr indent="-165100" lvl="0" marL="91440" rtl="0" algn="l">
              <a:lnSpc>
                <a:spcPct val="90000"/>
              </a:lnSpc>
              <a:spcBef>
                <a:spcPts val="1400"/>
              </a:spcBef>
              <a:spcAft>
                <a:spcPts val="0"/>
              </a:spcAft>
              <a:buSzPts val="2600"/>
              <a:buFont typeface="Noto Sans Symbols"/>
              <a:buChar char="▪"/>
            </a:pPr>
            <a:r>
              <a:rPr lang="en-US" sz="2600"/>
              <a:t>Prepare notes</a:t>
            </a:r>
            <a:endParaRPr/>
          </a:p>
          <a:p>
            <a:pPr indent="-182880" lvl="1" marL="384048" rtl="0" algn="l">
              <a:lnSpc>
                <a:spcPct val="90000"/>
              </a:lnSpc>
              <a:spcBef>
                <a:spcPts val="400"/>
              </a:spcBef>
              <a:spcAft>
                <a:spcPts val="0"/>
              </a:spcAft>
              <a:buSzPts val="2200"/>
              <a:buChar char="○"/>
            </a:pPr>
            <a:r>
              <a:rPr lang="en-US" sz="2200"/>
              <a:t>brief keywords and phrases, except maybe first couple of paragraphs.</a:t>
            </a:r>
            <a:endParaRPr/>
          </a:p>
        </p:txBody>
      </p:sp>
      <p:sp>
        <p:nvSpPr>
          <p:cNvPr id="127" name="Google Shape;127;p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Open Sans"/>
                <a:ea typeface="Open Sans"/>
                <a:cs typeface="Open Sans"/>
                <a:sym typeface="Open Sans"/>
              </a:rPr>
              <a:t>‹#›</a:t>
            </a:fld>
            <a:endParaRPr>
              <a:solidFill>
                <a:schemeClr val="dk2"/>
              </a:solidFill>
              <a:latin typeface="Open Sans"/>
              <a:ea typeface="Open Sans"/>
              <a:cs typeface="Open Sans"/>
              <a:sym typeface="Open Sans"/>
            </a:endParaRPr>
          </a:p>
        </p:txBody>
      </p:sp>
      <p:pic>
        <p:nvPicPr>
          <p:cNvPr descr="Image result for preparation for presentation" id="128" name="Google Shape;128;p5"/>
          <p:cNvPicPr preferRelativeResize="0"/>
          <p:nvPr/>
        </p:nvPicPr>
        <p:blipFill rotWithShape="1">
          <a:blip r:embed="rId4">
            <a:alphaModFix/>
          </a:blip>
          <a:srcRect b="0" l="0" r="0" t="0"/>
          <a:stretch/>
        </p:blipFill>
        <p:spPr>
          <a:xfrm>
            <a:off x="5751769" y="3951146"/>
            <a:ext cx="5317259" cy="2502240"/>
          </a:xfrm>
          <a:prstGeom prst="rect">
            <a:avLst/>
          </a:prstGeom>
          <a:noFill/>
          <a:ln>
            <a:noFill/>
          </a:ln>
        </p:spPr>
      </p:pic>
      <p:sp>
        <p:nvSpPr>
          <p:cNvPr id="129" name="Google Shape;129;p5"/>
          <p:cNvSpPr txBox="1"/>
          <p:nvPr>
            <p:ph idx="11" type="ftr"/>
          </p:nvPr>
        </p:nvSpPr>
        <p:spPr>
          <a:xfrm>
            <a:off x="3686185" y="6535985"/>
            <a:ext cx="4822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DOC 314 Digital Skills for Higher Education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Slides Structure</a:t>
            </a:r>
            <a:endParaRPr/>
          </a:p>
        </p:txBody>
      </p:sp>
      <p:sp>
        <p:nvSpPr>
          <p:cNvPr id="135" name="Google Shape;135;p6"/>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65100" lvl="0" marL="91440" rtl="0" algn="l">
              <a:lnSpc>
                <a:spcPct val="90000"/>
              </a:lnSpc>
              <a:spcBef>
                <a:spcPts val="0"/>
              </a:spcBef>
              <a:spcAft>
                <a:spcPts val="0"/>
              </a:spcAft>
              <a:buSzPts val="2600"/>
              <a:buFont typeface="Noto Sans Symbols"/>
              <a:buChar char="▪"/>
            </a:pPr>
            <a:r>
              <a:rPr lang="en-US" sz="2600"/>
              <a:t>Title Slide (1) Title, author, affiliation, acknowledgements</a:t>
            </a:r>
            <a:endParaRPr/>
          </a:p>
          <a:p>
            <a:pPr indent="-165100" lvl="0" marL="91440" rtl="0" algn="l">
              <a:lnSpc>
                <a:spcPct val="90000"/>
              </a:lnSpc>
              <a:spcBef>
                <a:spcPts val="1400"/>
              </a:spcBef>
              <a:spcAft>
                <a:spcPts val="0"/>
              </a:spcAft>
              <a:buSzPts val="2600"/>
              <a:buFont typeface="Noto Sans Symbols"/>
              <a:buChar char="▪"/>
            </a:pPr>
            <a:r>
              <a:rPr lang="en-US" sz="2600"/>
              <a:t>Rationale (1-2) Why this is interesting / objectives</a:t>
            </a:r>
            <a:endParaRPr/>
          </a:p>
          <a:p>
            <a:pPr indent="-165100" lvl="0" marL="91440" rtl="0" algn="l">
              <a:lnSpc>
                <a:spcPct val="90000"/>
              </a:lnSpc>
              <a:spcBef>
                <a:spcPts val="1400"/>
              </a:spcBef>
              <a:spcAft>
                <a:spcPts val="0"/>
              </a:spcAft>
              <a:buSzPts val="2600"/>
              <a:buFont typeface="Noto Sans Symbols"/>
              <a:buChar char="▪"/>
            </a:pPr>
            <a:r>
              <a:rPr lang="en-US" sz="2600"/>
              <a:t>Outline (1-2) What is covered</a:t>
            </a:r>
            <a:endParaRPr/>
          </a:p>
          <a:p>
            <a:pPr indent="-165100" lvl="0" marL="91440" rtl="0" algn="l">
              <a:lnSpc>
                <a:spcPct val="90000"/>
              </a:lnSpc>
              <a:spcBef>
                <a:spcPts val="1400"/>
              </a:spcBef>
              <a:spcAft>
                <a:spcPts val="0"/>
              </a:spcAft>
              <a:buSzPts val="2600"/>
              <a:buFont typeface="Noto Sans Symbols"/>
              <a:buChar char="▪"/>
            </a:pPr>
            <a:r>
              <a:rPr lang="en-US" sz="2600"/>
              <a:t>Contents (3...) The details</a:t>
            </a:r>
            <a:endParaRPr/>
          </a:p>
          <a:p>
            <a:pPr indent="-165100" lvl="0" marL="91440" rtl="0" algn="l">
              <a:lnSpc>
                <a:spcPct val="90000"/>
              </a:lnSpc>
              <a:spcBef>
                <a:spcPts val="1400"/>
              </a:spcBef>
              <a:spcAft>
                <a:spcPts val="0"/>
              </a:spcAft>
              <a:buSzPts val="2600"/>
              <a:buFont typeface="Noto Sans Symbols"/>
              <a:buChar char="▪"/>
            </a:pPr>
            <a:r>
              <a:rPr lang="en-US" sz="2600"/>
              <a:t>Summary (1) Key points to remember</a:t>
            </a:r>
            <a:endParaRPr/>
          </a:p>
          <a:p>
            <a:pPr indent="-165100" lvl="0" marL="91440" rtl="0" algn="l">
              <a:lnSpc>
                <a:spcPct val="90000"/>
              </a:lnSpc>
              <a:spcBef>
                <a:spcPts val="1400"/>
              </a:spcBef>
              <a:spcAft>
                <a:spcPts val="0"/>
              </a:spcAft>
              <a:buSzPts val="2600"/>
              <a:buFont typeface="Noto Sans Symbols"/>
              <a:buChar char="▪"/>
            </a:pPr>
            <a:r>
              <a:rPr lang="en-US" sz="2600"/>
              <a:t>Q/A</a:t>
            </a:r>
            <a:endParaRPr/>
          </a:p>
          <a:p>
            <a:pPr indent="0" lvl="0" marL="91440" rtl="0" algn="l">
              <a:lnSpc>
                <a:spcPct val="90000"/>
              </a:lnSpc>
              <a:spcBef>
                <a:spcPts val="1400"/>
              </a:spcBef>
              <a:spcAft>
                <a:spcPts val="0"/>
              </a:spcAft>
              <a:buSzPts val="2000"/>
              <a:buNone/>
            </a:pPr>
            <a:r>
              <a:t/>
            </a:r>
            <a:endParaRPr/>
          </a:p>
        </p:txBody>
      </p:sp>
      <p:sp>
        <p:nvSpPr>
          <p:cNvPr id="136" name="Google Shape;136;p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Open Sans"/>
                <a:ea typeface="Open Sans"/>
                <a:cs typeface="Open Sans"/>
                <a:sym typeface="Open Sans"/>
              </a:rPr>
              <a:t>‹#›</a:t>
            </a:fld>
            <a:endParaRPr>
              <a:solidFill>
                <a:schemeClr val="dk2"/>
              </a:solidFill>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Slides - Outline</a:t>
            </a:r>
            <a:endParaRPr/>
          </a:p>
        </p:txBody>
      </p:sp>
      <p:sp>
        <p:nvSpPr>
          <p:cNvPr id="142" name="Google Shape;142;p7"/>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65100" lvl="0" marL="91440" rtl="0" algn="l">
              <a:lnSpc>
                <a:spcPct val="90000"/>
              </a:lnSpc>
              <a:spcBef>
                <a:spcPts val="0"/>
              </a:spcBef>
              <a:spcAft>
                <a:spcPts val="0"/>
              </a:spcAft>
              <a:buSzPts val="2600"/>
              <a:buFont typeface="Noto Sans Symbols"/>
              <a:buChar char="▪"/>
            </a:pPr>
            <a:r>
              <a:rPr lang="en-US" sz="2600"/>
              <a:t>Make your 1st or 2nd slide an outline of your presentation</a:t>
            </a:r>
            <a:endParaRPr/>
          </a:p>
          <a:p>
            <a:pPr indent="-165100" lvl="0" marL="91440" rtl="0" algn="l">
              <a:lnSpc>
                <a:spcPct val="90000"/>
              </a:lnSpc>
              <a:spcBef>
                <a:spcPts val="1400"/>
              </a:spcBef>
              <a:spcAft>
                <a:spcPts val="0"/>
              </a:spcAft>
              <a:buSzPts val="2600"/>
              <a:buFont typeface="Noto Sans Symbols"/>
              <a:buChar char="▪"/>
            </a:pPr>
            <a:r>
              <a:rPr lang="en-US" sz="2600"/>
              <a:t>Follow the order of your outline for the rest of the presentation</a:t>
            </a:r>
            <a:endParaRPr/>
          </a:p>
          <a:p>
            <a:pPr indent="-165100" lvl="0" marL="91440" rtl="0" algn="l">
              <a:lnSpc>
                <a:spcPct val="90000"/>
              </a:lnSpc>
              <a:spcBef>
                <a:spcPts val="1400"/>
              </a:spcBef>
              <a:spcAft>
                <a:spcPts val="0"/>
              </a:spcAft>
              <a:buSzPts val="2600"/>
              <a:buFont typeface="Noto Sans Symbols"/>
              <a:buChar char="▪"/>
            </a:pPr>
            <a:r>
              <a:rPr lang="en-US" sz="2600"/>
              <a:t>Only place main points on the outline slide</a:t>
            </a:r>
            <a:endParaRPr/>
          </a:p>
          <a:p>
            <a:pPr indent="-165100" lvl="0" marL="91440" rtl="0" algn="l">
              <a:lnSpc>
                <a:spcPct val="90000"/>
              </a:lnSpc>
              <a:spcBef>
                <a:spcPts val="1400"/>
              </a:spcBef>
              <a:spcAft>
                <a:spcPts val="0"/>
              </a:spcAft>
              <a:buSzPts val="2600"/>
              <a:buFont typeface="Noto Sans Symbols"/>
              <a:buChar char="▪"/>
            </a:pPr>
            <a:r>
              <a:rPr lang="en-US" sz="2600"/>
              <a:t>Ex: Use the titles of each slide as main points</a:t>
            </a:r>
            <a:endParaRPr/>
          </a:p>
          <a:p>
            <a:pPr indent="0" lvl="0" marL="91440" rtl="0" algn="l">
              <a:lnSpc>
                <a:spcPct val="90000"/>
              </a:lnSpc>
              <a:spcBef>
                <a:spcPts val="1400"/>
              </a:spcBef>
              <a:spcAft>
                <a:spcPts val="0"/>
              </a:spcAft>
              <a:buSzPts val="2000"/>
              <a:buNone/>
            </a:pPr>
            <a:r>
              <a:t/>
            </a:r>
            <a:endParaRPr/>
          </a:p>
        </p:txBody>
      </p:sp>
      <p:sp>
        <p:nvSpPr>
          <p:cNvPr id="143" name="Google Shape;143;p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Open Sans"/>
                <a:ea typeface="Open Sans"/>
                <a:cs typeface="Open Sans"/>
                <a:sym typeface="Open Sans"/>
              </a:rPr>
              <a:t>‹#›</a:t>
            </a:fld>
            <a:endParaRPr>
              <a:solidFill>
                <a:schemeClr val="dk2"/>
              </a:solidFill>
              <a:latin typeface="Open Sans"/>
              <a:ea typeface="Open Sans"/>
              <a:cs typeface="Open Sans"/>
              <a:sym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Preparation of Slides – GOOD</a:t>
            </a:r>
            <a:endParaRPr/>
          </a:p>
        </p:txBody>
      </p:sp>
      <p:sp>
        <p:nvSpPr>
          <p:cNvPr id="149" name="Google Shape;149;p8"/>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65100" lvl="0" marL="91440" rtl="0" algn="l">
              <a:lnSpc>
                <a:spcPct val="90000"/>
              </a:lnSpc>
              <a:spcBef>
                <a:spcPts val="0"/>
              </a:spcBef>
              <a:spcAft>
                <a:spcPts val="0"/>
              </a:spcAft>
              <a:buSzPts val="2600"/>
              <a:buFont typeface="Noto Sans Symbols"/>
              <a:buChar char="▪"/>
            </a:pPr>
            <a:r>
              <a:rPr lang="en-US" sz="2600"/>
              <a:t>Use 1-2 slides per minute of your presentation</a:t>
            </a:r>
            <a:endParaRPr/>
          </a:p>
          <a:p>
            <a:pPr indent="-165100" lvl="0" marL="91440" rtl="0" algn="l">
              <a:lnSpc>
                <a:spcPct val="90000"/>
              </a:lnSpc>
              <a:spcBef>
                <a:spcPts val="1400"/>
              </a:spcBef>
              <a:spcAft>
                <a:spcPts val="0"/>
              </a:spcAft>
              <a:buSzPts val="2600"/>
              <a:buFont typeface="Noto Sans Symbols"/>
              <a:buChar char="▪"/>
            </a:pPr>
            <a:r>
              <a:rPr lang="en-US" sz="2600"/>
              <a:t>Write in point form, not complete sentences</a:t>
            </a:r>
            <a:endParaRPr/>
          </a:p>
          <a:p>
            <a:pPr indent="-165100" lvl="0" marL="91440" rtl="0" algn="l">
              <a:lnSpc>
                <a:spcPct val="90000"/>
              </a:lnSpc>
              <a:spcBef>
                <a:spcPts val="1400"/>
              </a:spcBef>
              <a:spcAft>
                <a:spcPts val="0"/>
              </a:spcAft>
              <a:buSzPts val="2600"/>
              <a:buFont typeface="Noto Sans Symbols"/>
              <a:buChar char="▪"/>
            </a:pPr>
            <a:r>
              <a:rPr lang="en-US" sz="2600"/>
              <a:t>Include 4-5 points per slide</a:t>
            </a:r>
            <a:endParaRPr/>
          </a:p>
          <a:p>
            <a:pPr indent="-165100" lvl="0" marL="91440" rtl="0" algn="l">
              <a:lnSpc>
                <a:spcPct val="90000"/>
              </a:lnSpc>
              <a:spcBef>
                <a:spcPts val="1400"/>
              </a:spcBef>
              <a:spcAft>
                <a:spcPts val="0"/>
              </a:spcAft>
              <a:buSzPts val="2600"/>
              <a:buFont typeface="Noto Sans Symbols"/>
              <a:buChar char="▪"/>
            </a:pPr>
            <a:r>
              <a:rPr lang="en-US" sz="2600"/>
              <a:t>Avoid wordiness: use key words and phrases only</a:t>
            </a:r>
            <a:endParaRPr/>
          </a:p>
          <a:p>
            <a:pPr indent="0" lvl="0" marL="91440" rtl="0" algn="l">
              <a:lnSpc>
                <a:spcPct val="90000"/>
              </a:lnSpc>
              <a:spcBef>
                <a:spcPts val="1400"/>
              </a:spcBef>
              <a:spcAft>
                <a:spcPts val="0"/>
              </a:spcAft>
              <a:buSzPts val="2000"/>
              <a:buNone/>
            </a:pPr>
            <a:r>
              <a:t/>
            </a:r>
            <a:endParaRPr/>
          </a:p>
        </p:txBody>
      </p:sp>
      <p:sp>
        <p:nvSpPr>
          <p:cNvPr id="150" name="Google Shape;150;p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Open Sans"/>
                <a:ea typeface="Open Sans"/>
                <a:cs typeface="Open Sans"/>
                <a:sym typeface="Open Sans"/>
              </a:rPr>
              <a:t>‹#›</a:t>
            </a:fld>
            <a:endParaRPr>
              <a:solidFill>
                <a:schemeClr val="dk2"/>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0" st="0"/>
                                            </p:txEl>
                                          </p:spTgt>
                                        </p:tgtEl>
                                        <p:attrNameLst>
                                          <p:attrName>style.visibility</p:attrName>
                                        </p:attrNameLst>
                                      </p:cBhvr>
                                      <p:to>
                                        <p:strVal val="visible"/>
                                      </p:to>
                                    </p:set>
                                    <p:animEffect filter="fade" transition="in">
                                      <p:cBhvr>
                                        <p:cTn dur="1000"/>
                                        <p:tgtEl>
                                          <p:spTgt spid="14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1" st="1"/>
                                            </p:txEl>
                                          </p:spTgt>
                                        </p:tgtEl>
                                        <p:attrNameLst>
                                          <p:attrName>style.visibility</p:attrName>
                                        </p:attrNameLst>
                                      </p:cBhvr>
                                      <p:to>
                                        <p:strVal val="visible"/>
                                      </p:to>
                                    </p:set>
                                    <p:animEffect filter="fade" transition="in">
                                      <p:cBhvr>
                                        <p:cTn dur="1000"/>
                                        <p:tgtEl>
                                          <p:spTgt spid="14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2" st="2"/>
                                            </p:txEl>
                                          </p:spTgt>
                                        </p:tgtEl>
                                        <p:attrNameLst>
                                          <p:attrName>style.visibility</p:attrName>
                                        </p:attrNameLst>
                                      </p:cBhvr>
                                      <p:to>
                                        <p:strVal val="visible"/>
                                      </p:to>
                                    </p:set>
                                    <p:animEffect filter="fade" transition="in">
                                      <p:cBhvr>
                                        <p:cTn dur="1000"/>
                                        <p:tgtEl>
                                          <p:spTgt spid="14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3" st="3"/>
                                            </p:txEl>
                                          </p:spTgt>
                                        </p:tgtEl>
                                        <p:attrNameLst>
                                          <p:attrName>style.visibility</p:attrName>
                                        </p:attrNameLst>
                                      </p:cBhvr>
                                      <p:to>
                                        <p:strVal val="visible"/>
                                      </p:to>
                                    </p:set>
                                    <p:animEffect filter="fade" transition="in">
                                      <p:cBhvr>
                                        <p:cTn dur="1000"/>
                                        <p:tgtEl>
                                          <p:spTgt spid="14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4" st="4"/>
                                            </p:txEl>
                                          </p:spTgt>
                                        </p:tgtEl>
                                        <p:attrNameLst>
                                          <p:attrName>style.visibility</p:attrName>
                                        </p:attrNameLst>
                                      </p:cBhvr>
                                      <p:to>
                                        <p:strVal val="visible"/>
                                      </p:to>
                                    </p:set>
                                    <p:animEffect filter="fade" transition="in">
                                      <p:cBhvr>
                                        <p:cTn dur="1000"/>
                                        <p:tgtEl>
                                          <p:spTgt spid="149">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Preparation of Slides– Is this good?</a:t>
            </a:r>
            <a:endParaRPr/>
          </a:p>
        </p:txBody>
      </p:sp>
      <p:sp>
        <p:nvSpPr>
          <p:cNvPr id="156" name="Google Shape;156;p9"/>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65100" lvl="0" marL="91440" rtl="0" algn="l">
              <a:lnSpc>
                <a:spcPct val="90000"/>
              </a:lnSpc>
              <a:spcBef>
                <a:spcPts val="0"/>
              </a:spcBef>
              <a:spcAft>
                <a:spcPts val="0"/>
              </a:spcAft>
              <a:buSzPts val="2600"/>
              <a:buChar char="●"/>
            </a:pPr>
            <a:r>
              <a:rPr lang="en-US" sz="2600"/>
              <a:t>This page contains too many words for a presentation slide. It is not written in point form, making it difficult both for your audience to read and for you to present each point. Although there are exactly the same number of points on this slide as the previous slide, it looks much more complicated. In short, your audience will spend too much time trying to read this paragraph instead of listening to you.</a:t>
            </a:r>
            <a:endParaRPr/>
          </a:p>
        </p:txBody>
      </p:sp>
      <p:sp>
        <p:nvSpPr>
          <p:cNvPr id="157" name="Google Shape;157;p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Open Sans"/>
                <a:ea typeface="Open Sans"/>
                <a:cs typeface="Open Sans"/>
                <a:sym typeface="Open Sans"/>
              </a:rPr>
              <a:t>‹#›</a:t>
            </a:fld>
            <a:endParaRPr>
              <a:solidFill>
                <a:schemeClr val="dk2"/>
              </a:solidFill>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Preparation of Slides– this is better</a:t>
            </a:r>
            <a:endParaRPr/>
          </a:p>
        </p:txBody>
      </p:sp>
      <p:sp>
        <p:nvSpPr>
          <p:cNvPr id="163" name="Google Shape;163;p10"/>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Char char="●"/>
            </a:pPr>
            <a:r>
              <a:rPr lang="en-US" sz="2400"/>
              <a:t>Show one point at a time:</a:t>
            </a:r>
            <a:endParaRPr/>
          </a:p>
          <a:p>
            <a:pPr indent="-182880" lvl="1" marL="384048" rtl="0" algn="l">
              <a:lnSpc>
                <a:spcPct val="90000"/>
              </a:lnSpc>
              <a:spcBef>
                <a:spcPts val="400"/>
              </a:spcBef>
              <a:spcAft>
                <a:spcPts val="0"/>
              </a:spcAft>
              <a:buSzPts val="2400"/>
              <a:buChar char="○"/>
            </a:pPr>
            <a:r>
              <a:rPr lang="en-US" sz="2400"/>
              <a:t>Will help audience concentrate on what you are saying</a:t>
            </a:r>
            <a:endParaRPr/>
          </a:p>
          <a:p>
            <a:pPr indent="-182880" lvl="1" marL="384048" rtl="0" algn="l">
              <a:lnSpc>
                <a:spcPct val="90000"/>
              </a:lnSpc>
              <a:spcBef>
                <a:spcPts val="600"/>
              </a:spcBef>
              <a:spcAft>
                <a:spcPts val="0"/>
              </a:spcAft>
              <a:buSzPts val="2400"/>
              <a:buChar char="○"/>
            </a:pPr>
            <a:r>
              <a:rPr lang="en-US" sz="2400"/>
              <a:t>Will prevent audience from reading ahead</a:t>
            </a:r>
            <a:endParaRPr/>
          </a:p>
          <a:p>
            <a:pPr indent="-182880" lvl="1" marL="384048" rtl="0" algn="l">
              <a:lnSpc>
                <a:spcPct val="90000"/>
              </a:lnSpc>
              <a:spcBef>
                <a:spcPts val="600"/>
              </a:spcBef>
              <a:spcAft>
                <a:spcPts val="0"/>
              </a:spcAft>
              <a:buSzPts val="2400"/>
              <a:buChar char="○"/>
            </a:pPr>
            <a:r>
              <a:rPr lang="en-US" sz="2400"/>
              <a:t> Will help you keep your presentation focused</a:t>
            </a:r>
            <a:endParaRPr/>
          </a:p>
          <a:p>
            <a:pPr indent="0" lvl="0" marL="91440" rtl="0" algn="l">
              <a:lnSpc>
                <a:spcPct val="90000"/>
              </a:lnSpc>
              <a:spcBef>
                <a:spcPts val="1600"/>
              </a:spcBef>
              <a:spcAft>
                <a:spcPts val="0"/>
              </a:spcAft>
              <a:buSzPts val="2000"/>
              <a:buNone/>
            </a:pPr>
            <a:r>
              <a:t/>
            </a:r>
            <a:endParaRPr/>
          </a:p>
        </p:txBody>
      </p:sp>
      <p:sp>
        <p:nvSpPr>
          <p:cNvPr id="164" name="Google Shape;164;p1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Open Sans"/>
                <a:ea typeface="Open Sans"/>
                <a:cs typeface="Open Sans"/>
                <a:sym typeface="Open Sans"/>
              </a:rPr>
              <a:t>‹#›</a:t>
            </a:fld>
            <a:endParaRPr>
              <a:solidFill>
                <a:schemeClr val="dk2"/>
              </a:solidFill>
              <a:latin typeface="Open Sans"/>
              <a:ea typeface="Open Sans"/>
              <a:cs typeface="Open Sans"/>
              <a:sym typeface="Open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Preparation of Slides - BAD</a:t>
            </a:r>
            <a:endParaRPr/>
          </a:p>
        </p:txBody>
      </p:sp>
      <p:sp>
        <p:nvSpPr>
          <p:cNvPr id="170" name="Google Shape;170;p11"/>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Font typeface="Noto Sans Symbols"/>
              <a:buChar char="▪"/>
            </a:pPr>
            <a:r>
              <a:rPr lang="en-US" sz="2400"/>
              <a:t>Overboard with the animation</a:t>
            </a:r>
            <a:endParaRPr/>
          </a:p>
          <a:p>
            <a:pPr indent="-152400" lvl="0" marL="91440" rtl="0" algn="l">
              <a:lnSpc>
                <a:spcPct val="90000"/>
              </a:lnSpc>
              <a:spcBef>
                <a:spcPts val="1400"/>
              </a:spcBef>
              <a:spcAft>
                <a:spcPts val="0"/>
              </a:spcAft>
              <a:buSzPts val="2400"/>
              <a:buFont typeface="Noto Sans Symbols"/>
              <a:buChar char="▪"/>
            </a:pPr>
            <a:r>
              <a:rPr lang="en-US" sz="2400"/>
              <a:t>Inconsistent with the animation that you use</a:t>
            </a:r>
            <a:endParaRPr/>
          </a:p>
          <a:p>
            <a:pPr indent="-152400" lvl="0" marL="91440" rtl="0" algn="l">
              <a:lnSpc>
                <a:spcPct val="90000"/>
              </a:lnSpc>
              <a:spcBef>
                <a:spcPts val="1400"/>
              </a:spcBef>
              <a:spcAft>
                <a:spcPts val="0"/>
              </a:spcAft>
              <a:buSzPts val="2400"/>
              <a:buFont typeface="Noto Sans Symbols"/>
              <a:buChar char="▪"/>
            </a:pPr>
            <a:r>
              <a:rPr lang="en-US" sz="2400"/>
              <a:t>Using distracting animation</a:t>
            </a:r>
            <a:endParaRPr/>
          </a:p>
          <a:p>
            <a:pPr indent="0" lvl="0" marL="91440" rtl="0" algn="l">
              <a:lnSpc>
                <a:spcPct val="90000"/>
              </a:lnSpc>
              <a:spcBef>
                <a:spcPts val="1400"/>
              </a:spcBef>
              <a:spcAft>
                <a:spcPts val="0"/>
              </a:spcAft>
              <a:buSzPts val="2000"/>
              <a:buNone/>
            </a:pPr>
            <a:r>
              <a:t/>
            </a:r>
            <a:endParaRPr/>
          </a:p>
        </p:txBody>
      </p:sp>
      <p:sp>
        <p:nvSpPr>
          <p:cNvPr id="171" name="Google Shape;171;p1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Open Sans"/>
                <a:ea typeface="Open Sans"/>
                <a:cs typeface="Open Sans"/>
                <a:sym typeface="Open Sans"/>
              </a:rPr>
              <a:t>‹#›</a:t>
            </a:fld>
            <a:endParaRPr>
              <a:solidFill>
                <a:schemeClr val="dk2"/>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0" st="0"/>
                                            </p:txEl>
                                          </p:spTgt>
                                        </p:tgtEl>
                                        <p:attrNameLst>
                                          <p:attrName>style.visibility</p:attrName>
                                        </p:attrNameLst>
                                      </p:cBhvr>
                                      <p:to>
                                        <p:strVal val="visible"/>
                                      </p:to>
                                    </p:set>
                                    <p:animEffect filter="fade" transition="in">
                                      <p:cBhvr>
                                        <p:cTn dur="1000"/>
                                        <p:tgtEl>
                                          <p:spTgt spid="17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1" st="1"/>
                                            </p:txEl>
                                          </p:spTgt>
                                        </p:tgtEl>
                                        <p:attrNameLst>
                                          <p:attrName>style.visibility</p:attrName>
                                        </p:attrNameLst>
                                      </p:cBhvr>
                                      <p:to>
                                        <p:strVal val="visible"/>
                                      </p:to>
                                    </p:set>
                                    <p:animEffect filter="fade" transition="in">
                                      <p:cBhvr>
                                        <p:cTn dur="1000"/>
                                        <p:tgtEl>
                                          <p:spTgt spid="17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2" st="2"/>
                                            </p:txEl>
                                          </p:spTgt>
                                        </p:tgtEl>
                                        <p:attrNameLst>
                                          <p:attrName>style.visibility</p:attrName>
                                        </p:attrNameLst>
                                      </p:cBhvr>
                                      <p:to>
                                        <p:strVal val="visible"/>
                                      </p:to>
                                    </p:set>
                                    <p:animEffect filter="fade" transition="in">
                                      <p:cBhvr>
                                        <p:cTn dur="1000"/>
                                        <p:tgtEl>
                                          <p:spTgt spid="17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3" st="3"/>
                                            </p:txEl>
                                          </p:spTgt>
                                        </p:tgtEl>
                                        <p:attrNameLst>
                                          <p:attrName>style.visibility</p:attrName>
                                        </p:attrNameLst>
                                      </p:cBhvr>
                                      <p:to>
                                        <p:strVal val="visible"/>
                                      </p:to>
                                    </p:set>
                                    <p:animEffect filter="fade" transition="in">
                                      <p:cBhvr>
                                        <p:cTn dur="1000"/>
                                        <p:tgtEl>
                                          <p:spTgt spid="170">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Fonts - GOOD</a:t>
            </a:r>
            <a:endParaRPr/>
          </a:p>
        </p:txBody>
      </p:sp>
      <p:sp>
        <p:nvSpPr>
          <p:cNvPr id="177" name="Google Shape;177;p12"/>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77800" lvl="0" marL="91440" rtl="0" algn="l">
              <a:lnSpc>
                <a:spcPct val="90000"/>
              </a:lnSpc>
              <a:spcBef>
                <a:spcPts val="0"/>
              </a:spcBef>
              <a:spcAft>
                <a:spcPts val="0"/>
              </a:spcAft>
              <a:buSzPts val="2800"/>
              <a:buFont typeface="Noto Sans Symbols"/>
              <a:buChar char="▪"/>
            </a:pPr>
            <a:r>
              <a:rPr lang="en-US" sz="2800"/>
              <a:t>Use appropriate font style and size.</a:t>
            </a:r>
            <a:endParaRPr/>
          </a:p>
          <a:p>
            <a:pPr indent="-177800" lvl="0" marL="91440" rtl="0" algn="l">
              <a:lnSpc>
                <a:spcPct val="90000"/>
              </a:lnSpc>
              <a:spcBef>
                <a:spcPts val="1400"/>
              </a:spcBef>
              <a:spcAft>
                <a:spcPts val="0"/>
              </a:spcAft>
              <a:buSzPts val="2800"/>
              <a:buFont typeface="Noto Sans Symbols"/>
              <a:buChar char="▪"/>
            </a:pPr>
            <a:r>
              <a:rPr lang="en-US" sz="2800"/>
              <a:t>Use different size fonts for main points and </a:t>
            </a:r>
            <a:endParaRPr/>
          </a:p>
          <a:p>
            <a:pPr indent="-182880" lvl="1" marL="384048" rtl="0" algn="l">
              <a:lnSpc>
                <a:spcPct val="90000"/>
              </a:lnSpc>
              <a:spcBef>
                <a:spcPts val="400"/>
              </a:spcBef>
              <a:spcAft>
                <a:spcPts val="0"/>
              </a:spcAft>
              <a:buSzPts val="2400"/>
              <a:buFont typeface="Courier New"/>
              <a:buChar char="o"/>
            </a:pPr>
            <a:r>
              <a:rPr lang="en-US" sz="2400"/>
              <a:t>secondary points.</a:t>
            </a:r>
            <a:endParaRPr/>
          </a:p>
          <a:p>
            <a:pPr indent="-177800" lvl="0" marL="91440" rtl="0" algn="l">
              <a:lnSpc>
                <a:spcPct val="90000"/>
              </a:lnSpc>
              <a:spcBef>
                <a:spcPts val="1600"/>
              </a:spcBef>
              <a:spcAft>
                <a:spcPts val="0"/>
              </a:spcAft>
              <a:buSzPts val="2800"/>
              <a:buFont typeface="Noto Sans Symbols"/>
              <a:buChar char="▪"/>
            </a:pPr>
            <a:r>
              <a:rPr lang="en-US" sz="2800"/>
              <a:t>Use a standard font like Times New Roman or Arial.</a:t>
            </a:r>
            <a:endParaRPr/>
          </a:p>
        </p:txBody>
      </p:sp>
      <p:sp>
        <p:nvSpPr>
          <p:cNvPr id="178" name="Google Shape;178;p1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Open Sans"/>
                <a:ea typeface="Open Sans"/>
                <a:cs typeface="Open Sans"/>
                <a:sym typeface="Open Sans"/>
              </a:rPr>
              <a:t>‹#›</a:t>
            </a:fld>
            <a:endParaRPr>
              <a:solidFill>
                <a:schemeClr val="dk2"/>
              </a:solidFill>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Fonts - BAD</a:t>
            </a:r>
            <a:endParaRPr/>
          </a:p>
        </p:txBody>
      </p:sp>
      <p:sp>
        <p:nvSpPr>
          <p:cNvPr id="184" name="Google Shape;184;p13"/>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91440" lvl="0" marL="91440" rtl="0" algn="l">
              <a:lnSpc>
                <a:spcPct val="90000"/>
              </a:lnSpc>
              <a:spcBef>
                <a:spcPts val="0"/>
              </a:spcBef>
              <a:spcAft>
                <a:spcPts val="0"/>
              </a:spcAft>
              <a:buSzPts val="1200"/>
              <a:buFont typeface="Noto Sans Symbols"/>
              <a:buChar char="▪"/>
            </a:pPr>
            <a:r>
              <a:rPr lang="en-US" sz="1200"/>
              <a:t>If you use a small font, your audience won’t be able to read what you have written</a:t>
            </a:r>
            <a:endParaRPr/>
          </a:p>
          <a:p>
            <a:pPr indent="0" lvl="0" marL="91440" rtl="0" algn="l">
              <a:lnSpc>
                <a:spcPct val="90000"/>
              </a:lnSpc>
              <a:spcBef>
                <a:spcPts val="1400"/>
              </a:spcBef>
              <a:spcAft>
                <a:spcPts val="0"/>
              </a:spcAft>
              <a:buSzPts val="2000"/>
              <a:buFont typeface="Noto Sans Symbols"/>
              <a:buNone/>
            </a:pPr>
            <a:r>
              <a:t/>
            </a:r>
            <a:endParaRPr/>
          </a:p>
          <a:p>
            <a:pPr indent="-177800" lvl="0" marL="91440" rtl="0" algn="l">
              <a:lnSpc>
                <a:spcPct val="90000"/>
              </a:lnSpc>
              <a:spcBef>
                <a:spcPts val="1400"/>
              </a:spcBef>
              <a:spcAft>
                <a:spcPts val="0"/>
              </a:spcAft>
              <a:buSzPts val="2800"/>
              <a:buFont typeface="Noto Sans Symbols"/>
              <a:buChar char="▪"/>
            </a:pPr>
            <a:r>
              <a:rPr lang="en-US" sz="2800"/>
              <a:t>CAPITALIZE ONLY WHEN NECESSARY. IT IS DIFFICULT TO READ.</a:t>
            </a:r>
            <a:endParaRPr/>
          </a:p>
          <a:p>
            <a:pPr indent="0" lvl="0" marL="91440" rtl="0" algn="l">
              <a:lnSpc>
                <a:spcPct val="90000"/>
              </a:lnSpc>
              <a:spcBef>
                <a:spcPts val="1400"/>
              </a:spcBef>
              <a:spcAft>
                <a:spcPts val="0"/>
              </a:spcAft>
              <a:buSzPts val="2800"/>
              <a:buFont typeface="Noto Sans Symbols"/>
              <a:buNone/>
            </a:pPr>
            <a:r>
              <a:t/>
            </a:r>
            <a:endParaRPr sz="2800"/>
          </a:p>
          <a:p>
            <a:pPr indent="-177800" lvl="0" marL="91440" rtl="0" algn="l">
              <a:lnSpc>
                <a:spcPct val="90000"/>
              </a:lnSpc>
              <a:spcBef>
                <a:spcPts val="1400"/>
              </a:spcBef>
              <a:spcAft>
                <a:spcPts val="0"/>
              </a:spcAft>
              <a:buSzPts val="2800"/>
              <a:buFont typeface="Noto Sans Symbols"/>
              <a:buChar char="▪"/>
            </a:pPr>
            <a:r>
              <a:rPr lang="en-US" sz="2800">
                <a:latin typeface="Sigmar One"/>
                <a:ea typeface="Sigmar One"/>
                <a:cs typeface="Sigmar One"/>
                <a:sym typeface="Sigmar One"/>
              </a:rPr>
              <a:t>Don’t use a complicated font</a:t>
            </a:r>
            <a:endParaRPr/>
          </a:p>
          <a:p>
            <a:pPr indent="0" lvl="0" marL="91440" rtl="0" algn="l">
              <a:lnSpc>
                <a:spcPct val="90000"/>
              </a:lnSpc>
              <a:spcBef>
                <a:spcPts val="1400"/>
              </a:spcBef>
              <a:spcAft>
                <a:spcPts val="0"/>
              </a:spcAft>
              <a:buSzPts val="2000"/>
              <a:buNone/>
            </a:pPr>
            <a:r>
              <a:t/>
            </a:r>
            <a:endParaRPr/>
          </a:p>
        </p:txBody>
      </p:sp>
      <p:sp>
        <p:nvSpPr>
          <p:cNvPr id="185" name="Google Shape;185;p1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Open Sans"/>
                <a:ea typeface="Open Sans"/>
                <a:cs typeface="Open Sans"/>
                <a:sym typeface="Open Sans"/>
              </a:rPr>
              <a:t>‹#›</a:t>
            </a:fld>
            <a:endParaRPr>
              <a:solidFill>
                <a:schemeClr val="dk2"/>
              </a:solidFill>
              <a:latin typeface="Open Sans"/>
              <a:ea typeface="Open Sans"/>
              <a:cs typeface="Open Sans"/>
              <a:sym typeface="Open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Colour - GOOD</a:t>
            </a:r>
            <a:endParaRPr/>
          </a:p>
        </p:txBody>
      </p:sp>
      <p:sp>
        <p:nvSpPr>
          <p:cNvPr id="191" name="Google Shape;191;p14"/>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65100" lvl="0" marL="91440" rtl="0" algn="l">
              <a:lnSpc>
                <a:spcPct val="90000"/>
              </a:lnSpc>
              <a:spcBef>
                <a:spcPts val="0"/>
              </a:spcBef>
              <a:spcAft>
                <a:spcPts val="0"/>
              </a:spcAft>
              <a:buSzPts val="2600"/>
              <a:buFont typeface="Noto Sans Symbols"/>
              <a:buChar char="▪"/>
            </a:pPr>
            <a:r>
              <a:rPr lang="en-US" sz="2600"/>
              <a:t>Use a color of font that contrasts sharply with the background.</a:t>
            </a:r>
            <a:endParaRPr/>
          </a:p>
          <a:p>
            <a:pPr indent="-182880" lvl="1" marL="384048" rtl="0" algn="l">
              <a:lnSpc>
                <a:spcPct val="90000"/>
              </a:lnSpc>
              <a:spcBef>
                <a:spcPts val="400"/>
              </a:spcBef>
              <a:spcAft>
                <a:spcPts val="0"/>
              </a:spcAft>
              <a:buSzPts val="2200"/>
              <a:buFont typeface="Courier New"/>
              <a:buChar char="o"/>
            </a:pPr>
            <a:r>
              <a:rPr lang="en-US" sz="2200"/>
              <a:t>Ex: blue font on white background</a:t>
            </a:r>
            <a:endParaRPr/>
          </a:p>
          <a:p>
            <a:pPr indent="-68579" lvl="1" marL="384048" rtl="0" algn="l">
              <a:lnSpc>
                <a:spcPct val="90000"/>
              </a:lnSpc>
              <a:spcBef>
                <a:spcPts val="600"/>
              </a:spcBef>
              <a:spcAft>
                <a:spcPts val="0"/>
              </a:spcAft>
              <a:buSzPts val="1800"/>
              <a:buFont typeface="Noto Sans Symbols"/>
              <a:buNone/>
            </a:pPr>
            <a:r>
              <a:t/>
            </a:r>
            <a:endParaRPr/>
          </a:p>
          <a:p>
            <a:pPr indent="-165100" lvl="0" marL="91440" rtl="0" algn="l">
              <a:lnSpc>
                <a:spcPct val="90000"/>
              </a:lnSpc>
              <a:spcBef>
                <a:spcPts val="1600"/>
              </a:spcBef>
              <a:spcAft>
                <a:spcPts val="0"/>
              </a:spcAft>
              <a:buSzPts val="2600"/>
              <a:buFont typeface="Noto Sans Symbols"/>
              <a:buChar char="▪"/>
            </a:pPr>
            <a:r>
              <a:rPr lang="en-US" sz="2600"/>
              <a:t>Use color to reinforce the logic of your structure.</a:t>
            </a:r>
            <a:endParaRPr/>
          </a:p>
          <a:p>
            <a:pPr indent="-182880" lvl="1" marL="384048" rtl="0" algn="l">
              <a:lnSpc>
                <a:spcPct val="90000"/>
              </a:lnSpc>
              <a:spcBef>
                <a:spcPts val="400"/>
              </a:spcBef>
              <a:spcAft>
                <a:spcPts val="0"/>
              </a:spcAft>
              <a:buSzPts val="2200"/>
              <a:buFont typeface="Courier New"/>
              <a:buChar char="o"/>
            </a:pPr>
            <a:r>
              <a:rPr lang="en-US" sz="2200"/>
              <a:t>Ex: light blue title and dark blue text</a:t>
            </a:r>
            <a:endParaRPr/>
          </a:p>
          <a:p>
            <a:pPr indent="-68579" lvl="1" marL="384048" rtl="0" algn="l">
              <a:lnSpc>
                <a:spcPct val="90000"/>
              </a:lnSpc>
              <a:spcBef>
                <a:spcPts val="600"/>
              </a:spcBef>
              <a:spcAft>
                <a:spcPts val="0"/>
              </a:spcAft>
              <a:buSzPts val="1800"/>
              <a:buFont typeface="Noto Sans Symbols"/>
              <a:buNone/>
            </a:pPr>
            <a:r>
              <a:t/>
            </a:r>
            <a:endParaRPr/>
          </a:p>
          <a:p>
            <a:pPr indent="-165100" lvl="0" marL="91440" rtl="0" algn="l">
              <a:lnSpc>
                <a:spcPct val="90000"/>
              </a:lnSpc>
              <a:spcBef>
                <a:spcPts val="1600"/>
              </a:spcBef>
              <a:spcAft>
                <a:spcPts val="0"/>
              </a:spcAft>
              <a:buSzPts val="2600"/>
              <a:buFont typeface="Noto Sans Symbols"/>
              <a:buChar char="▪"/>
            </a:pPr>
            <a:r>
              <a:rPr lang="en-US" sz="2600"/>
              <a:t>Use color to emphasize a point.</a:t>
            </a:r>
            <a:endParaRPr/>
          </a:p>
          <a:p>
            <a:pPr indent="-182880" lvl="1" marL="384048" rtl="0" algn="l">
              <a:lnSpc>
                <a:spcPct val="90000"/>
              </a:lnSpc>
              <a:spcBef>
                <a:spcPts val="400"/>
              </a:spcBef>
              <a:spcAft>
                <a:spcPts val="0"/>
              </a:spcAft>
              <a:buSzPts val="2200"/>
              <a:buFont typeface="Courier New"/>
              <a:buChar char="o"/>
            </a:pPr>
            <a:r>
              <a:rPr lang="en-US" sz="2200">
                <a:solidFill>
                  <a:srgbClr val="FF0000"/>
                </a:solidFill>
              </a:rPr>
              <a:t>But only use this occasionally</a:t>
            </a:r>
            <a:endParaRPr/>
          </a:p>
          <a:p>
            <a:pPr indent="0" lvl="0" marL="91440" rtl="0" algn="l">
              <a:lnSpc>
                <a:spcPct val="90000"/>
              </a:lnSpc>
              <a:spcBef>
                <a:spcPts val="1600"/>
              </a:spcBef>
              <a:spcAft>
                <a:spcPts val="0"/>
              </a:spcAft>
              <a:buSzPts val="2000"/>
              <a:buNone/>
            </a:pPr>
            <a:r>
              <a:t/>
            </a:r>
            <a:endParaRPr/>
          </a:p>
        </p:txBody>
      </p:sp>
      <p:sp>
        <p:nvSpPr>
          <p:cNvPr id="192" name="Google Shape;192;p1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Open Sans"/>
                <a:ea typeface="Open Sans"/>
                <a:cs typeface="Open Sans"/>
                <a:sym typeface="Open Sans"/>
              </a:rPr>
              <a:t>‹#›</a:t>
            </a:fld>
            <a:endParaRPr>
              <a:solidFill>
                <a:schemeClr val="dk2"/>
              </a:solidFill>
              <a:latin typeface="Open Sans"/>
              <a:ea typeface="Open Sans"/>
              <a:cs typeface="Open Sans"/>
              <a:sym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5"/>
          <p:cNvSpPr txBox="1"/>
          <p:nvPr>
            <p:ph type="title"/>
          </p:nvPr>
        </p:nvSpPr>
        <p:spPr>
          <a:xfrm>
            <a:off x="1371599" y="333609"/>
            <a:ext cx="9601200" cy="14859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Colour - BAD</a:t>
            </a:r>
            <a:endParaRPr/>
          </a:p>
        </p:txBody>
      </p:sp>
      <p:sp>
        <p:nvSpPr>
          <p:cNvPr id="198" name="Google Shape;198;p15"/>
          <p:cNvSpPr txBox="1"/>
          <p:nvPr>
            <p:ph idx="1" type="body"/>
          </p:nvPr>
        </p:nvSpPr>
        <p:spPr>
          <a:xfrm>
            <a:off x="1371599" y="1819509"/>
            <a:ext cx="9975273" cy="4204855"/>
          </a:xfrm>
          <a:prstGeom prst="rect">
            <a:avLst/>
          </a:prstGeom>
          <a:noFill/>
          <a:ln>
            <a:noFill/>
          </a:ln>
        </p:spPr>
        <p:txBody>
          <a:bodyPr anchorCtr="0" anchor="t" bIns="45700" lIns="0" spcFirstLastPara="1" rIns="0" wrap="square" tIns="45700">
            <a:noAutofit/>
          </a:bodyPr>
          <a:lstStyle/>
          <a:p>
            <a:pPr indent="-165100" lvl="0" marL="91440" rtl="0" algn="l">
              <a:lnSpc>
                <a:spcPct val="150000"/>
              </a:lnSpc>
              <a:spcBef>
                <a:spcPts val="0"/>
              </a:spcBef>
              <a:spcAft>
                <a:spcPts val="0"/>
              </a:spcAft>
              <a:buSzPts val="2600"/>
              <a:buFont typeface="Noto Sans Symbols"/>
              <a:buChar char="▪"/>
            </a:pPr>
            <a:r>
              <a:rPr lang="en-US" sz="2600">
                <a:solidFill>
                  <a:srgbClr val="FFFF00"/>
                </a:solidFill>
              </a:rPr>
              <a:t>Using a font colour that does not contrast with the background colour is hard to read.</a:t>
            </a:r>
            <a:endParaRPr/>
          </a:p>
          <a:p>
            <a:pPr indent="-165100" lvl="0" marL="91440" rtl="0" algn="l">
              <a:lnSpc>
                <a:spcPct val="150000"/>
              </a:lnSpc>
              <a:spcBef>
                <a:spcPts val="1400"/>
              </a:spcBef>
              <a:spcAft>
                <a:spcPts val="0"/>
              </a:spcAft>
              <a:buSzPts val="2600"/>
              <a:buFont typeface="Noto Sans Symbols"/>
              <a:buChar char="▪"/>
            </a:pPr>
            <a:r>
              <a:rPr lang="en-US" sz="2600"/>
              <a:t>Using colour for decoration is </a:t>
            </a:r>
            <a:r>
              <a:rPr lang="en-US" sz="2600">
                <a:solidFill>
                  <a:srgbClr val="00B0F0"/>
                </a:solidFill>
              </a:rPr>
              <a:t>distracting</a:t>
            </a:r>
            <a:r>
              <a:rPr lang="en-US" sz="2600"/>
              <a:t> and </a:t>
            </a:r>
            <a:r>
              <a:rPr lang="en-US" sz="2600">
                <a:solidFill>
                  <a:srgbClr val="00B0F0"/>
                </a:solidFill>
              </a:rPr>
              <a:t>annoying</a:t>
            </a:r>
            <a:r>
              <a:rPr lang="en-US" sz="2600"/>
              <a:t>.</a:t>
            </a:r>
            <a:endParaRPr/>
          </a:p>
          <a:p>
            <a:pPr indent="-165100" lvl="0" marL="91440" rtl="0" algn="l">
              <a:lnSpc>
                <a:spcPct val="150000"/>
              </a:lnSpc>
              <a:spcBef>
                <a:spcPts val="1400"/>
              </a:spcBef>
              <a:spcAft>
                <a:spcPts val="0"/>
              </a:spcAft>
              <a:buSzPts val="2600"/>
              <a:buFont typeface="Noto Sans Symbols"/>
              <a:buChar char="▪"/>
            </a:pPr>
            <a:r>
              <a:rPr lang="en-US" sz="2600">
                <a:solidFill>
                  <a:srgbClr val="F115E1"/>
                </a:solidFill>
              </a:rPr>
              <a:t>Using a different colour for each point is unnecessary.</a:t>
            </a:r>
            <a:endParaRPr/>
          </a:p>
          <a:p>
            <a:pPr indent="-165100" lvl="0" marL="91440" rtl="0" algn="l">
              <a:lnSpc>
                <a:spcPct val="150000"/>
              </a:lnSpc>
              <a:spcBef>
                <a:spcPts val="1400"/>
              </a:spcBef>
              <a:spcAft>
                <a:spcPts val="0"/>
              </a:spcAft>
              <a:buSzPts val="2600"/>
              <a:buFont typeface="Noto Sans Symbols"/>
              <a:buChar char="▪"/>
            </a:pPr>
            <a:r>
              <a:rPr lang="en-US" sz="2600">
                <a:solidFill>
                  <a:srgbClr val="FF0000"/>
                </a:solidFill>
              </a:rPr>
              <a:t>Using a different colour for secondary points is also unnecessary.</a:t>
            </a:r>
            <a:endParaRPr/>
          </a:p>
          <a:p>
            <a:pPr indent="-165100" lvl="0" marL="91440" rtl="0" algn="l">
              <a:lnSpc>
                <a:spcPct val="150000"/>
              </a:lnSpc>
              <a:spcBef>
                <a:spcPts val="1400"/>
              </a:spcBef>
              <a:spcAft>
                <a:spcPts val="0"/>
              </a:spcAft>
              <a:buSzPts val="2600"/>
              <a:buFont typeface="Noto Sans Symbols"/>
              <a:buChar char="▪"/>
            </a:pPr>
            <a:r>
              <a:rPr lang="en-US" sz="2600">
                <a:solidFill>
                  <a:srgbClr val="00B050"/>
                </a:solidFill>
              </a:rPr>
              <a:t>Trying</a:t>
            </a:r>
            <a:r>
              <a:rPr lang="en-US" sz="2600">
                <a:solidFill>
                  <a:srgbClr val="FF0000"/>
                </a:solidFill>
              </a:rPr>
              <a:t> </a:t>
            </a:r>
            <a:r>
              <a:rPr lang="en-US" sz="2600">
                <a:solidFill>
                  <a:srgbClr val="00B0F0"/>
                </a:solidFill>
              </a:rPr>
              <a:t>to</a:t>
            </a:r>
            <a:r>
              <a:rPr lang="en-US" sz="2600">
                <a:solidFill>
                  <a:srgbClr val="FF0000"/>
                </a:solidFill>
              </a:rPr>
              <a:t> </a:t>
            </a:r>
            <a:r>
              <a:rPr lang="en-US" sz="2600">
                <a:solidFill>
                  <a:srgbClr val="DAD6B1"/>
                </a:solidFill>
              </a:rPr>
              <a:t>be</a:t>
            </a:r>
            <a:r>
              <a:rPr lang="en-US" sz="2600">
                <a:solidFill>
                  <a:srgbClr val="FF0000"/>
                </a:solidFill>
              </a:rPr>
              <a:t> creative </a:t>
            </a:r>
            <a:r>
              <a:rPr lang="en-US" sz="2600">
                <a:solidFill>
                  <a:srgbClr val="002060"/>
                </a:solidFill>
              </a:rPr>
              <a:t>can</a:t>
            </a:r>
            <a:r>
              <a:rPr lang="en-US" sz="2600">
                <a:solidFill>
                  <a:srgbClr val="FF0000"/>
                </a:solidFill>
              </a:rPr>
              <a:t> </a:t>
            </a:r>
            <a:r>
              <a:rPr lang="en-US" sz="2600">
                <a:solidFill>
                  <a:srgbClr val="00B050"/>
                </a:solidFill>
              </a:rPr>
              <a:t>also</a:t>
            </a:r>
            <a:r>
              <a:rPr lang="en-US" sz="2600">
                <a:solidFill>
                  <a:srgbClr val="FF0000"/>
                </a:solidFill>
              </a:rPr>
              <a:t> </a:t>
            </a:r>
            <a:r>
              <a:rPr lang="en-US" sz="2600">
                <a:solidFill>
                  <a:srgbClr val="7030A0"/>
                </a:solidFill>
              </a:rPr>
              <a:t>be</a:t>
            </a:r>
            <a:r>
              <a:rPr lang="en-US" sz="2600">
                <a:solidFill>
                  <a:srgbClr val="FF0000"/>
                </a:solidFill>
              </a:rPr>
              <a:t> </a:t>
            </a:r>
            <a:r>
              <a:rPr lang="en-US" sz="2600">
                <a:solidFill>
                  <a:srgbClr val="F115E1"/>
                </a:solidFill>
              </a:rPr>
              <a:t>bad.</a:t>
            </a:r>
            <a:endParaRPr/>
          </a:p>
          <a:p>
            <a:pPr indent="0" lvl="0" marL="91440" rtl="0" algn="l">
              <a:lnSpc>
                <a:spcPct val="90000"/>
              </a:lnSpc>
              <a:spcBef>
                <a:spcPts val="1400"/>
              </a:spcBef>
              <a:spcAft>
                <a:spcPts val="0"/>
              </a:spcAft>
              <a:buSzPts val="2400"/>
              <a:buNone/>
            </a:pPr>
            <a:r>
              <a:t/>
            </a:r>
            <a:endParaRPr sz="2400"/>
          </a:p>
        </p:txBody>
      </p:sp>
      <p:sp>
        <p:nvSpPr>
          <p:cNvPr id="199" name="Google Shape;199;p1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Open Sans"/>
                <a:ea typeface="Open Sans"/>
                <a:cs typeface="Open Sans"/>
                <a:sym typeface="Open Sans"/>
              </a:rPr>
              <a:t>‹#›</a:t>
            </a:fld>
            <a:endParaRPr>
              <a:solidFill>
                <a:schemeClr val="dk2"/>
              </a:solidFill>
              <a:latin typeface="Open Sans"/>
              <a:ea typeface="Open Sans"/>
              <a:cs typeface="Open Sans"/>
              <a:sym typeface="Ope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Background - GOOD</a:t>
            </a:r>
            <a:endParaRPr/>
          </a:p>
        </p:txBody>
      </p:sp>
      <p:sp>
        <p:nvSpPr>
          <p:cNvPr id="205" name="Google Shape;205;p16"/>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65100" lvl="0" marL="91440" rtl="0" algn="l">
              <a:lnSpc>
                <a:spcPct val="150000"/>
              </a:lnSpc>
              <a:spcBef>
                <a:spcPts val="0"/>
              </a:spcBef>
              <a:spcAft>
                <a:spcPts val="0"/>
              </a:spcAft>
              <a:buSzPts val="2600"/>
              <a:buFont typeface="Noto Sans Symbols"/>
              <a:buChar char="▪"/>
            </a:pPr>
            <a:r>
              <a:rPr lang="en-US" sz="2600"/>
              <a:t>Use backgrounds such as this one that are attractive but simple.</a:t>
            </a:r>
            <a:endParaRPr/>
          </a:p>
          <a:p>
            <a:pPr indent="-165100" lvl="0" marL="91440" rtl="0" algn="l">
              <a:lnSpc>
                <a:spcPct val="150000"/>
              </a:lnSpc>
              <a:spcBef>
                <a:spcPts val="1400"/>
              </a:spcBef>
              <a:spcAft>
                <a:spcPts val="0"/>
              </a:spcAft>
              <a:buSzPts val="2600"/>
              <a:buFont typeface="Noto Sans Symbols"/>
              <a:buChar char="▪"/>
            </a:pPr>
            <a:r>
              <a:rPr lang="en-US" sz="2600"/>
              <a:t>Use backgrounds which are light.</a:t>
            </a:r>
            <a:endParaRPr/>
          </a:p>
          <a:p>
            <a:pPr indent="-165100" lvl="0" marL="91440" rtl="0" algn="l">
              <a:lnSpc>
                <a:spcPct val="150000"/>
              </a:lnSpc>
              <a:spcBef>
                <a:spcPts val="1400"/>
              </a:spcBef>
              <a:spcAft>
                <a:spcPts val="0"/>
              </a:spcAft>
              <a:buSzPts val="2600"/>
              <a:buFont typeface="Noto Sans Symbols"/>
              <a:buChar char="▪"/>
            </a:pPr>
            <a:r>
              <a:rPr lang="en-US" sz="2600"/>
              <a:t>Use the same background consistently throughout your presentation.</a:t>
            </a:r>
            <a:endParaRPr/>
          </a:p>
          <a:p>
            <a:pPr indent="0" lvl="0" marL="91440" rtl="0" algn="l">
              <a:lnSpc>
                <a:spcPct val="90000"/>
              </a:lnSpc>
              <a:spcBef>
                <a:spcPts val="1400"/>
              </a:spcBef>
              <a:spcAft>
                <a:spcPts val="0"/>
              </a:spcAft>
              <a:buSzPts val="2000"/>
              <a:buNone/>
            </a:pPr>
            <a:r>
              <a:t/>
            </a:r>
            <a:endParaRPr/>
          </a:p>
        </p:txBody>
      </p:sp>
      <p:sp>
        <p:nvSpPr>
          <p:cNvPr id="206" name="Google Shape;206;p1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Open Sans"/>
                <a:ea typeface="Open Sans"/>
                <a:cs typeface="Open Sans"/>
                <a:sym typeface="Open Sans"/>
              </a:rPr>
              <a:t>‹#›</a:t>
            </a:fld>
            <a:endParaRPr>
              <a:solidFill>
                <a:schemeClr val="dk2"/>
              </a:solidFill>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Background – BAD</a:t>
            </a:r>
            <a:endParaRPr/>
          </a:p>
        </p:txBody>
      </p:sp>
      <p:sp>
        <p:nvSpPr>
          <p:cNvPr id="212" name="Google Shape;212;p17"/>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2000"/>
              <a:buNone/>
            </a:pPr>
            <a:r>
              <a:rPr lang="en-US"/>
              <a:t> </a:t>
            </a:r>
            <a:endParaRPr/>
          </a:p>
        </p:txBody>
      </p:sp>
      <p:sp>
        <p:nvSpPr>
          <p:cNvPr id="213" name="Google Shape;213;p1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Open Sans"/>
                <a:ea typeface="Open Sans"/>
                <a:cs typeface="Open Sans"/>
                <a:sym typeface="Open Sans"/>
              </a:rPr>
              <a:t>‹#›</a:t>
            </a:fld>
            <a:endParaRPr>
              <a:solidFill>
                <a:schemeClr val="dk2"/>
              </a:solidFill>
              <a:latin typeface="Open Sans"/>
              <a:ea typeface="Open Sans"/>
              <a:cs typeface="Open Sans"/>
              <a:sym typeface="Open Sans"/>
            </a:endParaRPr>
          </a:p>
        </p:txBody>
      </p:sp>
      <p:pic>
        <p:nvPicPr>
          <p:cNvPr id="214" name="Google Shape;214;p17"/>
          <p:cNvPicPr preferRelativeResize="0"/>
          <p:nvPr/>
        </p:nvPicPr>
        <p:blipFill rotWithShape="1">
          <a:blip r:embed="rId3">
            <a:alphaModFix/>
          </a:blip>
          <a:srcRect b="0" l="-82" r="980" t="1887"/>
          <a:stretch/>
        </p:blipFill>
        <p:spPr>
          <a:xfrm>
            <a:off x="1147152" y="1845734"/>
            <a:ext cx="10065331" cy="425881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Tables - BAD</a:t>
            </a:r>
            <a:endParaRPr/>
          </a:p>
        </p:txBody>
      </p:sp>
      <p:sp>
        <p:nvSpPr>
          <p:cNvPr id="220" name="Google Shape;220;p18"/>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2000"/>
              <a:buNone/>
            </a:pPr>
            <a:r>
              <a:rPr lang="en-US"/>
              <a:t> </a:t>
            </a:r>
            <a:endParaRPr/>
          </a:p>
        </p:txBody>
      </p:sp>
      <p:sp>
        <p:nvSpPr>
          <p:cNvPr id="221" name="Google Shape;221;p1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Open Sans"/>
                <a:ea typeface="Open Sans"/>
                <a:cs typeface="Open Sans"/>
                <a:sym typeface="Open Sans"/>
              </a:rPr>
              <a:t>‹#›</a:t>
            </a:fld>
            <a:endParaRPr>
              <a:solidFill>
                <a:schemeClr val="dk2"/>
              </a:solidFill>
              <a:latin typeface="Open Sans"/>
              <a:ea typeface="Open Sans"/>
              <a:cs typeface="Open Sans"/>
              <a:sym typeface="Open Sans"/>
            </a:endParaRPr>
          </a:p>
        </p:txBody>
      </p:sp>
      <p:pic>
        <p:nvPicPr>
          <p:cNvPr id="222" name="Google Shape;222;p18"/>
          <p:cNvPicPr preferRelativeResize="0"/>
          <p:nvPr/>
        </p:nvPicPr>
        <p:blipFill rotWithShape="1">
          <a:blip r:embed="rId3">
            <a:alphaModFix/>
          </a:blip>
          <a:srcRect b="0" l="0" r="0" t="0"/>
          <a:stretch/>
        </p:blipFill>
        <p:spPr>
          <a:xfrm>
            <a:off x="1221829" y="2171700"/>
            <a:ext cx="10538175" cy="249728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Graphs - GOOD</a:t>
            </a:r>
            <a:endParaRPr/>
          </a:p>
        </p:txBody>
      </p:sp>
      <p:sp>
        <p:nvSpPr>
          <p:cNvPr id="228" name="Google Shape;228;p19"/>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65100" lvl="0" marL="91440" rtl="0" algn="l">
              <a:lnSpc>
                <a:spcPct val="90000"/>
              </a:lnSpc>
              <a:spcBef>
                <a:spcPts val="0"/>
              </a:spcBef>
              <a:spcAft>
                <a:spcPts val="0"/>
              </a:spcAft>
              <a:buSzPts val="2600"/>
              <a:buFont typeface="Noto Sans Symbols"/>
              <a:buChar char="▪"/>
            </a:pPr>
            <a:r>
              <a:rPr lang="en-US" sz="2600"/>
              <a:t>Use graphs rather than just charts and words;</a:t>
            </a:r>
            <a:endParaRPr/>
          </a:p>
          <a:p>
            <a:pPr indent="-182880" lvl="1" marL="384048" rtl="0" algn="l">
              <a:lnSpc>
                <a:spcPct val="90000"/>
              </a:lnSpc>
              <a:spcBef>
                <a:spcPts val="400"/>
              </a:spcBef>
              <a:spcAft>
                <a:spcPts val="0"/>
              </a:spcAft>
              <a:buSzPts val="2200"/>
              <a:buFont typeface="Courier New"/>
              <a:buChar char="o"/>
            </a:pPr>
            <a:r>
              <a:rPr lang="en-US" sz="2200"/>
              <a:t>Data in graphs is easier to comprehend &amp; retain than is raw data,</a:t>
            </a:r>
            <a:endParaRPr/>
          </a:p>
          <a:p>
            <a:pPr indent="-182880" lvl="1" marL="384048" rtl="0" algn="l">
              <a:lnSpc>
                <a:spcPct val="90000"/>
              </a:lnSpc>
              <a:spcBef>
                <a:spcPts val="600"/>
              </a:spcBef>
              <a:spcAft>
                <a:spcPts val="0"/>
              </a:spcAft>
              <a:buSzPts val="2200"/>
              <a:buFont typeface="Courier New"/>
              <a:buChar char="o"/>
            </a:pPr>
            <a:r>
              <a:rPr lang="en-US" sz="2200"/>
              <a:t>Trends are easier to visualize in graph form.</a:t>
            </a:r>
            <a:endParaRPr/>
          </a:p>
          <a:p>
            <a:pPr indent="-68579" lvl="1" marL="384048" rtl="0" algn="l">
              <a:lnSpc>
                <a:spcPct val="90000"/>
              </a:lnSpc>
              <a:spcBef>
                <a:spcPts val="600"/>
              </a:spcBef>
              <a:spcAft>
                <a:spcPts val="0"/>
              </a:spcAft>
              <a:buSzPts val="1800"/>
              <a:buNone/>
            </a:pPr>
            <a:r>
              <a:t/>
            </a:r>
            <a:endParaRPr/>
          </a:p>
          <a:p>
            <a:pPr indent="-165100" lvl="0" marL="91440" rtl="0" algn="l">
              <a:lnSpc>
                <a:spcPct val="90000"/>
              </a:lnSpc>
              <a:spcBef>
                <a:spcPts val="1600"/>
              </a:spcBef>
              <a:spcAft>
                <a:spcPts val="0"/>
              </a:spcAft>
              <a:buSzPts val="2600"/>
              <a:buFont typeface="Noto Sans Symbols"/>
              <a:buChar char="▪"/>
            </a:pPr>
            <a:r>
              <a:rPr lang="en-US" sz="2600"/>
              <a:t>Always title your graphs.</a:t>
            </a:r>
            <a:endParaRPr/>
          </a:p>
          <a:p>
            <a:pPr indent="0" lvl="0" marL="91440" rtl="0" algn="l">
              <a:lnSpc>
                <a:spcPct val="90000"/>
              </a:lnSpc>
              <a:spcBef>
                <a:spcPts val="1400"/>
              </a:spcBef>
              <a:spcAft>
                <a:spcPts val="0"/>
              </a:spcAft>
              <a:buSzPts val="2000"/>
              <a:buNone/>
            </a:pPr>
            <a:r>
              <a:t/>
            </a:r>
            <a:endParaRPr/>
          </a:p>
        </p:txBody>
      </p:sp>
      <p:sp>
        <p:nvSpPr>
          <p:cNvPr id="229" name="Google Shape;229;p1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Open Sans"/>
                <a:ea typeface="Open Sans"/>
                <a:cs typeface="Open Sans"/>
                <a:sym typeface="Open Sans"/>
              </a:rPr>
              <a:t>‹#›</a:t>
            </a:fld>
            <a:endParaRPr>
              <a:solidFill>
                <a:schemeClr val="dk2"/>
              </a:solidFill>
              <a:latin typeface="Open Sans"/>
              <a:ea typeface="Open Sans"/>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Graphs - GOOD</a:t>
            </a:r>
            <a:endParaRPr/>
          </a:p>
        </p:txBody>
      </p:sp>
      <p:sp>
        <p:nvSpPr>
          <p:cNvPr id="235" name="Google Shape;235;p20"/>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2000"/>
              <a:buNone/>
            </a:pPr>
            <a:r>
              <a:rPr lang="en-US"/>
              <a:t> </a:t>
            </a:r>
            <a:endParaRPr/>
          </a:p>
        </p:txBody>
      </p:sp>
      <p:sp>
        <p:nvSpPr>
          <p:cNvPr id="236" name="Google Shape;236;p2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Open Sans"/>
                <a:ea typeface="Open Sans"/>
                <a:cs typeface="Open Sans"/>
                <a:sym typeface="Open Sans"/>
              </a:rPr>
              <a:t>‹#›</a:t>
            </a:fld>
            <a:endParaRPr>
              <a:solidFill>
                <a:schemeClr val="dk2"/>
              </a:solidFill>
              <a:latin typeface="Open Sans"/>
              <a:ea typeface="Open Sans"/>
              <a:cs typeface="Open Sans"/>
              <a:sym typeface="Open Sans"/>
            </a:endParaRPr>
          </a:p>
        </p:txBody>
      </p:sp>
      <p:pic>
        <p:nvPicPr>
          <p:cNvPr id="237" name="Google Shape;237;p20"/>
          <p:cNvPicPr preferRelativeResize="0"/>
          <p:nvPr/>
        </p:nvPicPr>
        <p:blipFill rotWithShape="1">
          <a:blip r:embed="rId3">
            <a:alphaModFix/>
          </a:blip>
          <a:srcRect b="0" l="0" r="0" t="0"/>
          <a:stretch/>
        </p:blipFill>
        <p:spPr>
          <a:xfrm>
            <a:off x="2179968" y="1860141"/>
            <a:ext cx="7984464" cy="443311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Graphs - BAD</a:t>
            </a:r>
            <a:endParaRPr/>
          </a:p>
        </p:txBody>
      </p:sp>
      <p:sp>
        <p:nvSpPr>
          <p:cNvPr id="243" name="Google Shape;243;p21"/>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2000"/>
              <a:buNone/>
            </a:pPr>
            <a:r>
              <a:rPr lang="en-US"/>
              <a:t> </a:t>
            </a:r>
            <a:endParaRPr/>
          </a:p>
        </p:txBody>
      </p:sp>
      <p:sp>
        <p:nvSpPr>
          <p:cNvPr id="244" name="Google Shape;244;p2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Open Sans"/>
                <a:ea typeface="Open Sans"/>
                <a:cs typeface="Open Sans"/>
                <a:sym typeface="Open Sans"/>
              </a:rPr>
              <a:t>‹#›</a:t>
            </a:fld>
            <a:endParaRPr>
              <a:solidFill>
                <a:schemeClr val="dk2"/>
              </a:solidFill>
              <a:latin typeface="Open Sans"/>
              <a:ea typeface="Open Sans"/>
              <a:cs typeface="Open Sans"/>
              <a:sym typeface="Open Sans"/>
            </a:endParaRPr>
          </a:p>
        </p:txBody>
      </p:sp>
      <p:pic>
        <p:nvPicPr>
          <p:cNvPr id="245" name="Google Shape;245;p21"/>
          <p:cNvPicPr preferRelativeResize="0"/>
          <p:nvPr/>
        </p:nvPicPr>
        <p:blipFill rotWithShape="1">
          <a:blip r:embed="rId3">
            <a:alphaModFix/>
          </a:blip>
          <a:srcRect b="0" l="0" r="0" t="0"/>
          <a:stretch/>
        </p:blipFill>
        <p:spPr>
          <a:xfrm>
            <a:off x="1967788" y="1845734"/>
            <a:ext cx="8317384" cy="439502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Graphs - BAD</a:t>
            </a:r>
            <a:endParaRPr/>
          </a:p>
        </p:txBody>
      </p:sp>
      <p:sp>
        <p:nvSpPr>
          <p:cNvPr id="251" name="Google Shape;251;p22"/>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lnSpcReduction="20000"/>
          </a:bodyPr>
          <a:lstStyle/>
          <a:p>
            <a:pPr indent="-165100" lvl="0" marL="91440" rtl="0" algn="l">
              <a:lnSpc>
                <a:spcPct val="150000"/>
              </a:lnSpc>
              <a:spcBef>
                <a:spcPts val="0"/>
              </a:spcBef>
              <a:spcAft>
                <a:spcPts val="0"/>
              </a:spcAft>
              <a:buSzPts val="2600"/>
              <a:buFont typeface="Noto Sans Symbols"/>
              <a:buChar char="▪"/>
            </a:pPr>
            <a:r>
              <a:rPr lang="en-US" sz="2600"/>
              <a:t>Minor gridlines are unnecessary</a:t>
            </a:r>
            <a:endParaRPr/>
          </a:p>
          <a:p>
            <a:pPr indent="-165100" lvl="0" marL="91440" rtl="0" algn="l">
              <a:lnSpc>
                <a:spcPct val="150000"/>
              </a:lnSpc>
              <a:spcBef>
                <a:spcPts val="1400"/>
              </a:spcBef>
              <a:spcAft>
                <a:spcPts val="0"/>
              </a:spcAft>
              <a:buSzPts val="2600"/>
              <a:buFont typeface="Noto Sans Symbols"/>
              <a:buChar char="▪"/>
            </a:pPr>
            <a:r>
              <a:rPr lang="en-US" sz="2600"/>
              <a:t>Font is too small</a:t>
            </a:r>
            <a:endParaRPr/>
          </a:p>
          <a:p>
            <a:pPr indent="-165100" lvl="0" marL="91440" rtl="0" algn="l">
              <a:lnSpc>
                <a:spcPct val="150000"/>
              </a:lnSpc>
              <a:spcBef>
                <a:spcPts val="1400"/>
              </a:spcBef>
              <a:spcAft>
                <a:spcPts val="0"/>
              </a:spcAft>
              <a:buSzPts val="2600"/>
              <a:buFont typeface="Noto Sans Symbols"/>
              <a:buChar char="▪"/>
            </a:pPr>
            <a:r>
              <a:rPr lang="en-US" sz="2600"/>
              <a:t>Colours are illogical</a:t>
            </a:r>
            <a:endParaRPr/>
          </a:p>
          <a:p>
            <a:pPr indent="-165100" lvl="0" marL="91440" rtl="0" algn="l">
              <a:lnSpc>
                <a:spcPct val="150000"/>
              </a:lnSpc>
              <a:spcBef>
                <a:spcPts val="1400"/>
              </a:spcBef>
              <a:spcAft>
                <a:spcPts val="0"/>
              </a:spcAft>
              <a:buSzPts val="2600"/>
              <a:buFont typeface="Noto Sans Symbols"/>
              <a:buChar char="▪"/>
            </a:pPr>
            <a:r>
              <a:rPr lang="en-US" sz="2600"/>
              <a:t>Title is missing</a:t>
            </a:r>
            <a:endParaRPr/>
          </a:p>
          <a:p>
            <a:pPr indent="-165100" lvl="0" marL="91440" rtl="0" algn="l">
              <a:lnSpc>
                <a:spcPct val="150000"/>
              </a:lnSpc>
              <a:spcBef>
                <a:spcPts val="1400"/>
              </a:spcBef>
              <a:spcAft>
                <a:spcPts val="0"/>
              </a:spcAft>
              <a:buSzPts val="2600"/>
              <a:buFont typeface="Noto Sans Symbols"/>
              <a:buChar char="▪"/>
            </a:pPr>
            <a:r>
              <a:rPr lang="en-US" sz="2600"/>
              <a:t>Shading is distracting</a:t>
            </a:r>
            <a:endParaRPr/>
          </a:p>
          <a:p>
            <a:pPr indent="0" lvl="0" marL="91440" rtl="0" algn="l">
              <a:lnSpc>
                <a:spcPct val="90000"/>
              </a:lnSpc>
              <a:spcBef>
                <a:spcPts val="1400"/>
              </a:spcBef>
              <a:spcAft>
                <a:spcPts val="0"/>
              </a:spcAft>
              <a:buSzPts val="2000"/>
              <a:buNone/>
            </a:pPr>
            <a:r>
              <a:t/>
            </a:r>
            <a:endParaRPr/>
          </a:p>
        </p:txBody>
      </p:sp>
      <p:sp>
        <p:nvSpPr>
          <p:cNvPr id="252" name="Google Shape;252;p2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Open Sans"/>
                <a:ea typeface="Open Sans"/>
                <a:cs typeface="Open Sans"/>
                <a:sym typeface="Open Sans"/>
              </a:rPr>
              <a:t>‹#›</a:t>
            </a:fld>
            <a:endParaRPr>
              <a:solidFill>
                <a:schemeClr val="dk2"/>
              </a:solidFill>
              <a:latin typeface="Open Sans"/>
              <a:ea typeface="Open Sans"/>
              <a:cs typeface="Open Sans"/>
              <a:sym typeface="Open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Spelling and Grammar</a:t>
            </a:r>
            <a:endParaRPr/>
          </a:p>
        </p:txBody>
      </p:sp>
      <p:sp>
        <p:nvSpPr>
          <p:cNvPr id="258" name="Google Shape;258;p23"/>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65100" lvl="0" marL="91440" rtl="0" algn="l">
              <a:lnSpc>
                <a:spcPct val="100000"/>
              </a:lnSpc>
              <a:spcBef>
                <a:spcPts val="0"/>
              </a:spcBef>
              <a:spcAft>
                <a:spcPts val="0"/>
              </a:spcAft>
              <a:buSzPts val="2600"/>
              <a:buFont typeface="Noto Sans Symbols"/>
              <a:buChar char="▪"/>
            </a:pPr>
            <a:r>
              <a:rPr lang="en-US" sz="2600"/>
              <a:t>Proof read your slides for:</a:t>
            </a:r>
            <a:endParaRPr/>
          </a:p>
          <a:p>
            <a:pPr indent="-182880" lvl="1" marL="384048" rtl="0" algn="l">
              <a:lnSpc>
                <a:spcPct val="100000"/>
              </a:lnSpc>
              <a:spcBef>
                <a:spcPts val="400"/>
              </a:spcBef>
              <a:spcAft>
                <a:spcPts val="0"/>
              </a:spcAft>
              <a:buSzPts val="2200"/>
              <a:buChar char="○"/>
            </a:pPr>
            <a:r>
              <a:rPr lang="en-US" sz="2200">
                <a:solidFill>
                  <a:srgbClr val="FF0000"/>
                </a:solidFill>
              </a:rPr>
              <a:t>speling</a:t>
            </a:r>
            <a:r>
              <a:rPr lang="en-US" sz="2200"/>
              <a:t> mistakes</a:t>
            </a:r>
            <a:endParaRPr/>
          </a:p>
          <a:p>
            <a:pPr indent="-182880" lvl="1" marL="384048" rtl="0" algn="l">
              <a:lnSpc>
                <a:spcPct val="100000"/>
              </a:lnSpc>
              <a:spcBef>
                <a:spcPts val="600"/>
              </a:spcBef>
              <a:spcAft>
                <a:spcPts val="0"/>
              </a:spcAft>
              <a:buSzPts val="2200"/>
              <a:buChar char="○"/>
            </a:pPr>
            <a:r>
              <a:rPr lang="en-US" sz="2200"/>
              <a:t>the use of </a:t>
            </a:r>
            <a:r>
              <a:rPr lang="en-US" sz="2200">
                <a:solidFill>
                  <a:srgbClr val="FF0000"/>
                </a:solidFill>
              </a:rPr>
              <a:t>of</a:t>
            </a:r>
            <a:r>
              <a:rPr lang="en-US" sz="2200"/>
              <a:t> repeated words</a:t>
            </a:r>
            <a:endParaRPr/>
          </a:p>
          <a:p>
            <a:pPr indent="-182880" lvl="1" marL="384048" rtl="0" algn="l">
              <a:lnSpc>
                <a:spcPct val="100000"/>
              </a:lnSpc>
              <a:spcBef>
                <a:spcPts val="600"/>
              </a:spcBef>
              <a:spcAft>
                <a:spcPts val="0"/>
              </a:spcAft>
              <a:buSzPts val="2200"/>
              <a:buChar char="○"/>
            </a:pPr>
            <a:r>
              <a:rPr lang="en-US" sz="2200"/>
              <a:t>grammatical errors you might have </a:t>
            </a:r>
            <a:r>
              <a:rPr lang="en-US" sz="2200">
                <a:solidFill>
                  <a:srgbClr val="FF0000"/>
                </a:solidFill>
              </a:rPr>
              <a:t>make</a:t>
            </a:r>
            <a:endParaRPr/>
          </a:p>
          <a:p>
            <a:pPr indent="-68579" lvl="1" marL="384048" rtl="0" algn="l">
              <a:lnSpc>
                <a:spcPct val="100000"/>
              </a:lnSpc>
              <a:spcBef>
                <a:spcPts val="600"/>
              </a:spcBef>
              <a:spcAft>
                <a:spcPts val="0"/>
              </a:spcAft>
              <a:buSzPts val="1800"/>
              <a:buNone/>
            </a:pPr>
            <a:r>
              <a:t/>
            </a:r>
            <a:endParaRPr/>
          </a:p>
          <a:p>
            <a:pPr indent="-165100" lvl="0" marL="91440" rtl="0" algn="l">
              <a:lnSpc>
                <a:spcPct val="100000"/>
              </a:lnSpc>
              <a:spcBef>
                <a:spcPts val="1600"/>
              </a:spcBef>
              <a:spcAft>
                <a:spcPts val="0"/>
              </a:spcAft>
              <a:buSzPts val="2600"/>
              <a:buFont typeface="Noto Sans Symbols"/>
              <a:buChar char="▪"/>
            </a:pPr>
            <a:r>
              <a:rPr lang="en-US" sz="2600"/>
              <a:t>If English is not your first language, please have someone else check your presentation!</a:t>
            </a:r>
            <a:endParaRPr/>
          </a:p>
          <a:p>
            <a:pPr indent="0" lvl="0" marL="91440" rtl="0" algn="l">
              <a:lnSpc>
                <a:spcPct val="90000"/>
              </a:lnSpc>
              <a:spcBef>
                <a:spcPts val="1400"/>
              </a:spcBef>
              <a:spcAft>
                <a:spcPts val="0"/>
              </a:spcAft>
              <a:buSzPts val="2000"/>
              <a:buNone/>
            </a:pPr>
            <a:r>
              <a:t/>
            </a:r>
            <a:endParaRPr/>
          </a:p>
        </p:txBody>
      </p:sp>
      <p:sp>
        <p:nvSpPr>
          <p:cNvPr id="259" name="Google Shape;259;p2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Open Sans"/>
                <a:ea typeface="Open Sans"/>
                <a:cs typeface="Open Sans"/>
                <a:sym typeface="Open Sans"/>
              </a:rPr>
              <a:t>‹#›</a:t>
            </a:fld>
            <a:endParaRPr>
              <a:solidFill>
                <a:schemeClr val="dk2"/>
              </a:solidFill>
              <a:latin typeface="Open Sans"/>
              <a:ea typeface="Open Sans"/>
              <a:cs typeface="Open Sans"/>
              <a:sym typeface="Open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Slide - Conclusion</a:t>
            </a:r>
            <a:endParaRPr/>
          </a:p>
        </p:txBody>
      </p:sp>
      <p:sp>
        <p:nvSpPr>
          <p:cNvPr id="265" name="Google Shape;265;p24"/>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65100" lvl="0" marL="91440" rtl="0" algn="l">
              <a:lnSpc>
                <a:spcPct val="150000"/>
              </a:lnSpc>
              <a:spcBef>
                <a:spcPts val="0"/>
              </a:spcBef>
              <a:spcAft>
                <a:spcPts val="0"/>
              </a:spcAft>
              <a:buSzPts val="2600"/>
              <a:buFont typeface="Noto Sans Symbols"/>
              <a:buChar char="▪"/>
            </a:pPr>
            <a:r>
              <a:rPr lang="en-US" sz="2600"/>
              <a:t>Use an effective and strong closing.</a:t>
            </a:r>
            <a:endParaRPr/>
          </a:p>
          <a:p>
            <a:pPr indent="-165100" lvl="0" marL="91440" rtl="0" algn="l">
              <a:lnSpc>
                <a:spcPct val="150000"/>
              </a:lnSpc>
              <a:spcBef>
                <a:spcPts val="1400"/>
              </a:spcBef>
              <a:spcAft>
                <a:spcPts val="0"/>
              </a:spcAft>
              <a:buSzPts val="2600"/>
              <a:buFont typeface="Noto Sans Symbols"/>
              <a:buChar char="▪"/>
            </a:pPr>
            <a:r>
              <a:rPr lang="en-US" sz="2600"/>
              <a:t>Your audience is likely to remember your last words.</a:t>
            </a:r>
            <a:endParaRPr/>
          </a:p>
          <a:p>
            <a:pPr indent="-165100" lvl="0" marL="91440" rtl="0" algn="l">
              <a:lnSpc>
                <a:spcPct val="150000"/>
              </a:lnSpc>
              <a:spcBef>
                <a:spcPts val="1400"/>
              </a:spcBef>
              <a:spcAft>
                <a:spcPts val="0"/>
              </a:spcAft>
              <a:buSzPts val="2600"/>
              <a:buFont typeface="Noto Sans Symbols"/>
              <a:buChar char="▪"/>
            </a:pPr>
            <a:r>
              <a:rPr lang="en-US" sz="2600"/>
              <a:t>Use a conclusion slide to:</a:t>
            </a:r>
            <a:endParaRPr/>
          </a:p>
          <a:p>
            <a:pPr indent="-182880" lvl="1" marL="384048" rtl="0" algn="l">
              <a:lnSpc>
                <a:spcPct val="150000"/>
              </a:lnSpc>
              <a:spcBef>
                <a:spcPts val="400"/>
              </a:spcBef>
              <a:spcAft>
                <a:spcPts val="0"/>
              </a:spcAft>
              <a:buSzPts val="2200"/>
              <a:buChar char="○"/>
            </a:pPr>
            <a:r>
              <a:rPr lang="en-US" sz="2200"/>
              <a:t>Summarize the main points of your presentation,</a:t>
            </a:r>
            <a:endParaRPr/>
          </a:p>
          <a:p>
            <a:pPr indent="-182880" lvl="1" marL="384048" rtl="0" algn="l">
              <a:lnSpc>
                <a:spcPct val="150000"/>
              </a:lnSpc>
              <a:spcBef>
                <a:spcPts val="600"/>
              </a:spcBef>
              <a:spcAft>
                <a:spcPts val="0"/>
              </a:spcAft>
              <a:buSzPts val="2200"/>
              <a:buChar char="○"/>
            </a:pPr>
            <a:r>
              <a:rPr lang="en-US" sz="2200"/>
              <a:t>Suggest future avenues of research / reading.</a:t>
            </a:r>
            <a:endParaRPr/>
          </a:p>
          <a:p>
            <a:pPr indent="0" lvl="0" marL="91440" rtl="0" algn="l">
              <a:lnSpc>
                <a:spcPct val="90000"/>
              </a:lnSpc>
              <a:spcBef>
                <a:spcPts val="1600"/>
              </a:spcBef>
              <a:spcAft>
                <a:spcPts val="0"/>
              </a:spcAft>
              <a:buSzPts val="2000"/>
              <a:buNone/>
            </a:pPr>
            <a:r>
              <a:t/>
            </a:r>
            <a:endParaRPr/>
          </a:p>
        </p:txBody>
      </p:sp>
      <p:sp>
        <p:nvSpPr>
          <p:cNvPr id="266" name="Google Shape;266;p2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Open Sans"/>
                <a:ea typeface="Open Sans"/>
                <a:cs typeface="Open Sans"/>
                <a:sym typeface="Open Sans"/>
              </a:rPr>
              <a:t>‹#›</a:t>
            </a:fld>
            <a:endParaRPr>
              <a:solidFill>
                <a:schemeClr val="dk2"/>
              </a:solidFill>
              <a:latin typeface="Open Sans"/>
              <a:ea typeface="Open Sans"/>
              <a:cs typeface="Open Sans"/>
              <a:sym typeface="Open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5"/>
          <p:cNvSpPr txBox="1"/>
          <p:nvPr>
            <p:ph type="title"/>
          </p:nvPr>
        </p:nvSpPr>
        <p:spPr>
          <a:xfrm>
            <a:off x="1068387" y="229483"/>
            <a:ext cx="9601200" cy="14859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Practice</a:t>
            </a:r>
            <a:endParaRPr/>
          </a:p>
        </p:txBody>
      </p:sp>
      <p:sp>
        <p:nvSpPr>
          <p:cNvPr id="272" name="Google Shape;272;p25"/>
          <p:cNvSpPr txBox="1"/>
          <p:nvPr>
            <p:ph idx="1" type="body"/>
          </p:nvPr>
        </p:nvSpPr>
        <p:spPr>
          <a:xfrm>
            <a:off x="1068387" y="2075904"/>
            <a:ext cx="10058400" cy="4023360"/>
          </a:xfrm>
          <a:prstGeom prst="rect">
            <a:avLst/>
          </a:prstGeom>
          <a:noFill/>
          <a:ln>
            <a:noFill/>
          </a:ln>
        </p:spPr>
        <p:txBody>
          <a:bodyPr anchorCtr="0" anchor="t" bIns="45700" lIns="0" spcFirstLastPara="1" rIns="0" wrap="square" tIns="45700">
            <a:normAutofit/>
          </a:bodyPr>
          <a:lstStyle/>
          <a:p>
            <a:pPr indent="0" lvl="0" marL="45720" rtl="0" algn="ctr">
              <a:lnSpc>
                <a:spcPct val="90000"/>
              </a:lnSpc>
              <a:spcBef>
                <a:spcPts val="0"/>
              </a:spcBef>
              <a:spcAft>
                <a:spcPts val="0"/>
              </a:spcAft>
              <a:buClr>
                <a:srgbClr val="DF5327"/>
              </a:buClr>
              <a:buSzPts val="4800"/>
              <a:buNone/>
            </a:pPr>
            <a:r>
              <a:rPr lang="en-US" sz="6000">
                <a:solidFill>
                  <a:srgbClr val="DF5327"/>
                </a:solidFill>
                <a:latin typeface="Overlock"/>
                <a:ea typeface="Overlock"/>
                <a:cs typeface="Overlock"/>
                <a:sym typeface="Overlock"/>
              </a:rPr>
              <a:t>Practice, practice,</a:t>
            </a:r>
            <a:endParaRPr/>
          </a:p>
          <a:p>
            <a:pPr indent="0" lvl="0" marL="45720" rtl="0" algn="ctr">
              <a:lnSpc>
                <a:spcPct val="90000"/>
              </a:lnSpc>
              <a:spcBef>
                <a:spcPts val="1400"/>
              </a:spcBef>
              <a:spcAft>
                <a:spcPts val="0"/>
              </a:spcAft>
              <a:buClr>
                <a:srgbClr val="DF5327"/>
              </a:buClr>
              <a:buSzPts val="4800"/>
              <a:buNone/>
            </a:pPr>
            <a:r>
              <a:rPr lang="en-US" sz="6000">
                <a:solidFill>
                  <a:srgbClr val="DF5327"/>
                </a:solidFill>
                <a:latin typeface="Overlock"/>
                <a:ea typeface="Overlock"/>
                <a:cs typeface="Overlock"/>
                <a:sym typeface="Overlock"/>
              </a:rPr>
              <a:t>practice!</a:t>
            </a:r>
            <a:endParaRPr/>
          </a:p>
          <a:p>
            <a:pPr indent="0" lvl="0" marL="91440" rtl="0" algn="l">
              <a:lnSpc>
                <a:spcPct val="90000"/>
              </a:lnSpc>
              <a:spcBef>
                <a:spcPts val="1200"/>
              </a:spcBef>
              <a:spcAft>
                <a:spcPts val="0"/>
              </a:spcAft>
              <a:buSzPts val="2400"/>
              <a:buNone/>
            </a:pPr>
            <a:r>
              <a:t/>
            </a:r>
            <a:endParaRPr sz="2400"/>
          </a:p>
          <a:p>
            <a:pPr indent="-165100" lvl="0" marL="91440" rtl="0" algn="l">
              <a:lnSpc>
                <a:spcPct val="90000"/>
              </a:lnSpc>
              <a:spcBef>
                <a:spcPts val="1400"/>
              </a:spcBef>
              <a:spcAft>
                <a:spcPts val="0"/>
              </a:spcAft>
              <a:buSzPts val="2600"/>
              <a:buFont typeface="Noto Sans Symbols"/>
              <a:buChar char="▪"/>
            </a:pPr>
            <a:r>
              <a:rPr lang="en-US" sz="2600"/>
              <a:t>Get feedback, and use it.</a:t>
            </a:r>
            <a:endParaRPr/>
          </a:p>
          <a:p>
            <a:pPr indent="-165100" lvl="0" marL="91440" rtl="0" algn="l">
              <a:lnSpc>
                <a:spcPct val="90000"/>
              </a:lnSpc>
              <a:spcBef>
                <a:spcPts val="1400"/>
              </a:spcBef>
              <a:spcAft>
                <a:spcPts val="0"/>
              </a:spcAft>
              <a:buSzPts val="2600"/>
              <a:buFont typeface="Noto Sans Symbols"/>
              <a:buChar char="▪"/>
            </a:pPr>
            <a:r>
              <a:rPr lang="en-US" sz="2600"/>
              <a:t>Be ruthless - delete unnecessary information</a:t>
            </a:r>
            <a:endParaRPr/>
          </a:p>
          <a:p>
            <a:pPr indent="0" lvl="0" marL="91440" rtl="0" algn="l">
              <a:lnSpc>
                <a:spcPct val="90000"/>
              </a:lnSpc>
              <a:spcBef>
                <a:spcPts val="1400"/>
              </a:spcBef>
              <a:spcAft>
                <a:spcPts val="0"/>
              </a:spcAft>
              <a:buSzPts val="2000"/>
              <a:buNone/>
            </a:pPr>
            <a:r>
              <a:t/>
            </a:r>
            <a:endParaRPr/>
          </a:p>
        </p:txBody>
      </p:sp>
      <p:sp>
        <p:nvSpPr>
          <p:cNvPr id="273" name="Google Shape;273;p2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Open Sans"/>
                <a:ea typeface="Open Sans"/>
                <a:cs typeface="Open Sans"/>
                <a:sym typeface="Open Sans"/>
              </a:rPr>
              <a:t>‹#›</a:t>
            </a:fld>
            <a:endParaRPr>
              <a:solidFill>
                <a:schemeClr val="dk2"/>
              </a:solidFill>
              <a:latin typeface="Open Sans"/>
              <a:ea typeface="Open Sans"/>
              <a:cs typeface="Open Sans"/>
              <a:sym typeface="Open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6"/>
          <p:cNvSpPr txBox="1"/>
          <p:nvPr>
            <p:ph idx="12" type="sldNum"/>
          </p:nvPr>
        </p:nvSpPr>
        <p:spPr>
          <a:xfrm>
            <a:off x="11296610" y="6217622"/>
            <a:ext cx="731700" cy="5247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solidFill>
                  <a:schemeClr val="dk2"/>
                </a:solidFill>
                <a:latin typeface="Open Sans"/>
                <a:ea typeface="Open Sans"/>
                <a:cs typeface="Open Sans"/>
                <a:sym typeface="Open Sans"/>
              </a:rPr>
              <a:t>‹#›</a:t>
            </a:fld>
            <a:endParaRPr>
              <a:solidFill>
                <a:schemeClr val="dk2"/>
              </a:solidFill>
              <a:latin typeface="Open Sans"/>
              <a:ea typeface="Open Sans"/>
              <a:cs typeface="Open Sans"/>
              <a:sym typeface="Open Sans"/>
            </a:endParaRPr>
          </a:p>
        </p:txBody>
      </p:sp>
      <p:sp>
        <p:nvSpPr>
          <p:cNvPr id="279" name="Google Shape;279;p26"/>
          <p:cNvSpPr txBox="1"/>
          <p:nvPr>
            <p:ph idx="4294967295" type="title"/>
          </p:nvPr>
        </p:nvSpPr>
        <p:spPr>
          <a:xfrm>
            <a:off x="2590800" y="1889125"/>
            <a:ext cx="9601200" cy="1485900"/>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en-US"/>
              <a:t>PERFORMANCE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Presentation – Podium panic</a:t>
            </a:r>
            <a:endParaRPr/>
          </a:p>
        </p:txBody>
      </p:sp>
      <p:sp>
        <p:nvSpPr>
          <p:cNvPr id="285" name="Google Shape;285;p27"/>
          <p:cNvSpPr txBox="1"/>
          <p:nvPr>
            <p:ph idx="1" type="body"/>
          </p:nvPr>
        </p:nvSpPr>
        <p:spPr>
          <a:xfrm>
            <a:off x="1371599" y="2286000"/>
            <a:ext cx="5334001" cy="3581400"/>
          </a:xfrm>
          <a:prstGeom prst="rect">
            <a:avLst/>
          </a:prstGeom>
          <a:noFill/>
          <a:ln>
            <a:noFill/>
          </a:ln>
        </p:spPr>
        <p:txBody>
          <a:bodyPr anchorCtr="0" anchor="t" bIns="45700" lIns="0" spcFirstLastPara="1" rIns="0" wrap="square" tIns="45700">
            <a:normAutofit/>
          </a:bodyPr>
          <a:lstStyle/>
          <a:p>
            <a:pPr indent="-165100" lvl="0" marL="91440" rtl="0" algn="l">
              <a:lnSpc>
                <a:spcPct val="90000"/>
              </a:lnSpc>
              <a:spcBef>
                <a:spcPts val="0"/>
              </a:spcBef>
              <a:spcAft>
                <a:spcPts val="0"/>
              </a:spcAft>
              <a:buSzPts val="2600"/>
              <a:buChar char="●"/>
            </a:pPr>
            <a:r>
              <a:rPr lang="en-US" sz="2600"/>
              <a:t>For some people, the thought of giving a presentation is more frightening than </a:t>
            </a:r>
            <a:endParaRPr/>
          </a:p>
          <a:p>
            <a:pPr indent="-182880" lvl="1" marL="384048" rtl="0" algn="l">
              <a:lnSpc>
                <a:spcPct val="90000"/>
              </a:lnSpc>
              <a:spcBef>
                <a:spcPts val="400"/>
              </a:spcBef>
              <a:spcAft>
                <a:spcPts val="0"/>
              </a:spcAft>
              <a:buSzPts val="2200"/>
              <a:buChar char="○"/>
            </a:pPr>
            <a:r>
              <a:rPr lang="en-US" sz="2200"/>
              <a:t>falling off a cliff,</a:t>
            </a:r>
            <a:endParaRPr/>
          </a:p>
          <a:p>
            <a:pPr indent="-182880" lvl="1" marL="384048" rtl="0" algn="l">
              <a:lnSpc>
                <a:spcPct val="90000"/>
              </a:lnSpc>
              <a:spcBef>
                <a:spcPts val="600"/>
              </a:spcBef>
              <a:spcAft>
                <a:spcPts val="0"/>
              </a:spcAft>
              <a:buSzPts val="2200"/>
              <a:buChar char="○"/>
            </a:pPr>
            <a:r>
              <a:rPr lang="en-US" sz="2200"/>
              <a:t>financial difficulties,</a:t>
            </a:r>
            <a:endParaRPr/>
          </a:p>
          <a:p>
            <a:pPr indent="-182880" lvl="1" marL="384048" rtl="0" algn="l">
              <a:lnSpc>
                <a:spcPct val="90000"/>
              </a:lnSpc>
              <a:spcBef>
                <a:spcPts val="600"/>
              </a:spcBef>
              <a:spcAft>
                <a:spcPts val="0"/>
              </a:spcAft>
              <a:buSzPts val="2200"/>
              <a:buChar char="○"/>
            </a:pPr>
            <a:r>
              <a:rPr lang="en-US" sz="2200"/>
              <a:t>snakes and </a:t>
            </a:r>
            <a:endParaRPr/>
          </a:p>
          <a:p>
            <a:pPr indent="-182880" lvl="1" marL="384048" rtl="0" algn="l">
              <a:lnSpc>
                <a:spcPct val="90000"/>
              </a:lnSpc>
              <a:spcBef>
                <a:spcPts val="600"/>
              </a:spcBef>
              <a:spcAft>
                <a:spcPts val="0"/>
              </a:spcAft>
              <a:buSzPts val="2200"/>
              <a:buChar char="○"/>
            </a:pPr>
            <a:r>
              <a:rPr lang="en-US" sz="2200"/>
              <a:t>even death.</a:t>
            </a:r>
            <a:endParaRPr/>
          </a:p>
        </p:txBody>
      </p:sp>
      <p:sp>
        <p:nvSpPr>
          <p:cNvPr id="286" name="Google Shape;286;p2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Open Sans"/>
                <a:ea typeface="Open Sans"/>
                <a:cs typeface="Open Sans"/>
                <a:sym typeface="Open Sans"/>
              </a:rPr>
              <a:t>‹#›</a:t>
            </a:fld>
            <a:endParaRPr>
              <a:solidFill>
                <a:schemeClr val="dk2"/>
              </a:solidFill>
              <a:latin typeface="Open Sans"/>
              <a:ea typeface="Open Sans"/>
              <a:cs typeface="Open Sans"/>
              <a:sym typeface="Open Sans"/>
            </a:endParaRPr>
          </a:p>
        </p:txBody>
      </p:sp>
      <p:pic>
        <p:nvPicPr>
          <p:cNvPr id="287" name="Google Shape;287;p27"/>
          <p:cNvPicPr preferRelativeResize="0"/>
          <p:nvPr/>
        </p:nvPicPr>
        <p:blipFill rotWithShape="1">
          <a:blip r:embed="rId3">
            <a:alphaModFix/>
          </a:blip>
          <a:srcRect b="3485" l="2310" r="1" t="1943"/>
          <a:stretch/>
        </p:blipFill>
        <p:spPr>
          <a:xfrm>
            <a:off x="7130848" y="2547028"/>
            <a:ext cx="4087091" cy="3059343"/>
          </a:xfrm>
          <a:prstGeom prst="rect">
            <a:avLst/>
          </a:prstGeom>
          <a:solidFill>
            <a:srgbClr val="ECECEC"/>
          </a:solidFill>
          <a:ln cap="sq" cmpd="sng" w="190500">
            <a:solidFill>
              <a:srgbClr val="FFFFFF"/>
            </a:solidFill>
            <a:prstDash val="solid"/>
            <a:miter lim="800000"/>
            <a:headEnd len="sm" w="sm" type="none"/>
            <a:tailEnd len="sm" w="sm" type="none"/>
          </a:ln>
          <a:effectLst>
            <a:outerShdw blurRad="65000" kx="195000" rotWithShape="0" algn="tl" dir="12900000" dist="50800" ky="145000">
              <a:srgbClr val="000000">
                <a:alpha val="29803"/>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8"/>
          <p:cNvSpPr txBox="1"/>
          <p:nvPr>
            <p:ph type="title"/>
          </p:nvPr>
        </p:nvSpPr>
        <p:spPr>
          <a:xfrm>
            <a:off x="1199581" y="179058"/>
            <a:ext cx="9601200" cy="14859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Presentation – General Problems</a:t>
            </a:r>
            <a:endParaRPr/>
          </a:p>
        </p:txBody>
      </p:sp>
      <p:sp>
        <p:nvSpPr>
          <p:cNvPr id="293" name="Google Shape;293;p28"/>
          <p:cNvSpPr txBox="1"/>
          <p:nvPr>
            <p:ph idx="1" type="body"/>
          </p:nvPr>
        </p:nvSpPr>
        <p:spPr>
          <a:xfrm>
            <a:off x="1371600" y="1856509"/>
            <a:ext cx="5334000" cy="4364182"/>
          </a:xfrm>
          <a:prstGeom prst="rect">
            <a:avLst/>
          </a:prstGeom>
          <a:noFill/>
          <a:ln>
            <a:noFill/>
          </a:ln>
        </p:spPr>
        <p:txBody>
          <a:bodyPr anchorCtr="0" anchor="t" bIns="45700" lIns="0" spcFirstLastPara="1" rIns="0" wrap="square" tIns="45700">
            <a:normAutofit/>
          </a:bodyPr>
          <a:lstStyle/>
          <a:p>
            <a:pPr indent="-165100" lvl="0" marL="91440" rtl="0" algn="l">
              <a:lnSpc>
                <a:spcPct val="90000"/>
              </a:lnSpc>
              <a:spcBef>
                <a:spcPts val="0"/>
              </a:spcBef>
              <a:spcAft>
                <a:spcPts val="0"/>
              </a:spcAft>
              <a:buSzPts val="2600"/>
              <a:buFont typeface="Noto Sans Symbols"/>
              <a:buChar char="▪"/>
            </a:pPr>
            <a:r>
              <a:rPr lang="en-US" sz="2600"/>
              <a:t>Although Knowledgeable (know the subject well).</a:t>
            </a:r>
            <a:endParaRPr/>
          </a:p>
          <a:p>
            <a:pPr indent="-165100" lvl="0" marL="91440" rtl="0" algn="l">
              <a:lnSpc>
                <a:spcPct val="90000"/>
              </a:lnSpc>
              <a:spcBef>
                <a:spcPts val="1400"/>
              </a:spcBef>
              <a:spcAft>
                <a:spcPts val="0"/>
              </a:spcAft>
              <a:buSzPts val="2600"/>
              <a:buFont typeface="Noto Sans Symbols"/>
              <a:buChar char="▪"/>
            </a:pPr>
            <a:r>
              <a:rPr lang="en-US" sz="2600"/>
              <a:t>Lack presentation skill</a:t>
            </a:r>
            <a:endParaRPr/>
          </a:p>
          <a:p>
            <a:pPr indent="-182880" lvl="1" marL="384048" rtl="0" algn="l">
              <a:lnSpc>
                <a:spcPct val="90000"/>
              </a:lnSpc>
              <a:spcBef>
                <a:spcPts val="400"/>
              </a:spcBef>
              <a:spcAft>
                <a:spcPts val="0"/>
              </a:spcAft>
              <a:buSzPts val="2200"/>
              <a:buChar char="○"/>
            </a:pPr>
            <a:r>
              <a:rPr lang="en-US" sz="2200"/>
              <a:t>Put us to sleep</a:t>
            </a:r>
            <a:endParaRPr/>
          </a:p>
          <a:p>
            <a:pPr indent="-182880" lvl="1" marL="384048" rtl="0" algn="l">
              <a:lnSpc>
                <a:spcPct val="90000"/>
              </a:lnSpc>
              <a:spcBef>
                <a:spcPts val="600"/>
              </a:spcBef>
              <a:spcAft>
                <a:spcPts val="0"/>
              </a:spcAft>
              <a:buSzPts val="2200"/>
              <a:buChar char="○"/>
            </a:pPr>
            <a:r>
              <a:rPr lang="en-US" sz="2200"/>
              <a:t>Not get us joined</a:t>
            </a:r>
            <a:endParaRPr/>
          </a:p>
          <a:p>
            <a:pPr indent="-182880" lvl="1" marL="384048" rtl="0" algn="l">
              <a:lnSpc>
                <a:spcPct val="90000"/>
              </a:lnSpc>
              <a:spcBef>
                <a:spcPts val="600"/>
              </a:spcBef>
              <a:spcAft>
                <a:spcPts val="0"/>
              </a:spcAft>
              <a:buSzPts val="2200"/>
              <a:buChar char="○"/>
            </a:pPr>
            <a:r>
              <a:rPr lang="en-US" sz="2200"/>
              <a:t>Not convinced</a:t>
            </a:r>
            <a:endParaRPr/>
          </a:p>
          <a:p>
            <a:pPr indent="-182880" lvl="1" marL="384048" rtl="0" algn="l">
              <a:lnSpc>
                <a:spcPct val="90000"/>
              </a:lnSpc>
              <a:spcBef>
                <a:spcPts val="600"/>
              </a:spcBef>
              <a:spcAft>
                <a:spcPts val="0"/>
              </a:spcAft>
              <a:buSzPts val="2200"/>
              <a:buChar char="○"/>
            </a:pPr>
            <a:r>
              <a:rPr lang="en-US" sz="2200"/>
              <a:t>Leave us with questions</a:t>
            </a:r>
            <a:endParaRPr/>
          </a:p>
          <a:p>
            <a:pPr indent="-165100" lvl="0" marL="91440" rtl="0" algn="l">
              <a:lnSpc>
                <a:spcPct val="90000"/>
              </a:lnSpc>
              <a:spcBef>
                <a:spcPts val="1600"/>
              </a:spcBef>
              <a:spcAft>
                <a:spcPts val="0"/>
              </a:spcAft>
              <a:buSzPts val="2600"/>
              <a:buFont typeface="Noto Sans Symbols"/>
              <a:buChar char="▪"/>
            </a:pPr>
            <a:r>
              <a:rPr lang="en-US" sz="2600"/>
              <a:t>Lack confidence, No Preparation </a:t>
            </a:r>
            <a:r>
              <a:rPr b="1" lang="en-US" sz="2600"/>
              <a:t>Not good presenters!!!</a:t>
            </a:r>
            <a:endParaRPr/>
          </a:p>
          <a:p>
            <a:pPr indent="0" lvl="0" marL="91440" rtl="0" algn="l">
              <a:lnSpc>
                <a:spcPct val="90000"/>
              </a:lnSpc>
              <a:spcBef>
                <a:spcPts val="1400"/>
              </a:spcBef>
              <a:spcAft>
                <a:spcPts val="0"/>
              </a:spcAft>
              <a:buSzPts val="2000"/>
              <a:buNone/>
            </a:pPr>
            <a:r>
              <a:t/>
            </a:r>
            <a:endParaRPr/>
          </a:p>
        </p:txBody>
      </p:sp>
      <p:sp>
        <p:nvSpPr>
          <p:cNvPr id="294" name="Google Shape;294;p2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Open Sans"/>
                <a:ea typeface="Open Sans"/>
                <a:cs typeface="Open Sans"/>
                <a:sym typeface="Open Sans"/>
              </a:rPr>
              <a:t>‹#›</a:t>
            </a:fld>
            <a:endParaRPr>
              <a:solidFill>
                <a:schemeClr val="dk2"/>
              </a:solidFill>
              <a:latin typeface="Open Sans"/>
              <a:ea typeface="Open Sans"/>
              <a:cs typeface="Open Sans"/>
              <a:sym typeface="Open Sans"/>
            </a:endParaRPr>
          </a:p>
        </p:txBody>
      </p:sp>
      <p:pic>
        <p:nvPicPr>
          <p:cNvPr id="295" name="Google Shape;295;p28"/>
          <p:cNvPicPr preferRelativeResize="0"/>
          <p:nvPr/>
        </p:nvPicPr>
        <p:blipFill rotWithShape="1">
          <a:blip r:embed="rId3">
            <a:alphaModFix/>
          </a:blip>
          <a:srcRect b="0" l="0" r="3848" t="2179"/>
          <a:stretch/>
        </p:blipFill>
        <p:spPr>
          <a:xfrm>
            <a:off x="7498463" y="1664958"/>
            <a:ext cx="3948546" cy="47434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Performance – Good Practices</a:t>
            </a:r>
            <a:endParaRPr/>
          </a:p>
        </p:txBody>
      </p:sp>
      <p:sp>
        <p:nvSpPr>
          <p:cNvPr id="301" name="Google Shape;301;p29"/>
          <p:cNvSpPr txBox="1"/>
          <p:nvPr>
            <p:ph idx="1" type="body"/>
          </p:nvPr>
        </p:nvSpPr>
        <p:spPr>
          <a:xfrm>
            <a:off x="1097280" y="1763094"/>
            <a:ext cx="9601200" cy="4696691"/>
          </a:xfrm>
          <a:prstGeom prst="rect">
            <a:avLst/>
          </a:prstGeom>
          <a:noFill/>
          <a:ln>
            <a:noFill/>
          </a:ln>
        </p:spPr>
        <p:txBody>
          <a:bodyPr anchorCtr="0" anchor="t" bIns="45700" lIns="0" spcFirstLastPara="1" rIns="0" wrap="square" tIns="45700">
            <a:normAutofit fontScale="70000" lnSpcReduction="20000"/>
          </a:bodyPr>
          <a:lstStyle/>
          <a:p>
            <a:pPr indent="-164465" lvl="0" marL="91440" rtl="0" algn="l">
              <a:lnSpc>
                <a:spcPct val="150000"/>
              </a:lnSpc>
              <a:spcBef>
                <a:spcPts val="0"/>
              </a:spcBef>
              <a:spcAft>
                <a:spcPts val="0"/>
              </a:spcAft>
              <a:buSzPct val="100000"/>
              <a:buFont typeface="Noto Sans Symbols"/>
              <a:buChar char="▪"/>
            </a:pPr>
            <a:r>
              <a:rPr lang="en-US" sz="3700"/>
              <a:t>Speak loudly</a:t>
            </a:r>
            <a:endParaRPr/>
          </a:p>
          <a:p>
            <a:pPr indent="-164465" lvl="0" marL="91440" rtl="0" algn="l">
              <a:lnSpc>
                <a:spcPct val="150000"/>
              </a:lnSpc>
              <a:spcBef>
                <a:spcPts val="1400"/>
              </a:spcBef>
              <a:spcAft>
                <a:spcPts val="0"/>
              </a:spcAft>
              <a:buSzPct val="100000"/>
              <a:buFont typeface="Noto Sans Symbols"/>
              <a:buChar char="▪"/>
            </a:pPr>
            <a:r>
              <a:rPr lang="en-US" sz="3700"/>
              <a:t>Speak clearly</a:t>
            </a:r>
            <a:endParaRPr/>
          </a:p>
          <a:p>
            <a:pPr indent="-164465" lvl="0" marL="91440" rtl="0" algn="l">
              <a:lnSpc>
                <a:spcPct val="150000"/>
              </a:lnSpc>
              <a:spcBef>
                <a:spcPts val="1400"/>
              </a:spcBef>
              <a:spcAft>
                <a:spcPts val="0"/>
              </a:spcAft>
              <a:buSzPct val="100000"/>
              <a:buFont typeface="Noto Sans Symbols"/>
              <a:buChar char="▪"/>
            </a:pPr>
            <a:r>
              <a:rPr lang="en-US" sz="3700"/>
              <a:t>Use short simple sentences</a:t>
            </a:r>
            <a:endParaRPr/>
          </a:p>
          <a:p>
            <a:pPr indent="-164465" lvl="0" marL="91440" rtl="0" algn="l">
              <a:lnSpc>
                <a:spcPct val="150000"/>
              </a:lnSpc>
              <a:spcBef>
                <a:spcPts val="1400"/>
              </a:spcBef>
              <a:spcAft>
                <a:spcPts val="0"/>
              </a:spcAft>
              <a:buSzPct val="100000"/>
              <a:buFont typeface="Noto Sans Symbols"/>
              <a:buChar char="▪"/>
            </a:pPr>
            <a:r>
              <a:rPr lang="en-US" sz="3700"/>
              <a:t>Avoid jargon &amp; abbreviations</a:t>
            </a:r>
            <a:endParaRPr/>
          </a:p>
          <a:p>
            <a:pPr indent="-164465" lvl="0" marL="91440" rtl="0" algn="l">
              <a:lnSpc>
                <a:spcPct val="150000"/>
              </a:lnSpc>
              <a:spcBef>
                <a:spcPts val="1400"/>
              </a:spcBef>
              <a:spcAft>
                <a:spcPts val="0"/>
              </a:spcAft>
              <a:buSzPct val="100000"/>
              <a:buFont typeface="Noto Sans Symbols"/>
              <a:buChar char="▪"/>
            </a:pPr>
            <a:r>
              <a:rPr lang="en-US" sz="3700"/>
              <a:t>Vary pitch, tone, volume, speed and pauses</a:t>
            </a:r>
            <a:endParaRPr/>
          </a:p>
          <a:p>
            <a:pPr indent="-164465" lvl="0" marL="91440" rtl="0" algn="l">
              <a:lnSpc>
                <a:spcPct val="150000"/>
              </a:lnSpc>
              <a:spcBef>
                <a:spcPts val="1400"/>
              </a:spcBef>
              <a:spcAft>
                <a:spcPts val="0"/>
              </a:spcAft>
              <a:buSzPct val="100000"/>
              <a:buFont typeface="Noto Sans Symbols"/>
              <a:buChar char="▪"/>
            </a:pPr>
            <a:r>
              <a:rPr lang="en-US" sz="3700"/>
              <a:t>Be confident</a:t>
            </a:r>
            <a:endParaRPr/>
          </a:p>
          <a:p>
            <a:pPr indent="-164465" lvl="0" marL="91440" rtl="0" algn="l">
              <a:lnSpc>
                <a:spcPct val="150000"/>
              </a:lnSpc>
              <a:spcBef>
                <a:spcPts val="1400"/>
              </a:spcBef>
              <a:spcAft>
                <a:spcPts val="0"/>
              </a:spcAft>
              <a:buSzPct val="100000"/>
              <a:buFont typeface="Noto Sans Symbols"/>
              <a:buChar char="▪"/>
            </a:pPr>
            <a:r>
              <a:rPr lang="en-US" sz="3700"/>
              <a:t>Body language</a:t>
            </a:r>
            <a:endParaRPr/>
          </a:p>
        </p:txBody>
      </p:sp>
      <p:sp>
        <p:nvSpPr>
          <p:cNvPr id="302" name="Google Shape;302;p2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Open Sans"/>
                <a:ea typeface="Open Sans"/>
                <a:cs typeface="Open Sans"/>
                <a:sym typeface="Open Sans"/>
              </a:rPr>
              <a:t>‹#›</a:t>
            </a:fld>
            <a:endParaRPr>
              <a:solidFill>
                <a:schemeClr val="dk2"/>
              </a:solidFill>
              <a:latin typeface="Open Sans"/>
              <a:ea typeface="Open Sans"/>
              <a:cs typeface="Open Sans"/>
              <a:sym typeface="Open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Performance</a:t>
            </a:r>
            <a:endParaRPr/>
          </a:p>
        </p:txBody>
      </p:sp>
      <p:sp>
        <p:nvSpPr>
          <p:cNvPr id="308" name="Google Shape;308;p30"/>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lnSpcReduction="20000"/>
          </a:bodyPr>
          <a:lstStyle/>
          <a:p>
            <a:pPr indent="-165100" lvl="0" marL="91440" rtl="0" algn="l">
              <a:lnSpc>
                <a:spcPct val="150000"/>
              </a:lnSpc>
              <a:spcBef>
                <a:spcPts val="0"/>
              </a:spcBef>
              <a:spcAft>
                <a:spcPts val="0"/>
              </a:spcAft>
              <a:buSzPts val="2600"/>
              <a:buFont typeface="Noto Sans Symbols"/>
              <a:buChar char="▪"/>
            </a:pPr>
            <a:r>
              <a:rPr lang="en-US" sz="2600"/>
              <a:t>Avoid distracting mannerisms</a:t>
            </a:r>
            <a:endParaRPr/>
          </a:p>
          <a:p>
            <a:pPr indent="-165100" lvl="0" marL="91440" rtl="0" algn="l">
              <a:lnSpc>
                <a:spcPct val="150000"/>
              </a:lnSpc>
              <a:spcBef>
                <a:spcPts val="1400"/>
              </a:spcBef>
              <a:spcAft>
                <a:spcPts val="0"/>
              </a:spcAft>
              <a:buSzPts val="2600"/>
              <a:buFont typeface="Noto Sans Symbols"/>
              <a:buChar char="▪"/>
            </a:pPr>
            <a:r>
              <a:rPr lang="en-US" sz="2600"/>
              <a:t>Relax</a:t>
            </a:r>
            <a:endParaRPr/>
          </a:p>
          <a:p>
            <a:pPr indent="-165100" lvl="0" marL="91440" rtl="0" algn="l">
              <a:lnSpc>
                <a:spcPct val="150000"/>
              </a:lnSpc>
              <a:spcBef>
                <a:spcPts val="1400"/>
              </a:spcBef>
              <a:spcAft>
                <a:spcPts val="0"/>
              </a:spcAft>
              <a:buSzPts val="2600"/>
              <a:buFont typeface="Noto Sans Symbols"/>
              <a:buChar char="▪"/>
            </a:pPr>
            <a:r>
              <a:rPr lang="en-US" sz="2600"/>
              <a:t>Be enthusiastic</a:t>
            </a:r>
            <a:endParaRPr/>
          </a:p>
          <a:p>
            <a:pPr indent="-165100" lvl="0" marL="91440" rtl="0" algn="l">
              <a:lnSpc>
                <a:spcPct val="150000"/>
              </a:lnSpc>
              <a:spcBef>
                <a:spcPts val="1400"/>
              </a:spcBef>
              <a:spcAft>
                <a:spcPts val="0"/>
              </a:spcAft>
              <a:buSzPts val="2600"/>
              <a:buFont typeface="Noto Sans Symbols"/>
              <a:buChar char="▪"/>
            </a:pPr>
            <a:r>
              <a:rPr lang="en-US" sz="2600"/>
              <a:t>Make eye contact</a:t>
            </a:r>
            <a:endParaRPr/>
          </a:p>
          <a:p>
            <a:pPr indent="-165100" lvl="0" marL="91440" rtl="0" algn="l">
              <a:lnSpc>
                <a:spcPct val="150000"/>
              </a:lnSpc>
              <a:spcBef>
                <a:spcPts val="1400"/>
              </a:spcBef>
              <a:spcAft>
                <a:spcPts val="0"/>
              </a:spcAft>
              <a:buSzPts val="2600"/>
              <a:buFont typeface="Noto Sans Symbols"/>
              <a:buChar char="▪"/>
            </a:pPr>
            <a:r>
              <a:rPr lang="en-US" sz="2600"/>
              <a:t>Time management</a:t>
            </a:r>
            <a:endParaRPr/>
          </a:p>
          <a:p>
            <a:pPr indent="0" lvl="0" marL="91440" rtl="0" algn="l">
              <a:lnSpc>
                <a:spcPct val="90000"/>
              </a:lnSpc>
              <a:spcBef>
                <a:spcPts val="1400"/>
              </a:spcBef>
              <a:spcAft>
                <a:spcPts val="0"/>
              </a:spcAft>
              <a:buSzPts val="2000"/>
              <a:buNone/>
            </a:pPr>
            <a:r>
              <a:t/>
            </a:r>
            <a:endParaRPr/>
          </a:p>
        </p:txBody>
      </p:sp>
      <p:sp>
        <p:nvSpPr>
          <p:cNvPr id="309" name="Google Shape;309;p3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Open Sans"/>
                <a:ea typeface="Open Sans"/>
                <a:cs typeface="Open Sans"/>
                <a:sym typeface="Open Sans"/>
              </a:rPr>
              <a:t>‹#›</a:t>
            </a:fld>
            <a:endParaRPr>
              <a:solidFill>
                <a:schemeClr val="dk2"/>
              </a:solidFill>
              <a:latin typeface="Open Sans"/>
              <a:ea typeface="Open Sans"/>
              <a:cs typeface="Open Sans"/>
              <a:sym typeface="Open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Performance</a:t>
            </a:r>
            <a:endParaRPr/>
          </a:p>
        </p:txBody>
      </p:sp>
      <p:sp>
        <p:nvSpPr>
          <p:cNvPr id="315" name="Google Shape;315;p31"/>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65100" lvl="0" marL="91440" rtl="0" algn="l">
              <a:lnSpc>
                <a:spcPct val="150000"/>
              </a:lnSpc>
              <a:spcBef>
                <a:spcPts val="0"/>
              </a:spcBef>
              <a:spcAft>
                <a:spcPts val="0"/>
              </a:spcAft>
              <a:buSzPts val="2600"/>
              <a:buFont typeface="Noto Sans Symbols"/>
              <a:buChar char="▪"/>
            </a:pPr>
            <a:r>
              <a:rPr lang="en-US" sz="2600"/>
              <a:t>Explain figures</a:t>
            </a:r>
            <a:endParaRPr/>
          </a:p>
          <a:p>
            <a:pPr indent="-165100" lvl="0" marL="91440" rtl="0" algn="l">
              <a:lnSpc>
                <a:spcPct val="150000"/>
              </a:lnSpc>
              <a:spcBef>
                <a:spcPts val="1400"/>
              </a:spcBef>
              <a:spcAft>
                <a:spcPts val="0"/>
              </a:spcAft>
              <a:buSzPts val="2600"/>
              <a:buFont typeface="Noto Sans Symbols"/>
              <a:buChar char="▪"/>
            </a:pPr>
            <a:r>
              <a:rPr lang="en-US" sz="2600"/>
              <a:t>Point to important aspects</a:t>
            </a:r>
            <a:endParaRPr/>
          </a:p>
          <a:p>
            <a:pPr indent="-165100" lvl="0" marL="91440" rtl="0" algn="l">
              <a:lnSpc>
                <a:spcPct val="150000"/>
              </a:lnSpc>
              <a:spcBef>
                <a:spcPts val="1400"/>
              </a:spcBef>
              <a:spcAft>
                <a:spcPts val="0"/>
              </a:spcAft>
              <a:buSzPts val="2600"/>
              <a:buFont typeface="Noto Sans Symbols"/>
              <a:buChar char="▪"/>
            </a:pPr>
            <a:r>
              <a:rPr lang="en-US" sz="2600"/>
              <a:t>Give a clear and concise summary</a:t>
            </a:r>
            <a:endParaRPr/>
          </a:p>
          <a:p>
            <a:pPr indent="-165100" lvl="0" marL="91440" rtl="0" algn="l">
              <a:lnSpc>
                <a:spcPct val="150000"/>
              </a:lnSpc>
              <a:spcBef>
                <a:spcPts val="1400"/>
              </a:spcBef>
              <a:spcAft>
                <a:spcPts val="0"/>
              </a:spcAft>
              <a:buSzPts val="2600"/>
              <a:buFont typeface="Noto Sans Symbols"/>
              <a:buChar char="▪"/>
            </a:pPr>
            <a:r>
              <a:rPr b="1" lang="en-US" sz="2600">
                <a:solidFill>
                  <a:srgbClr val="6F7B62"/>
                </a:solidFill>
              </a:rPr>
              <a:t>Don’t go overtime.</a:t>
            </a:r>
            <a:endParaRPr/>
          </a:p>
          <a:p>
            <a:pPr indent="0" lvl="0" marL="91440" rtl="0" algn="l">
              <a:lnSpc>
                <a:spcPct val="90000"/>
              </a:lnSpc>
              <a:spcBef>
                <a:spcPts val="1400"/>
              </a:spcBef>
              <a:spcAft>
                <a:spcPts val="0"/>
              </a:spcAft>
              <a:buSzPts val="2000"/>
              <a:buNone/>
            </a:pPr>
            <a:r>
              <a:t/>
            </a:r>
            <a:endParaRPr/>
          </a:p>
        </p:txBody>
      </p:sp>
      <p:sp>
        <p:nvSpPr>
          <p:cNvPr id="316" name="Google Shape;316;p3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Open Sans"/>
                <a:ea typeface="Open Sans"/>
                <a:cs typeface="Open Sans"/>
                <a:sym typeface="Open Sans"/>
              </a:rPr>
              <a:t>‹#›</a:t>
            </a:fld>
            <a:endParaRPr>
              <a:solidFill>
                <a:schemeClr val="dk2"/>
              </a:solidFill>
              <a:latin typeface="Open Sans"/>
              <a:ea typeface="Open Sans"/>
              <a:cs typeface="Open Sans"/>
              <a:sym typeface="Open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Slide Questions??</a:t>
            </a:r>
            <a:endParaRPr/>
          </a:p>
        </p:txBody>
      </p:sp>
      <p:sp>
        <p:nvSpPr>
          <p:cNvPr id="322" name="Google Shape;322;p32"/>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65100" lvl="0" marL="91440" rtl="0" algn="l">
              <a:lnSpc>
                <a:spcPct val="150000"/>
              </a:lnSpc>
              <a:spcBef>
                <a:spcPts val="0"/>
              </a:spcBef>
              <a:spcAft>
                <a:spcPts val="0"/>
              </a:spcAft>
              <a:buSzPts val="2600"/>
              <a:buFont typeface="Noto Sans Symbols"/>
              <a:buChar char="▪"/>
            </a:pPr>
            <a:r>
              <a:rPr lang="en-US" sz="2600"/>
              <a:t>End your presentation with a simple question slide to:</a:t>
            </a:r>
            <a:endParaRPr/>
          </a:p>
          <a:p>
            <a:pPr indent="-182880" lvl="1" marL="384048" rtl="0" algn="l">
              <a:lnSpc>
                <a:spcPct val="150000"/>
              </a:lnSpc>
              <a:spcBef>
                <a:spcPts val="400"/>
              </a:spcBef>
              <a:spcAft>
                <a:spcPts val="0"/>
              </a:spcAft>
              <a:buSzPts val="2200"/>
              <a:buChar char="○"/>
            </a:pPr>
            <a:r>
              <a:rPr lang="en-US" sz="2200"/>
              <a:t>Invite your audience to ask questions</a:t>
            </a:r>
            <a:endParaRPr/>
          </a:p>
          <a:p>
            <a:pPr indent="-182880" lvl="1" marL="384048" rtl="0" algn="l">
              <a:lnSpc>
                <a:spcPct val="150000"/>
              </a:lnSpc>
              <a:spcBef>
                <a:spcPts val="600"/>
              </a:spcBef>
              <a:spcAft>
                <a:spcPts val="0"/>
              </a:spcAft>
              <a:buSzPts val="2200"/>
              <a:buChar char="○"/>
            </a:pPr>
            <a:r>
              <a:rPr lang="en-US" sz="2200"/>
              <a:t>Provide a visual aid during question period</a:t>
            </a:r>
            <a:endParaRPr/>
          </a:p>
          <a:p>
            <a:pPr indent="-182880" lvl="1" marL="384048" rtl="0" algn="l">
              <a:lnSpc>
                <a:spcPct val="150000"/>
              </a:lnSpc>
              <a:spcBef>
                <a:spcPts val="600"/>
              </a:spcBef>
              <a:spcAft>
                <a:spcPts val="0"/>
              </a:spcAft>
              <a:buSzPts val="2200"/>
              <a:buChar char="○"/>
            </a:pPr>
            <a:r>
              <a:rPr lang="en-US" sz="2200"/>
              <a:t>Avoid ending a presentation abruptly</a:t>
            </a:r>
            <a:endParaRPr/>
          </a:p>
          <a:p>
            <a:pPr indent="0" lvl="0" marL="91440" rtl="0" algn="l">
              <a:lnSpc>
                <a:spcPct val="90000"/>
              </a:lnSpc>
              <a:spcBef>
                <a:spcPts val="1600"/>
              </a:spcBef>
              <a:spcAft>
                <a:spcPts val="0"/>
              </a:spcAft>
              <a:buSzPts val="2000"/>
              <a:buNone/>
            </a:pPr>
            <a:r>
              <a:t/>
            </a:r>
            <a:endParaRPr/>
          </a:p>
        </p:txBody>
      </p:sp>
      <p:sp>
        <p:nvSpPr>
          <p:cNvPr id="323" name="Google Shape;323;p3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Open Sans"/>
                <a:ea typeface="Open Sans"/>
                <a:cs typeface="Open Sans"/>
                <a:sym typeface="Open Sans"/>
              </a:rPr>
              <a:t>‹#›</a:t>
            </a:fld>
            <a:endParaRPr>
              <a:solidFill>
                <a:schemeClr val="dk2"/>
              </a:solidFill>
              <a:latin typeface="Open Sans"/>
              <a:ea typeface="Open Sans"/>
              <a:cs typeface="Open Sans"/>
              <a:sym typeface="Open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Questions</a:t>
            </a:r>
            <a:endParaRPr/>
          </a:p>
        </p:txBody>
      </p:sp>
      <p:sp>
        <p:nvSpPr>
          <p:cNvPr id="329" name="Google Shape;329;p33"/>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65100" lvl="0" marL="91440" rtl="0" algn="l">
              <a:lnSpc>
                <a:spcPct val="150000"/>
              </a:lnSpc>
              <a:spcBef>
                <a:spcPts val="0"/>
              </a:spcBef>
              <a:spcAft>
                <a:spcPts val="0"/>
              </a:spcAft>
              <a:buSzPts val="2600"/>
              <a:buFont typeface="Noto Sans Symbols"/>
              <a:buChar char="▪"/>
            </a:pPr>
            <a:r>
              <a:rPr lang="en-US" sz="2600"/>
              <a:t>Anticipate likely questions</a:t>
            </a:r>
            <a:endParaRPr/>
          </a:p>
          <a:p>
            <a:pPr indent="-165100" lvl="0" marL="91440" rtl="0" algn="l">
              <a:lnSpc>
                <a:spcPct val="150000"/>
              </a:lnSpc>
              <a:spcBef>
                <a:spcPts val="1400"/>
              </a:spcBef>
              <a:spcAft>
                <a:spcPts val="0"/>
              </a:spcAft>
              <a:buSzPts val="2600"/>
              <a:buFont typeface="Noto Sans Symbols"/>
              <a:buChar char="▪"/>
            </a:pPr>
            <a:r>
              <a:rPr lang="en-US" sz="2600"/>
              <a:t>Prepare answers</a:t>
            </a:r>
            <a:endParaRPr/>
          </a:p>
          <a:p>
            <a:pPr indent="-165100" lvl="0" marL="91440" rtl="0" algn="l">
              <a:lnSpc>
                <a:spcPct val="150000"/>
              </a:lnSpc>
              <a:spcBef>
                <a:spcPts val="1400"/>
              </a:spcBef>
              <a:spcAft>
                <a:spcPts val="0"/>
              </a:spcAft>
              <a:buSzPts val="2600"/>
              <a:buFont typeface="Noto Sans Symbols"/>
              <a:buChar char="▪"/>
            </a:pPr>
            <a:r>
              <a:rPr lang="en-US" sz="2600"/>
              <a:t>Extra slides with the answers</a:t>
            </a:r>
            <a:endParaRPr/>
          </a:p>
          <a:p>
            <a:pPr indent="0" lvl="0" marL="91440" rtl="0" algn="l">
              <a:lnSpc>
                <a:spcPct val="90000"/>
              </a:lnSpc>
              <a:spcBef>
                <a:spcPts val="1400"/>
              </a:spcBef>
              <a:spcAft>
                <a:spcPts val="0"/>
              </a:spcAft>
              <a:buSzPts val="2000"/>
              <a:buNone/>
            </a:pPr>
            <a:r>
              <a:t/>
            </a:r>
            <a:endParaRPr/>
          </a:p>
        </p:txBody>
      </p:sp>
      <p:sp>
        <p:nvSpPr>
          <p:cNvPr id="330" name="Google Shape;330;p3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Open Sans"/>
                <a:ea typeface="Open Sans"/>
                <a:cs typeface="Open Sans"/>
                <a:sym typeface="Open Sans"/>
              </a:rPr>
              <a:t>‹#›</a:t>
            </a:fld>
            <a:endParaRPr>
              <a:solidFill>
                <a:schemeClr val="dk2"/>
              </a:solidFill>
              <a:latin typeface="Open Sans"/>
              <a:ea typeface="Open Sans"/>
              <a:cs typeface="Open Sans"/>
              <a:sym typeface="Open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Summary</a:t>
            </a:r>
            <a:endParaRPr/>
          </a:p>
        </p:txBody>
      </p:sp>
      <p:sp>
        <p:nvSpPr>
          <p:cNvPr id="336" name="Google Shape;336;p34"/>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65100" lvl="0" marL="91440" rtl="0" algn="l">
              <a:lnSpc>
                <a:spcPct val="150000"/>
              </a:lnSpc>
              <a:spcBef>
                <a:spcPts val="0"/>
              </a:spcBef>
              <a:spcAft>
                <a:spcPts val="0"/>
              </a:spcAft>
              <a:buSzPts val="2600"/>
              <a:buFont typeface="Noto Sans Symbols"/>
              <a:buChar char="▪"/>
            </a:pPr>
            <a:r>
              <a:rPr lang="en-US" sz="2600"/>
              <a:t>Presentations are easy, not to be scared!!!!!</a:t>
            </a:r>
            <a:endParaRPr/>
          </a:p>
          <a:p>
            <a:pPr indent="-165100" lvl="0" marL="91440" rtl="0" algn="l">
              <a:lnSpc>
                <a:spcPct val="150000"/>
              </a:lnSpc>
              <a:spcBef>
                <a:spcPts val="1400"/>
              </a:spcBef>
              <a:spcAft>
                <a:spcPts val="0"/>
              </a:spcAft>
              <a:buSzPts val="2600"/>
              <a:buFont typeface="Noto Sans Symbols"/>
              <a:buChar char="▪"/>
            </a:pPr>
            <a:r>
              <a:rPr lang="en-US" sz="2600"/>
              <a:t>If</a:t>
            </a:r>
            <a:endParaRPr/>
          </a:p>
          <a:p>
            <a:pPr indent="-182880" lvl="1" marL="384048" rtl="0" algn="l">
              <a:lnSpc>
                <a:spcPct val="150000"/>
              </a:lnSpc>
              <a:spcBef>
                <a:spcPts val="400"/>
              </a:spcBef>
              <a:spcAft>
                <a:spcPts val="0"/>
              </a:spcAft>
              <a:buSzPts val="2200"/>
              <a:buChar char="○"/>
            </a:pPr>
            <a:r>
              <a:rPr lang="en-US" sz="2200"/>
              <a:t>Prepared</a:t>
            </a:r>
            <a:endParaRPr/>
          </a:p>
          <a:p>
            <a:pPr indent="-182880" lvl="1" marL="384048" rtl="0" algn="l">
              <a:lnSpc>
                <a:spcPct val="150000"/>
              </a:lnSpc>
              <a:spcBef>
                <a:spcPts val="600"/>
              </a:spcBef>
              <a:spcAft>
                <a:spcPts val="0"/>
              </a:spcAft>
              <a:buSzPts val="2200"/>
              <a:buChar char="○"/>
            </a:pPr>
            <a:r>
              <a:rPr lang="en-US" sz="2200"/>
              <a:t>Know the tips</a:t>
            </a:r>
            <a:endParaRPr/>
          </a:p>
          <a:p>
            <a:pPr indent="-182880" lvl="1" marL="384048" rtl="0" algn="l">
              <a:lnSpc>
                <a:spcPct val="150000"/>
              </a:lnSpc>
              <a:spcBef>
                <a:spcPts val="600"/>
              </a:spcBef>
              <a:spcAft>
                <a:spcPts val="0"/>
              </a:spcAft>
              <a:buSzPts val="2200"/>
              <a:buChar char="○"/>
            </a:pPr>
            <a:r>
              <a:rPr lang="en-US" sz="2200"/>
              <a:t>Practiced</a:t>
            </a:r>
            <a:endParaRPr/>
          </a:p>
          <a:p>
            <a:pPr indent="0" lvl="0" marL="91440" rtl="0" algn="l">
              <a:lnSpc>
                <a:spcPct val="90000"/>
              </a:lnSpc>
              <a:spcBef>
                <a:spcPts val="1600"/>
              </a:spcBef>
              <a:spcAft>
                <a:spcPts val="0"/>
              </a:spcAft>
              <a:buSzPts val="2000"/>
              <a:buNone/>
            </a:pPr>
            <a:r>
              <a:t/>
            </a:r>
            <a:endParaRPr/>
          </a:p>
        </p:txBody>
      </p:sp>
      <p:sp>
        <p:nvSpPr>
          <p:cNvPr id="337" name="Google Shape;337;p3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Open Sans"/>
                <a:ea typeface="Open Sans"/>
                <a:cs typeface="Open Sans"/>
                <a:sym typeface="Open Sans"/>
              </a:rPr>
              <a:t>‹#›</a:t>
            </a:fld>
            <a:endParaRPr>
              <a:solidFill>
                <a:schemeClr val="dk2"/>
              </a:solidFill>
              <a:latin typeface="Open Sans"/>
              <a:ea typeface="Open Sans"/>
              <a:cs typeface="Open Sans"/>
              <a:sym typeface="Open Sans"/>
            </a:endParaRPr>
          </a:p>
        </p:txBody>
      </p:sp>
      <p:sp>
        <p:nvSpPr>
          <p:cNvPr id="338" name="Google Shape;338;p34"/>
          <p:cNvSpPr txBox="1"/>
          <p:nvPr>
            <p:ph idx="11" type="ftr"/>
          </p:nvPr>
        </p:nvSpPr>
        <p:spPr>
          <a:xfrm>
            <a:off x="3686185" y="6307385"/>
            <a:ext cx="4822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DOC 314 Digital Skills for Higher Education</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Summary</a:t>
            </a:r>
            <a:endParaRPr/>
          </a:p>
        </p:txBody>
      </p:sp>
      <p:sp>
        <p:nvSpPr>
          <p:cNvPr id="344" name="Google Shape;344;p35"/>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0" lvl="0" marL="45720" rtl="0" algn="ctr">
              <a:lnSpc>
                <a:spcPct val="90000"/>
              </a:lnSpc>
              <a:spcBef>
                <a:spcPts val="0"/>
              </a:spcBef>
              <a:spcAft>
                <a:spcPts val="0"/>
              </a:spcAft>
              <a:buClr>
                <a:srgbClr val="DF5327"/>
              </a:buClr>
              <a:buSzPts val="5760"/>
              <a:buNone/>
            </a:pPr>
            <a:r>
              <a:rPr lang="en-US" sz="7200">
                <a:solidFill>
                  <a:srgbClr val="DF5327"/>
                </a:solidFill>
                <a:latin typeface="Overlock"/>
                <a:ea typeface="Overlock"/>
                <a:cs typeface="Overlock"/>
                <a:sym typeface="Overlock"/>
              </a:rPr>
              <a:t>Like most things, the best way to learn is to do!</a:t>
            </a:r>
            <a:endParaRPr/>
          </a:p>
          <a:p>
            <a:pPr indent="0" lvl="0" marL="91440" rtl="0" algn="l">
              <a:lnSpc>
                <a:spcPct val="90000"/>
              </a:lnSpc>
              <a:spcBef>
                <a:spcPts val="1200"/>
              </a:spcBef>
              <a:spcAft>
                <a:spcPts val="0"/>
              </a:spcAft>
              <a:buSzPts val="2000"/>
              <a:buNone/>
            </a:pPr>
            <a:r>
              <a:t/>
            </a:r>
            <a:endParaRPr/>
          </a:p>
        </p:txBody>
      </p:sp>
      <p:sp>
        <p:nvSpPr>
          <p:cNvPr id="345" name="Google Shape;345;p3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Open Sans"/>
                <a:ea typeface="Open Sans"/>
                <a:cs typeface="Open Sans"/>
                <a:sym typeface="Open Sans"/>
              </a:rPr>
              <a:t>‹#›</a:t>
            </a:fld>
            <a:endParaRPr>
              <a:solidFill>
                <a:schemeClr val="dk2"/>
              </a:solidFill>
              <a:latin typeface="Open Sans"/>
              <a:ea typeface="Open Sans"/>
              <a:cs typeface="Open Sans"/>
              <a:sym typeface="Open Sans"/>
            </a:endParaRPr>
          </a:p>
        </p:txBody>
      </p:sp>
      <p:sp>
        <p:nvSpPr>
          <p:cNvPr id="346" name="Google Shape;346;p35"/>
          <p:cNvSpPr txBox="1"/>
          <p:nvPr>
            <p:ph idx="11" type="ftr"/>
          </p:nvPr>
        </p:nvSpPr>
        <p:spPr>
          <a:xfrm>
            <a:off x="3686185" y="6459785"/>
            <a:ext cx="4822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DOC 314 Digital Skills for Higher Education</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6"/>
          <p:cNvSpPr txBox="1"/>
          <p:nvPr>
            <p:ph idx="12" type="sldNum"/>
          </p:nvPr>
        </p:nvSpPr>
        <p:spPr>
          <a:xfrm>
            <a:off x="11296610" y="6217622"/>
            <a:ext cx="731700" cy="5247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solidFill>
                  <a:schemeClr val="dk2"/>
                </a:solidFill>
                <a:latin typeface="Open Sans"/>
                <a:ea typeface="Open Sans"/>
                <a:cs typeface="Open Sans"/>
                <a:sym typeface="Open Sans"/>
              </a:rPr>
              <a:t>‹#›</a:t>
            </a:fld>
            <a:endParaRPr>
              <a:solidFill>
                <a:schemeClr val="dk2"/>
              </a:solidFill>
              <a:latin typeface="Open Sans"/>
              <a:ea typeface="Open Sans"/>
              <a:cs typeface="Open Sans"/>
              <a:sym typeface="Open Sans"/>
            </a:endParaRPr>
          </a:p>
        </p:txBody>
      </p:sp>
      <p:sp>
        <p:nvSpPr>
          <p:cNvPr id="352" name="Google Shape;352;p36"/>
          <p:cNvSpPr txBox="1"/>
          <p:nvPr>
            <p:ph idx="4294967295" type="title"/>
          </p:nvPr>
        </p:nvSpPr>
        <p:spPr>
          <a:xfrm>
            <a:off x="2133600" y="287338"/>
            <a:ext cx="10058400" cy="144938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 </a:t>
            </a:r>
            <a:endParaRPr/>
          </a:p>
        </p:txBody>
      </p:sp>
      <p:sp>
        <p:nvSpPr>
          <p:cNvPr id="353" name="Google Shape;353;p36"/>
          <p:cNvSpPr txBox="1"/>
          <p:nvPr>
            <p:ph idx="4294967295" type="body"/>
          </p:nvPr>
        </p:nvSpPr>
        <p:spPr>
          <a:xfrm>
            <a:off x="2590800" y="1323975"/>
            <a:ext cx="9601200" cy="4371975"/>
          </a:xfrm>
          <a:prstGeom prst="rect">
            <a:avLst/>
          </a:prstGeom>
          <a:noFill/>
          <a:ln>
            <a:noFill/>
          </a:ln>
        </p:spPr>
        <p:txBody>
          <a:bodyPr anchorCtr="0" anchor="t" bIns="45700" lIns="0" spcFirstLastPara="1" rIns="0" wrap="square" tIns="45700">
            <a:normAutofit/>
          </a:bodyPr>
          <a:lstStyle/>
          <a:p>
            <a:pPr indent="0" lvl="0" marL="45720" rtl="0" algn="ctr">
              <a:lnSpc>
                <a:spcPct val="90000"/>
              </a:lnSpc>
              <a:spcBef>
                <a:spcPts val="0"/>
              </a:spcBef>
              <a:spcAft>
                <a:spcPts val="0"/>
              </a:spcAft>
              <a:buClr>
                <a:srgbClr val="DF5327"/>
              </a:buClr>
              <a:buSzPts val="5760"/>
              <a:buNone/>
            </a:pPr>
            <a:r>
              <a:rPr lang="en-US" sz="7200">
                <a:solidFill>
                  <a:srgbClr val="DF5327"/>
                </a:solidFill>
                <a:latin typeface="Overlock"/>
                <a:ea typeface="Overlock"/>
                <a:cs typeface="Overlock"/>
                <a:sym typeface="Overlock"/>
              </a:rPr>
              <a:t>Wish you courage and confidence to do better presentations!!!!</a:t>
            </a:r>
            <a:endParaRPr/>
          </a:p>
          <a:p>
            <a:pPr indent="0" lvl="0" marL="0" rtl="0" algn="l">
              <a:lnSpc>
                <a:spcPct val="90000"/>
              </a:lnSpc>
              <a:spcBef>
                <a:spcPts val="1200"/>
              </a:spcBef>
              <a:spcAft>
                <a:spcPts val="0"/>
              </a:spcAft>
              <a:buSzPts val="2000"/>
              <a:buNone/>
            </a:pPr>
            <a:r>
              <a:t/>
            </a:r>
            <a:endParaRPr/>
          </a:p>
        </p:txBody>
      </p:sp>
      <p:sp>
        <p:nvSpPr>
          <p:cNvPr id="354" name="Google Shape;354;p36"/>
          <p:cNvSpPr txBox="1"/>
          <p:nvPr>
            <p:ph idx="11" type="ftr"/>
          </p:nvPr>
        </p:nvSpPr>
        <p:spPr>
          <a:xfrm>
            <a:off x="3686185" y="6383585"/>
            <a:ext cx="4822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DOC 314 Digital Skills for Higher Education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2021-10-08T10:40:04Z</dcterms:created>
  <dc:creator>Jananie Mayooresan</dc:creator>
</cp:coreProperties>
</file>