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1" roundtripDataSignature="AMtx7mgcxoVAplRpyCeSnwqjm3nL1LjN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8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8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" name="Google Shape;22;p8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1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3" name="Google Shape;43;p11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13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16"/>
          <p:cNvPicPr preferRelativeResize="0"/>
          <p:nvPr>
            <p:ph idx="2" type="pic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1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7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7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Calibri"/>
              <a:buNone/>
            </a:pPr>
            <a:r>
              <a:rPr lang="en-US" sz="6000"/>
              <a:t>Microsoft Word in Business (II)</a:t>
            </a:r>
            <a:endParaRPr/>
          </a:p>
        </p:txBody>
      </p:sp>
      <p:sp>
        <p:nvSpPr>
          <p:cNvPr id="102" name="Google Shape;102;p1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LECTURE 5</a:t>
            </a:r>
            <a:endParaRPr/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2462" y="758952"/>
            <a:ext cx="2603218" cy="1072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Mail Merge</a:t>
            </a:r>
            <a:endParaRPr/>
          </a:p>
        </p:txBody>
      </p:sp>
      <p:sp>
        <p:nvSpPr>
          <p:cNvPr id="109" name="Google Shape;109;p2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Mail merge has become a very common tool. It allows copies of a document to be created with </a:t>
            </a:r>
            <a:r>
              <a:rPr b="1" lang="en-US">
                <a:solidFill>
                  <a:srgbClr val="FF0000"/>
                </a:solidFill>
              </a:rPr>
              <a:t>each copy customized </a:t>
            </a:r>
            <a:r>
              <a:rPr lang="en-US"/>
              <a:t>in certain way.</a:t>
            </a:r>
            <a:endParaRPr/>
          </a:p>
          <a:p>
            <a:pPr indent="-127000" lvl="0" marL="9144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This can be very useful for documents like 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US"/>
              <a:t>Emails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/>
              <a:t>Letters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/>
              <a:t>Envelopes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/>
              <a:t>Mailing labels</a:t>
            </a:r>
            <a:endParaRPr/>
          </a:p>
        </p:txBody>
      </p:sp>
      <p:sp>
        <p:nvSpPr>
          <p:cNvPr id="110" name="Google Shape;110;p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Activity 1</a:t>
            </a:r>
            <a:endParaRPr/>
          </a:p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b="1" lang="en-US"/>
              <a:t>Step 1:</a:t>
            </a:r>
            <a:endParaRPr/>
          </a:p>
          <a:p>
            <a:pPr indent="-285750" lvl="1" marL="578358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Type the following document (on the next slide) exactly as it appears</a:t>
            </a:r>
            <a:endParaRPr/>
          </a:p>
          <a:p>
            <a:pPr indent="-285750" lvl="1" marL="57835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Note: don’t type &lt;blank line&gt;, &lt;&lt;Address block&gt;&gt; and &lt;&lt;Greeting line&gt;&gt;, just leave space by pressing Enter</a:t>
            </a:r>
            <a:endParaRPr/>
          </a:p>
        </p:txBody>
      </p:sp>
      <p:sp>
        <p:nvSpPr>
          <p:cNvPr id="117" name="Google Shape;117;p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1918" y="137213"/>
            <a:ext cx="8611337" cy="605279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4"/>
          <p:cNvSpPr txBox="1"/>
          <p:nvPr>
            <p:ph idx="4294967295" type="title"/>
          </p:nvPr>
        </p:nvSpPr>
        <p:spPr>
          <a:xfrm>
            <a:off x="2133600" y="287338"/>
            <a:ext cx="10058400" cy="1449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5"/>
          <p:cNvSpPr txBox="1"/>
          <p:nvPr>
            <p:ph idx="4294967295" type="body"/>
          </p:nvPr>
        </p:nvSpPr>
        <p:spPr>
          <a:xfrm>
            <a:off x="1787525" y="601663"/>
            <a:ext cx="10404475" cy="5362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b="1" lang="en-US"/>
              <a:t>Step 2:</a:t>
            </a:r>
            <a:endParaRPr/>
          </a:p>
          <a:p>
            <a:pPr indent="0" lvl="1" marL="29260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/>
              <a:t>Enter the addresses (to whom you want to send the letters)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b="1" lang="en-US"/>
              <a:t>Step 3:</a:t>
            </a:r>
            <a:endParaRPr/>
          </a:p>
          <a:p>
            <a:pPr indent="0" lvl="1" marL="29260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/>
              <a:t>Merge the letter and the addresses.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b="1" lang="en-US"/>
              <a:t>Step 4:</a:t>
            </a:r>
            <a:endParaRPr/>
          </a:p>
          <a:p>
            <a:pPr indent="0" lvl="1" marL="29260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/>
              <a:t>Create a document or print all the letters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9589" y="1429086"/>
            <a:ext cx="10196214" cy="2452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Activity 2 - Homework</a:t>
            </a:r>
            <a:endParaRPr/>
          </a:p>
        </p:txBody>
      </p:sp>
      <p:sp>
        <p:nvSpPr>
          <p:cNvPr id="137" name="Google Shape;137;p6"/>
          <p:cNvSpPr txBox="1"/>
          <p:nvPr>
            <p:ph idx="1" type="body"/>
          </p:nvPr>
        </p:nvSpPr>
        <p:spPr>
          <a:xfrm>
            <a:off x="1097279" y="1995056"/>
            <a:ext cx="10115203" cy="3655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Prepare a Newsletter (one page) using Microsoft Office Word.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en-US">
                <a:solidFill>
                  <a:srgbClr val="FF0000"/>
                </a:solidFill>
              </a:rPr>
              <a:t>Note:</a:t>
            </a:r>
            <a:r>
              <a:rPr lang="en-US"/>
              <a:t> You should not use any templates.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en-US"/>
              <a:t>Submit the Newsletter in Tutorial-5 to get the feedback.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2021-10-24T07:58:37Z</dcterms:created>
  <dc:creator>Jananie Mayooresan</dc:creator>
</cp:coreProperties>
</file>