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6" roundtripDataSignature="AMtx7mjztoX3sCzt7ukqaeGlcl6h6jmi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1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9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9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2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2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4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3"/>
          <p:cNvSpPr/>
          <p:nvPr/>
        </p:nvSpPr>
        <p:spPr>
          <a:xfrm>
            <a:off x="0" y="6334316"/>
            <a:ext cx="12192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imp.org/tutorials/GIMP_Quickies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watch?v=x6pXJ7Ijir0" TargetMode="External"/><Relationship Id="rId4" Type="http://schemas.openxmlformats.org/officeDocument/2006/relationships/hyperlink" Target="https://www.youtube.com/watch?v=2EPIUyFJ4ag" TargetMode="External"/><Relationship Id="rId5" Type="http://schemas.openxmlformats.org/officeDocument/2006/relationships/hyperlink" Target="https://www.youtube.com/watch?v=1MLnP0OiEk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ctrTitle"/>
          </p:nvPr>
        </p:nvSpPr>
        <p:spPr>
          <a:xfrm>
            <a:off x="1583457" y="2141078"/>
            <a:ext cx="9126011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alibri"/>
              <a:buNone/>
            </a:pPr>
            <a:r>
              <a:rPr lang="en-US" sz="4800"/>
              <a:t>Introduction to Multimedia</a:t>
            </a:r>
            <a:endParaRPr sz="4800" cap="none"/>
          </a:p>
        </p:txBody>
      </p:sp>
      <p:sp>
        <p:nvSpPr>
          <p:cNvPr id="102" name="Google Shape;102;p2"/>
          <p:cNvSpPr txBox="1"/>
          <p:nvPr>
            <p:ph idx="1" type="subTitle"/>
          </p:nvPr>
        </p:nvSpPr>
        <p:spPr>
          <a:xfrm>
            <a:off x="1677316" y="4571899"/>
            <a:ext cx="6831673" cy="2070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LECTURE 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9265" y="735494"/>
            <a:ext cx="2603218" cy="1072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Combination of multiple forms/</a:t>
            </a:r>
            <a:br>
              <a:rPr lang="en-US"/>
            </a:br>
            <a:r>
              <a:rPr lang="en-US"/>
              <a:t>media of content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Text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Images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Audio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Movies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Interaction</a:t>
            </a:r>
            <a:endParaRPr/>
          </a:p>
        </p:txBody>
      </p:sp>
      <p:sp>
        <p:nvSpPr>
          <p:cNvPr id="111" name="Google Shape;111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Media Classification</a:t>
            </a:r>
            <a:endParaRPr/>
          </a:p>
        </p:txBody>
      </p:sp>
      <p:pic>
        <p:nvPicPr>
          <p:cNvPr id="117" name="Google Shape;11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908462"/>
            <a:ext cx="10140518" cy="3744191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Media Classification</a:t>
            </a:r>
            <a:endParaRPr/>
          </a:p>
        </p:txBody>
      </p:sp>
      <p:pic>
        <p:nvPicPr>
          <p:cNvPr id="124" name="Google Shape;12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4763" y="2105025"/>
            <a:ext cx="71628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Formats and Compressions</a:t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097280" y="1894557"/>
            <a:ext cx="9601200" cy="4204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"/>
              <a:buChar char="❑"/>
            </a:pPr>
            <a:r>
              <a:rPr lang="en-US" sz="2400"/>
              <a:t>Different media formats use different compression techniques to reduce the file size for better storing, communicating and processing capabilities.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"/>
              <a:buChar char="❑"/>
            </a:pPr>
            <a:r>
              <a:rPr lang="en-US" sz="2400"/>
              <a:t>Lossy compression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The original file is damaged while compressing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There can be a quality loss too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Noto Sans"/>
              <a:buChar char="❑"/>
            </a:pPr>
            <a:r>
              <a:rPr lang="en-US" sz="2400"/>
              <a:t>Lossless compression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The file is not damaged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No quality drop</a:t>
            </a:r>
            <a:endParaRPr/>
          </a:p>
        </p:txBody>
      </p:sp>
      <p:sp>
        <p:nvSpPr>
          <p:cNvPr id="132" name="Google Shape;132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Formats and Compressions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Images;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▪"/>
            </a:pPr>
            <a:r>
              <a:rPr lang="en-US"/>
              <a:t>JPEG – Lossy compression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▪"/>
            </a:pPr>
            <a:r>
              <a:rPr lang="en-US"/>
              <a:t>TIFF – Lossy / Lossless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▪"/>
            </a:pPr>
            <a:r>
              <a:rPr lang="en-US"/>
              <a:t>GIF – Lossless / support animation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▪"/>
            </a:pPr>
            <a:r>
              <a:rPr lang="en-US"/>
              <a:t>PNG – Lossless</a:t>
            </a:r>
            <a:endParaRPr/>
          </a:p>
        </p:txBody>
      </p:sp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8"/>
          <p:cNvSpPr txBox="1"/>
          <p:nvPr>
            <p:ph idx="4294967295" type="ctrTitle"/>
          </p:nvPr>
        </p:nvSpPr>
        <p:spPr>
          <a:xfrm>
            <a:off x="2133600" y="681038"/>
            <a:ext cx="10058400" cy="2498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800"/>
              <a:buFont typeface="Calibri"/>
              <a:buNone/>
            </a:pPr>
            <a:r>
              <a:rPr b="0" i="0" lang="en-US" sz="8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GIMP</a:t>
            </a:r>
            <a:endParaRPr b="0" i="0" sz="4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>
            <p:ph idx="4294967295" type="subTitle"/>
          </p:nvPr>
        </p:nvSpPr>
        <p:spPr>
          <a:xfrm>
            <a:off x="2133600" y="4456113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Introduction to GIMP</a:t>
            </a:r>
            <a:endParaRPr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"/>
              <a:buChar char="❑"/>
            </a:pPr>
            <a:r>
              <a:rPr lang="en-US" sz="2400"/>
              <a:t>GIMP is an acronym for GNU Image Manipulation Program. 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"/>
              <a:buChar char="❑"/>
            </a:pPr>
            <a:r>
              <a:rPr lang="en-US" sz="2400"/>
              <a:t>It is a freely distributed program for such tasks as 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photo retouching, 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image composition and 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image authoring. </a:t>
            </a:r>
            <a:endParaRPr/>
          </a:p>
        </p:txBody>
      </p:sp>
      <p:sp>
        <p:nvSpPr>
          <p:cNvPr id="153" name="Google Shape;153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Advantages - </a:t>
            </a:r>
            <a:r>
              <a:rPr i="1" lang="en-US" sz="3600"/>
              <a:t>That Make Gimp Worth Learning</a:t>
            </a:r>
            <a:endParaRPr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"/>
              <a:buChar char="❑"/>
            </a:pPr>
            <a:r>
              <a:rPr lang="en-US" sz="2400"/>
              <a:t>GIMP is free but it is powerful as Photoshop.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"/>
              <a:buChar char="❑"/>
            </a:pPr>
            <a:r>
              <a:rPr lang="en-US" sz="2400"/>
              <a:t>With GIMP you can,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Create website graphics like banners, buttons and patterns from scratch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Enhance and retouch digital photos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Consists of versatile selection and transformation tools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Also it has all the advance features like layers and paths</a:t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Activity</a:t>
            </a:r>
            <a:endParaRPr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Go to the following link and complete the given tasks</a:t>
            </a:r>
            <a:endParaRPr/>
          </a:p>
          <a:p>
            <a:pPr indent="0" lvl="1" marL="530352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https://www.gimp.org/tutorials/GIMP_Quickies/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Learning Outcomes,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Changing the Size (Dimensions) of an Image (Scale)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Changing the Size (Filesize) of a JPEG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Crop an Image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"/>
              <a:buChar char="▪"/>
            </a:pPr>
            <a:r>
              <a:rPr lang="en-US"/>
              <a:t>Rotate or Flip an Image</a:t>
            </a:r>
            <a:endParaRPr/>
          </a:p>
        </p:txBody>
      </p:sp>
      <p:sp>
        <p:nvSpPr>
          <p:cNvPr id="167" name="Google Shape;167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For more guidance.....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HOW TO USE GIMP - Complete Tutorial for Beginners 2020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https://www.youtube.com/watch?v=x6pXJ7Ijir0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GIMP 2.10 Basics: Complete Overview Tutorial for Beginners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https://www.youtube.com/watch?v=2EPIUyFJ4ag</a:t>
            </a:r>
            <a:r>
              <a:rPr lang="en-US"/>
              <a:t> </a:t>
            </a:r>
            <a:endParaRPr/>
          </a:p>
          <a:p>
            <a:pPr indent="-9144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"/>
              <a:buChar char="❑"/>
            </a:pPr>
            <a:r>
              <a:rPr lang="en-US"/>
              <a:t>Learn GIMP in 25 Minutes | 10 Things GIMP Beginners Need to Know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https://www.youtube.com/watch?v=1MLnP0OiEkw</a:t>
            </a:r>
            <a:r>
              <a:rPr lang="en-US"/>
              <a:t> </a:t>
            </a:r>
            <a:endParaRPr/>
          </a:p>
        </p:txBody>
      </p:sp>
      <p:sp>
        <p:nvSpPr>
          <p:cNvPr id="174" name="Google Shape;174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2021-11-21T07:49:02Z</dcterms:created>
  <dc:creator>Jananie Mayooresan</dc:creator>
</cp:coreProperties>
</file>