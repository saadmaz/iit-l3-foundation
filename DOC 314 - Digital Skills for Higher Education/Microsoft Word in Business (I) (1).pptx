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2" roundtripDataSignature="AMtx7mhg83w1zHKnm+Evc3xwxXZ3/613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9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1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11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3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3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6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7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17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1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9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8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lang="en-US" sz="6000"/>
              <a:t>Microsoft Word in Business (I)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LECTURE 4</a:t>
            </a:r>
            <a:endParaRPr/>
          </a:p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52462" y="531442"/>
            <a:ext cx="2603218" cy="10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Uses of Microsoft Word in Business</a:t>
            </a:r>
            <a:endParaRPr/>
          </a:p>
        </p:txBody>
      </p:sp>
      <p:sp>
        <p:nvSpPr>
          <p:cNvPr id="109" name="Google Shape;109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Using Word for Letters and Mailings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Create a single letter at a time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Create a mailshot that sends a letter to some or all of your customers (Mail merge)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Using Word to Create Documents and Forms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Company reports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Presentations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Budgets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Proposals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Plans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Forms (invoices, statements, receipts, memos and agendas)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Uses of Microsoft Word in Business</a:t>
            </a:r>
            <a:endParaRPr/>
          </a:p>
        </p:txBody>
      </p:sp>
      <p:sp>
        <p:nvSpPr>
          <p:cNvPr id="115" name="Google Shape;115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Using Word to Produce Promotional Materials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Brochures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Flyers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Newsletters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Award certificates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Cards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Letterheads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Business cards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Using Word to Build Branding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Standardized letter or memo format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Styles and themes for your business documents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For Documentation</a:t>
            </a:r>
            <a:endParaRPr/>
          </a:p>
        </p:txBody>
      </p:sp>
      <p:sp>
        <p:nvSpPr>
          <p:cNvPr id="121" name="Google Shape;121;p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Table of contents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Levels of heading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List of tables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List of figures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Footnote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Breaks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Columns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Working with Objects</a:t>
            </a:r>
            <a:endParaRPr/>
          </a:p>
        </p:txBody>
      </p:sp>
      <p:sp>
        <p:nvSpPr>
          <p:cNvPr id="127" name="Google Shape;127;p5"/>
          <p:cNvSpPr txBox="1"/>
          <p:nvPr>
            <p:ph idx="1" type="body"/>
          </p:nvPr>
        </p:nvSpPr>
        <p:spPr>
          <a:xfrm>
            <a:off x="1097280" y="1995053"/>
            <a:ext cx="10058400" cy="38734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Pictures and Text Wrapping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Formatting Pictures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Smart Art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Shapes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Text Boxes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insert a text box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move a text box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resize a text box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Modifying text boxes (change the shape style &amp; change the text box shape) </a:t>
            </a:r>
            <a:endParaRPr/>
          </a:p>
        </p:txBody>
      </p:sp>
      <p:sp>
        <p:nvSpPr>
          <p:cNvPr id="128" name="Google Shape;128;p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Activity</a:t>
            </a:r>
            <a:endParaRPr/>
          </a:p>
        </p:txBody>
      </p:sp>
      <p:sp>
        <p:nvSpPr>
          <p:cNvPr id="134" name="Google Shape;134;p6"/>
          <p:cNvSpPr txBox="1"/>
          <p:nvPr>
            <p:ph idx="1" type="body"/>
          </p:nvPr>
        </p:nvSpPr>
        <p:spPr>
          <a:xfrm>
            <a:off x="1097280" y="1845733"/>
            <a:ext cx="10058400" cy="4677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Choose one of the following topic and prepare a report.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Electronic waste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Global warming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Pollution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Your report must include;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Title page / cover page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Executive summary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Acknowledgements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Table of contents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List of tables and illustrations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Body of the report (could be designed by you)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Conclusion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References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Activity continued…</a:t>
            </a:r>
            <a:endParaRPr/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❑"/>
            </a:pPr>
            <a:r>
              <a:rPr lang="en-US"/>
              <a:t>Instructions – the following elements should be incorporated: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Page numbers and chapter numbers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Relevant text alignment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Appropriate line and paragraph spacing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Tables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▪"/>
            </a:pPr>
            <a:r>
              <a:rPr lang="en-US"/>
              <a:t>Charts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2021-10-17T07:37:21Z</dcterms:created>
  <dc:creator>Jananie Mayooresan</dc:creator>
</cp:coreProperties>
</file>